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407" r:id="rId11"/>
    <p:sldId id="258" r:id="rId12"/>
    <p:sldId id="259" r:id="rId13"/>
    <p:sldId id="281" r:id="rId14"/>
    <p:sldId id="292" r:id="rId15"/>
    <p:sldId id="293" r:id="rId16"/>
    <p:sldId id="408" r:id="rId17"/>
    <p:sldId id="410" r:id="rId18"/>
    <p:sldId id="411" r:id="rId19"/>
    <p:sldId id="412" r:id="rId20"/>
    <p:sldId id="413" r:id="rId21"/>
    <p:sldId id="414" r:id="rId22"/>
    <p:sldId id="415" r:id="rId23"/>
    <p:sldId id="416" r:id="rId24"/>
    <p:sldId id="465" r:id="rId25"/>
    <p:sldId id="278" r:id="rId26"/>
    <p:sldId id="291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4" r:id="rId44"/>
    <p:sldId id="433" r:id="rId45"/>
    <p:sldId id="435" r:id="rId46"/>
    <p:sldId id="436" r:id="rId47"/>
    <p:sldId id="437" r:id="rId48"/>
    <p:sldId id="438" r:id="rId49"/>
    <p:sldId id="439" r:id="rId50"/>
    <p:sldId id="440" r:id="rId51"/>
    <p:sldId id="441" r:id="rId52"/>
    <p:sldId id="443" r:id="rId53"/>
    <p:sldId id="444" r:id="rId54"/>
    <p:sldId id="445" r:id="rId55"/>
    <p:sldId id="466" r:id="rId56"/>
    <p:sldId id="302" r:id="rId57"/>
    <p:sldId id="303" r:id="rId58"/>
    <p:sldId id="446" r:id="rId59"/>
    <p:sldId id="447" r:id="rId60"/>
    <p:sldId id="448" r:id="rId61"/>
    <p:sldId id="449" r:id="rId62"/>
    <p:sldId id="450" r:id="rId63"/>
    <p:sldId id="451" r:id="rId64"/>
    <p:sldId id="452" r:id="rId65"/>
    <p:sldId id="453" r:id="rId66"/>
    <p:sldId id="454" r:id="rId67"/>
    <p:sldId id="455" r:id="rId68"/>
    <p:sldId id="456" r:id="rId69"/>
    <p:sldId id="457" r:id="rId70"/>
    <p:sldId id="458" r:id="rId71"/>
    <p:sldId id="459" r:id="rId72"/>
    <p:sldId id="460" r:id="rId73"/>
    <p:sldId id="461" r:id="rId74"/>
    <p:sldId id="462" r:id="rId75"/>
    <p:sldId id="463" r:id="rId76"/>
    <p:sldId id="464" r:id="rId77"/>
    <p:sldId id="467" r:id="rId78"/>
    <p:sldId id="468" r:id="rId79"/>
    <p:sldId id="469" r:id="rId80"/>
    <p:sldId id="470" r:id="rId81"/>
    <p:sldId id="471" r:id="rId8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06A54-2B29-F7A2-4912-9A29C58AA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C4CF6E-02F5-1365-6845-40C112B4C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0F227C-D677-121D-63D1-F981DC41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36BD1-EE83-F2D2-8793-53B73E1F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0884D-F0BD-D84B-4D98-E735BE2E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058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445AA-EFB9-EFAF-4624-04CB295E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85EA42-4C71-A26A-A770-E27568AC5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651292-0881-15AF-01C2-784417B5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04B2B8-14D7-770E-AD50-18FF0385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035920-27BC-2144-1FF7-93DC14A1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70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2D41DB-6A66-749F-7424-745FF423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CF3578-DC73-2C6B-13EE-B049727D4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BBC802-C88A-2164-59BD-90227493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B61E8C-41B2-9D70-163B-8253D2B8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8EE125-30BC-2B60-BFEB-93CE2499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995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167C16-74FB-328A-9C4E-A26C124E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BD6D15-F1E7-A0DD-A5BE-EF9CB5CD6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C3C9FC-2908-1908-A8E6-62888AC34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D3293B-487C-DB02-7489-5ADF7B2C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95FBE9-CB9F-D938-3E17-7C5B2A7B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956706-A062-097C-F0EC-AFC682A8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030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00D12-E5D1-D2C0-47CF-D711716FC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534D8D-B728-CBCF-E0E4-95CE6C6F7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4B44B2-911E-29C0-C691-EA52D60CE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60CFB22-B8A8-8BD6-087A-163E7D0AD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088DBA2-E8E4-9D4E-5844-CB924034CB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606D51-BE8E-B06A-E702-2F331658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18B64F-6BFF-F432-74A0-BA99D08E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B785A12-47EF-495F-E7AE-4D5B9D2F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885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D6C25-56DE-C9B6-4FA1-07351F2D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5D30A0-E1DC-6C43-BE79-E95F81D6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337E79-4634-09B6-FF0A-01906F62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0233A4-9914-7443-53D0-873B6601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50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E7EC2F-E36B-E7EF-AD0C-526E1102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3C8975-316E-7FB6-1FE0-86652E68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477E6F-FEC6-23DD-C1D4-8C38FB6B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64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1AF62D-2EBD-CA94-FA9A-39014DA7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F30963-6238-AD22-DC44-5F3F31CCE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D09CAB-5BAB-2E77-CCA5-350E4C88A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674B56-EA6C-1931-467C-AEE8BF65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E0AD3C-B320-B8AF-3607-40224F5E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0AFDC4-3AB1-FFF8-832A-C2E19DE0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962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57717-9542-C797-0E6F-EC3CB979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518628-48DF-F383-2D0F-9A1E5466E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853764-C5A5-F0A5-73B6-28C0020FA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AC0BEE-7E4A-100E-8CAF-B9A26029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90333A-4621-9F01-8AB2-97A266E6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232DAE-D509-C937-6061-0EF6323B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266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C3A1D-A5E1-DAC8-DA89-03FA9BF5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DA3417-F1C8-8395-2EDA-D7B8C666D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8773B4-FA88-16DC-06A0-561976C6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4E7FD0-1624-B1C9-9D6F-B0C22055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25321A-75CC-7DFA-33A8-12F83F3C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87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2CE3D51-C4B2-177B-062B-64572B158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93A59B-096B-B088-75B8-0D481F637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65349A-5E26-B42E-55BF-71F477B6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EB2296-7659-3EDA-053A-344BB980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92330-740D-7F59-8EB4-207BDEB3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76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398CD0C-D11B-2C54-8CD6-718C64A9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BB889-D9E2-016E-E9C0-EA7E5DDE9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FAAC5B-8661-880B-DEDD-3266BC096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D8AEB-BE2A-44E4-B909-A59989EDB438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C9089F-3A20-C3E2-9438-EE00067BB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7EE542-7FA1-0329-6C75-2D1B9D232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D1BF4-1945-4098-AF69-82E093454D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635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DE36D-0D76-A7F0-13C6-1CAF32F9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26035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Beispiel Rechnung:</a:t>
            </a:r>
            <a:b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„Wir wollen 75% der Personen erreichen“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88A76B71-FAC6-46F4-75E1-9830BD2F68C3}"/>
              </a:ext>
            </a:extLst>
          </p:cNvPr>
          <p:cNvGrpSpPr/>
          <p:nvPr/>
        </p:nvGrpSpPr>
        <p:grpSpPr>
          <a:xfrm>
            <a:off x="1629852" y="3839255"/>
            <a:ext cx="2967007" cy="2967007"/>
            <a:chOff x="-281917" y="3686856"/>
            <a:chExt cx="2967007" cy="2967007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D0D333F0-E1A1-DB67-2BF8-BF9C4E420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81917" y="3686856"/>
              <a:ext cx="2967007" cy="2967007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47529D1-8C3E-A6C5-69D3-41CE2D57A0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9672" y="4538469"/>
              <a:ext cx="507780" cy="5077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6721349-EB2A-F6DD-A1C4-0C7127DE2B99}"/>
              </a:ext>
            </a:extLst>
          </p:cNvPr>
          <p:cNvGrpSpPr/>
          <p:nvPr/>
        </p:nvGrpSpPr>
        <p:grpSpPr>
          <a:xfrm>
            <a:off x="-129517" y="3839256"/>
            <a:ext cx="2967007" cy="2967007"/>
            <a:chOff x="-281917" y="3686856"/>
            <a:chExt cx="2967007" cy="2967007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40E8A433-DB36-567E-FC6C-CB57A197C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81917" y="3686856"/>
              <a:ext cx="2967007" cy="2967007"/>
            </a:xfrm>
            <a:prstGeom prst="rect">
              <a:avLst/>
            </a:prstGeom>
          </p:spPr>
        </p:pic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F62A54A-23AD-213B-BE94-FE1AEDC2C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9672" y="4538469"/>
              <a:ext cx="507780" cy="5077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0D116B2B-E2A1-44C0-7C0B-2F41F9C62C26}"/>
              </a:ext>
            </a:extLst>
          </p:cNvPr>
          <p:cNvGrpSpPr/>
          <p:nvPr/>
        </p:nvGrpSpPr>
        <p:grpSpPr>
          <a:xfrm>
            <a:off x="3389221" y="3837031"/>
            <a:ext cx="2967007" cy="2967007"/>
            <a:chOff x="-281917" y="3686856"/>
            <a:chExt cx="2967007" cy="2967007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C51683B4-FB38-E970-BAE2-F6C7B39CC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81917" y="3686856"/>
              <a:ext cx="2967007" cy="2967007"/>
            </a:xfrm>
            <a:prstGeom prst="rect">
              <a:avLst/>
            </a:prstGeom>
          </p:spPr>
        </p:pic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2513C20-0DFB-DE99-C56E-2FD88868D4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9672" y="4538469"/>
              <a:ext cx="507780" cy="5077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FD8CE3B-A9C8-BA9F-79F5-9FD07B3CDBB1}"/>
              </a:ext>
            </a:extLst>
          </p:cNvPr>
          <p:cNvGrpSpPr>
            <a:grpSpLocks noChangeAspect="1"/>
          </p:cNvGrpSpPr>
          <p:nvPr/>
        </p:nvGrpSpPr>
        <p:grpSpPr>
          <a:xfrm>
            <a:off x="8713356" y="2997605"/>
            <a:ext cx="3840075" cy="3840075"/>
            <a:chOff x="-281917" y="3686856"/>
            <a:chExt cx="2967007" cy="2967007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DB405DB0-3BD3-AB90-31B2-B5AAD18BA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81917" y="3686856"/>
              <a:ext cx="2967007" cy="2967007"/>
            </a:xfrm>
            <a:prstGeom prst="rect">
              <a:avLst/>
            </a:prstGeom>
          </p:spPr>
        </p:pic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D1F2116-AC7E-21CF-9FB1-EEA7FACAFC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9672" y="4538469"/>
              <a:ext cx="507780" cy="5077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010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F60E353-4561-03E7-013B-9048F0D31192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DC63F386-EC34-E6BB-EACE-9D197D78C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982F0BFA-923E-8A97-709C-740EB4D1068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31F64D7-A89C-4306-DFFE-28AA8A47498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59040FD5-9B7E-F353-8ED9-B5BE7943A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9CB8566-52F3-B80D-8C02-4D3E7BAFF8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AE470A1-8F23-42FD-5026-E5EB251026A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AF5861C3-3BB6-591D-9922-E3F255D1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F740F6F-8713-7DD5-478E-E2CA43AFB86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01CC4C4-4669-6BCF-11BA-984F46690E34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6D163D23-4B86-9A66-6C05-EA3C9D2AC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176D561-E69A-DE03-1FC4-15D28302B48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197DBBE-8EFA-A93D-CD80-B31E933B43F0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3110C6C0-0F05-AB80-BBB9-99EA6665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84F1703-F936-35B7-818F-7E02109870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87A1F31-E5D6-4169-DD0A-86C5EC3C7F3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BA89B48E-61C3-32A3-C857-1B76661D8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70D5BFCF-5563-4FAD-37A2-6D26177ACCA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D8F6682-8834-768B-25AF-345641A90A3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D0A21A1A-A116-733B-93B0-372553DD4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E5DCCEF9-F868-B6F5-36A8-19C290ACE80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692968-ECE9-74F5-C5A9-245CD9F77447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B15E21BD-A231-2C4A-88B1-E2D56A414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D5B55B97-5EA1-7E42-7D84-6808CC224E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CC10EB5F-8001-883A-E574-C9DDDCA4BD45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5C441F4A-B545-84D9-3D8A-63CAA5549254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FA45F8B-0469-5483-A7DD-B12844E5CB07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236B809-DE39-F621-214F-F0DAEE58FF65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0271250-7818-E864-8DC5-7AC362DEF8CB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A414136-E42D-317D-4CD1-2E0B2C531176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1EC75FB-07D9-C7D7-229B-C3103205B9CB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68E55E4-FE17-C8D7-BDB4-2D2F8890C960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9110C8E-BAA9-B25C-CBB1-B1908EB300A2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3518389F-55CF-0790-2EF0-4DA0A972FC8C}"/>
              </a:ext>
            </a:extLst>
          </p:cNvPr>
          <p:cNvCxnSpPr>
            <a:cxnSpLocks/>
          </p:cNvCxnSpPr>
          <p:nvPr/>
        </p:nvCxnSpPr>
        <p:spPr>
          <a:xfrm>
            <a:off x="75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0254975A-7925-30B0-74A0-148AD13BF2D1}"/>
              </a:ext>
            </a:extLst>
          </p:cNvPr>
          <p:cNvCxnSpPr>
            <a:cxnSpLocks/>
          </p:cNvCxnSpPr>
          <p:nvPr/>
        </p:nvCxnSpPr>
        <p:spPr>
          <a:xfrm>
            <a:off x="82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325BA0E9-4382-9999-5F81-71355BF3E4FB}"/>
              </a:ext>
            </a:extLst>
          </p:cNvPr>
          <p:cNvCxnSpPr>
            <a:cxnSpLocks/>
          </p:cNvCxnSpPr>
          <p:nvPr/>
        </p:nvCxnSpPr>
        <p:spPr>
          <a:xfrm>
            <a:off x="90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03F5529-2AD8-DF16-44F1-44079210ABF8}"/>
              </a:ext>
            </a:extLst>
          </p:cNvPr>
          <p:cNvCxnSpPr>
            <a:cxnSpLocks/>
          </p:cNvCxnSpPr>
          <p:nvPr/>
        </p:nvCxnSpPr>
        <p:spPr>
          <a:xfrm>
            <a:off x="97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B915505F-3BAE-05A5-1122-F60FB23A1CA4}"/>
              </a:ext>
            </a:extLst>
          </p:cNvPr>
          <p:cNvCxnSpPr>
            <a:cxnSpLocks/>
          </p:cNvCxnSpPr>
          <p:nvPr/>
        </p:nvCxnSpPr>
        <p:spPr>
          <a:xfrm>
            <a:off x="104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207D182-2D01-29B2-9DAF-472D9A958BF7}"/>
              </a:ext>
            </a:extLst>
          </p:cNvPr>
          <p:cNvCxnSpPr>
            <a:cxnSpLocks/>
          </p:cNvCxnSpPr>
          <p:nvPr/>
        </p:nvCxnSpPr>
        <p:spPr>
          <a:xfrm>
            <a:off x="111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FBC152AE-0A76-A14D-CB17-3BB4119A8AFB}"/>
              </a:ext>
            </a:extLst>
          </p:cNvPr>
          <p:cNvCxnSpPr>
            <a:cxnSpLocks/>
          </p:cNvCxnSpPr>
          <p:nvPr/>
        </p:nvCxnSpPr>
        <p:spPr>
          <a:xfrm>
            <a:off x="118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73F5534-4DFD-8D8F-97A6-1AE50CF4782F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FB23139-95F1-B0C9-D9CF-6C9F60130CE9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1B29CE3-6F40-76AB-25DA-823B643DB64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9D490CDF-C101-7419-73AC-86A665DD4400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14C2A44-FE9B-D721-4FF5-7CBF0A9E6C24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2443012-3DBF-524E-AFED-373CF60350BB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B186C3C5-17C9-F047-0996-C14683089EAB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781101F-38B9-C29E-ED9F-314AABAC80A6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4146937-AF12-2439-0B7C-DE29DFE448EB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913D148-7786-066E-DC2F-013BF89CD308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0AA05AD8-BBD7-16A4-D74E-F8149C223C95}"/>
              </a:ext>
            </a:extLst>
          </p:cNvPr>
          <p:cNvSpPr>
            <a:spLocks noChangeAspect="1"/>
          </p:cNvSpPr>
          <p:nvPr/>
        </p:nvSpPr>
        <p:spPr>
          <a:xfrm>
            <a:off x="117000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F6A0DB41-2580-AD73-CC13-9C44D6B8A64E}"/>
              </a:ext>
            </a:extLst>
          </p:cNvPr>
          <p:cNvSpPr>
            <a:spLocks noChangeAspect="1"/>
          </p:cNvSpPr>
          <p:nvPr/>
        </p:nvSpPr>
        <p:spPr>
          <a:xfrm>
            <a:off x="261000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745475FC-313C-E114-3709-0E2DC157CF38}"/>
              </a:ext>
            </a:extLst>
          </p:cNvPr>
          <p:cNvSpPr>
            <a:spLocks noChangeAspect="1"/>
          </p:cNvSpPr>
          <p:nvPr/>
        </p:nvSpPr>
        <p:spPr>
          <a:xfrm>
            <a:off x="3329999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4D7BFB0-151F-5ED1-9849-B5B188A44BC4}"/>
              </a:ext>
            </a:extLst>
          </p:cNvPr>
          <p:cNvSpPr>
            <a:spLocks noChangeAspect="1"/>
          </p:cNvSpPr>
          <p:nvPr/>
        </p:nvSpPr>
        <p:spPr>
          <a:xfrm>
            <a:off x="76500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EE2A2D0-E927-BC31-9C2C-48F310A29254}"/>
              </a:ext>
            </a:extLst>
          </p:cNvPr>
          <p:cNvSpPr>
            <a:spLocks noChangeAspect="1"/>
          </p:cNvSpPr>
          <p:nvPr/>
        </p:nvSpPr>
        <p:spPr>
          <a:xfrm>
            <a:off x="1890001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67AFE8A0-9443-3EC5-357B-CE7C5DFD697C}"/>
              </a:ext>
            </a:extLst>
          </p:cNvPr>
          <p:cNvSpPr>
            <a:spLocks noChangeAspect="1"/>
          </p:cNvSpPr>
          <p:nvPr/>
        </p:nvSpPr>
        <p:spPr>
          <a:xfrm>
            <a:off x="2610000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D107223A-29CF-CF99-0E17-BDC6FB12099C}"/>
              </a:ext>
            </a:extLst>
          </p:cNvPr>
          <p:cNvSpPr>
            <a:spLocks noChangeAspect="1"/>
          </p:cNvSpPr>
          <p:nvPr/>
        </p:nvSpPr>
        <p:spPr>
          <a:xfrm>
            <a:off x="4770000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2CCE07A1-BD5F-19D7-8C36-BA67C9EA1FD2}"/>
              </a:ext>
            </a:extLst>
          </p:cNvPr>
          <p:cNvSpPr>
            <a:spLocks noChangeAspect="1"/>
          </p:cNvSpPr>
          <p:nvPr/>
        </p:nvSpPr>
        <p:spPr>
          <a:xfrm>
            <a:off x="909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394DBB6-7473-6C06-D1C8-DA7D06C9D705}"/>
              </a:ext>
            </a:extLst>
          </p:cNvPr>
          <p:cNvSpPr>
            <a:spLocks noChangeAspect="1"/>
          </p:cNvSpPr>
          <p:nvPr/>
        </p:nvSpPr>
        <p:spPr>
          <a:xfrm>
            <a:off x="981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9F7571C-8010-4B33-D6BB-60889835D500}"/>
              </a:ext>
            </a:extLst>
          </p:cNvPr>
          <p:cNvSpPr>
            <a:spLocks noChangeAspect="1"/>
          </p:cNvSpPr>
          <p:nvPr/>
        </p:nvSpPr>
        <p:spPr>
          <a:xfrm>
            <a:off x="1890000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A17CF39-8DF7-06E5-93D2-49E953D33322}"/>
              </a:ext>
            </a:extLst>
          </p:cNvPr>
          <p:cNvSpPr>
            <a:spLocks noChangeAspect="1"/>
          </p:cNvSpPr>
          <p:nvPr/>
        </p:nvSpPr>
        <p:spPr>
          <a:xfrm>
            <a:off x="6210001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DFAC5940-F294-20AE-AC19-8B319363B4D3}"/>
              </a:ext>
            </a:extLst>
          </p:cNvPr>
          <p:cNvSpPr>
            <a:spLocks noChangeAspect="1"/>
          </p:cNvSpPr>
          <p:nvPr/>
        </p:nvSpPr>
        <p:spPr>
          <a:xfrm>
            <a:off x="6930000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D8A8663-25D7-9D16-ACB6-297ADE166826}"/>
              </a:ext>
            </a:extLst>
          </p:cNvPr>
          <p:cNvSpPr>
            <a:spLocks noChangeAspect="1"/>
          </p:cNvSpPr>
          <p:nvPr/>
        </p:nvSpPr>
        <p:spPr>
          <a:xfrm>
            <a:off x="6930000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A7779C3C-668B-6CEC-DED8-27329870506D}"/>
              </a:ext>
            </a:extLst>
          </p:cNvPr>
          <p:cNvSpPr>
            <a:spLocks noChangeAspect="1"/>
          </p:cNvSpPr>
          <p:nvPr/>
        </p:nvSpPr>
        <p:spPr>
          <a:xfrm>
            <a:off x="332999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B4A6159F-3110-9360-F2DD-AD3B1328E9B0}"/>
              </a:ext>
            </a:extLst>
          </p:cNvPr>
          <p:cNvSpPr>
            <a:spLocks noChangeAspect="1"/>
          </p:cNvSpPr>
          <p:nvPr/>
        </p:nvSpPr>
        <p:spPr>
          <a:xfrm>
            <a:off x="404999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B0E923B7-6371-B0E7-5F9D-049044AE0109}"/>
              </a:ext>
            </a:extLst>
          </p:cNvPr>
          <p:cNvSpPr>
            <a:spLocks noChangeAspect="1"/>
          </p:cNvSpPr>
          <p:nvPr/>
        </p:nvSpPr>
        <p:spPr>
          <a:xfrm>
            <a:off x="477000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3C1674A1-47AC-4E8F-0F8B-7F3E3B02BE88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3DCBCFB-4D99-DFC8-8664-1B0CE94E6767}"/>
              </a:ext>
            </a:extLst>
          </p:cNvPr>
          <p:cNvSpPr>
            <a:spLocks noChangeAspect="1"/>
          </p:cNvSpPr>
          <p:nvPr/>
        </p:nvSpPr>
        <p:spPr>
          <a:xfrm>
            <a:off x="83700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6D93D17-D4E9-AD70-790A-7DE059DF5C3C}"/>
              </a:ext>
            </a:extLst>
          </p:cNvPr>
          <p:cNvSpPr>
            <a:spLocks noChangeAspect="1"/>
          </p:cNvSpPr>
          <p:nvPr/>
        </p:nvSpPr>
        <p:spPr>
          <a:xfrm>
            <a:off x="9090000" y="350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B04D7BE9-D347-1FCE-20D3-134699DA5783}"/>
              </a:ext>
            </a:extLst>
          </p:cNvPr>
          <p:cNvSpPr>
            <a:spLocks noChangeAspect="1"/>
          </p:cNvSpPr>
          <p:nvPr/>
        </p:nvSpPr>
        <p:spPr>
          <a:xfrm>
            <a:off x="189239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ED5C293-FFCA-6018-94AE-42649A1160FD}"/>
              </a:ext>
            </a:extLst>
          </p:cNvPr>
          <p:cNvSpPr>
            <a:spLocks noChangeAspect="1"/>
          </p:cNvSpPr>
          <p:nvPr/>
        </p:nvSpPr>
        <p:spPr>
          <a:xfrm>
            <a:off x="4770000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321FE820-D822-CA77-75D7-0BADE77F5734}"/>
              </a:ext>
            </a:extLst>
          </p:cNvPr>
          <p:cNvSpPr>
            <a:spLocks noChangeAspect="1"/>
          </p:cNvSpPr>
          <p:nvPr/>
        </p:nvSpPr>
        <p:spPr>
          <a:xfrm>
            <a:off x="837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6F0ED6EF-F239-0367-29CD-66335AADFB36}"/>
              </a:ext>
            </a:extLst>
          </p:cNvPr>
          <p:cNvSpPr>
            <a:spLocks noChangeAspect="1"/>
          </p:cNvSpPr>
          <p:nvPr/>
        </p:nvSpPr>
        <p:spPr>
          <a:xfrm>
            <a:off x="1053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5F7F52CB-D607-8A9C-062C-1FE283211C96}"/>
              </a:ext>
            </a:extLst>
          </p:cNvPr>
          <p:cNvSpPr>
            <a:spLocks noChangeAspect="1"/>
          </p:cNvSpPr>
          <p:nvPr/>
        </p:nvSpPr>
        <p:spPr>
          <a:xfrm>
            <a:off x="6210001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81492A32-C6C4-CBA2-687A-13C8FA6D284B}"/>
              </a:ext>
            </a:extLst>
          </p:cNvPr>
          <p:cNvSpPr>
            <a:spLocks noChangeAspect="1"/>
          </p:cNvSpPr>
          <p:nvPr/>
        </p:nvSpPr>
        <p:spPr>
          <a:xfrm>
            <a:off x="6930000" y="4946582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F936AC03-EC3E-680F-5B3B-C6090ED62B3E}"/>
              </a:ext>
            </a:extLst>
          </p:cNvPr>
          <p:cNvSpPr>
            <a:spLocks noChangeAspect="1"/>
          </p:cNvSpPr>
          <p:nvPr/>
        </p:nvSpPr>
        <p:spPr>
          <a:xfrm>
            <a:off x="105300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2CBE0A36-2B15-E56E-740E-D2018FDDFC8A}"/>
              </a:ext>
            </a:extLst>
          </p:cNvPr>
          <p:cNvSpPr>
            <a:spLocks noChangeAspect="1"/>
          </p:cNvSpPr>
          <p:nvPr/>
        </p:nvSpPr>
        <p:spPr>
          <a:xfrm>
            <a:off x="4049998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D011990E-1F00-29F7-53ED-2766A3EF8047}"/>
              </a:ext>
            </a:extLst>
          </p:cNvPr>
          <p:cNvSpPr>
            <a:spLocks noChangeAspect="1"/>
          </p:cNvSpPr>
          <p:nvPr/>
        </p:nvSpPr>
        <p:spPr>
          <a:xfrm>
            <a:off x="6930000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05289313-6D44-0129-79DF-4DB4F4531C7B}"/>
              </a:ext>
            </a:extLst>
          </p:cNvPr>
          <p:cNvSpPr>
            <a:spLocks noChangeAspect="1"/>
          </p:cNvSpPr>
          <p:nvPr/>
        </p:nvSpPr>
        <p:spPr>
          <a:xfrm>
            <a:off x="8370000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57602C6E-BF8A-0F93-41AB-E1D4721565BE}"/>
              </a:ext>
            </a:extLst>
          </p:cNvPr>
          <p:cNvSpPr>
            <a:spLocks noChangeAspect="1"/>
          </p:cNvSpPr>
          <p:nvPr/>
        </p:nvSpPr>
        <p:spPr>
          <a:xfrm>
            <a:off x="10530000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8D071CA5-B400-987E-1BFA-2479E3688DE6}"/>
              </a:ext>
            </a:extLst>
          </p:cNvPr>
          <p:cNvSpPr>
            <a:spLocks noChangeAspect="1"/>
          </p:cNvSpPr>
          <p:nvPr/>
        </p:nvSpPr>
        <p:spPr>
          <a:xfrm>
            <a:off x="4049998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C5665193-1804-B780-DA07-0416B2FB1E7E}"/>
              </a:ext>
            </a:extLst>
          </p:cNvPr>
          <p:cNvSpPr>
            <a:spLocks noChangeAspect="1"/>
          </p:cNvSpPr>
          <p:nvPr/>
        </p:nvSpPr>
        <p:spPr>
          <a:xfrm>
            <a:off x="1124527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64C400CC-9084-34D1-75A9-CA5139718205}"/>
              </a:ext>
            </a:extLst>
          </p:cNvPr>
          <p:cNvSpPr>
            <a:spLocks noChangeAspect="1"/>
          </p:cNvSpPr>
          <p:nvPr/>
        </p:nvSpPr>
        <p:spPr>
          <a:xfrm>
            <a:off x="9810000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94F7461A-E3E5-90B4-A8F8-26450DC2309B}"/>
              </a:ext>
            </a:extLst>
          </p:cNvPr>
          <p:cNvSpPr>
            <a:spLocks noChangeAspect="1"/>
          </p:cNvSpPr>
          <p:nvPr/>
        </p:nvSpPr>
        <p:spPr>
          <a:xfrm>
            <a:off x="764437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0785634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A5C1-46A1-4AD0-9E91-19D3832A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9D294-0630-F61E-143F-47D2A359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1811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Was bedeuten in unserem Beispiel 75% ?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B946264-6062-6F08-1102-0CA2C0878C4F}"/>
              </a:ext>
            </a:extLst>
          </p:cNvPr>
          <p:cNvGrpSpPr/>
          <p:nvPr/>
        </p:nvGrpSpPr>
        <p:grpSpPr>
          <a:xfrm>
            <a:off x="1645602" y="2983230"/>
            <a:ext cx="8900796" cy="3444875"/>
            <a:chOff x="2143759" y="2983230"/>
            <a:chExt cx="8900796" cy="3444875"/>
          </a:xfrm>
        </p:grpSpPr>
        <p:sp>
          <p:nvSpPr>
            <p:cNvPr id="3" name="Titel 1">
              <a:extLst>
                <a:ext uri="{FF2B5EF4-FFF2-40B4-BE49-F238E27FC236}">
                  <a16:creationId xmlns:a16="http://schemas.microsoft.com/office/drawing/2014/main" id="{24369A6B-B0C6-436B-C80A-FCF3B6E7DD59}"/>
                </a:ext>
              </a:extLst>
            </p:cNvPr>
            <p:cNvSpPr txBox="1">
              <a:spLocks/>
            </p:cNvSpPr>
            <p:nvPr/>
          </p:nvSpPr>
          <p:spPr>
            <a:xfrm>
              <a:off x="2143759" y="2983230"/>
              <a:ext cx="6751955" cy="34448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de-DE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0.75 * 8x         = 6x</a:t>
              </a:r>
            </a:p>
          </p:txBody>
        </p:sp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A47F01B0-D010-F3C2-14E8-9DBA976B0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0821" y="3392574"/>
              <a:ext cx="2967007" cy="2967007"/>
            </a:xfrm>
            <a:prstGeom prst="rect">
              <a:avLst/>
            </a:prstGeom>
          </p:spPr>
        </p:pic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0D0D991E-8633-8228-723D-8E29F14B2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77548" y="3405043"/>
              <a:ext cx="2967007" cy="29670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66247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4BC6-098E-2162-8F22-876C4017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5FA1C-FB7B-DE96-1CA3-B8261040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0"/>
            <a:ext cx="4740275" cy="123634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Sonderfälle: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71CD5D3-4EDA-55AF-6E2D-157F51D56D07}"/>
              </a:ext>
            </a:extLst>
          </p:cNvPr>
          <p:cNvSpPr txBox="1">
            <a:spLocks/>
          </p:cNvSpPr>
          <p:nvPr/>
        </p:nvSpPr>
        <p:spPr>
          <a:xfrm>
            <a:off x="619760" y="1757680"/>
            <a:ext cx="9682480" cy="1671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1.) Ist das Ergebnis nicht grade</a:t>
            </a:r>
            <a:b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     -&gt; Aufrunden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4EA4FB-E2C1-AE73-3844-75748BC78EBB}"/>
              </a:ext>
            </a:extLst>
          </p:cNvPr>
          <p:cNvSpPr txBox="1">
            <a:spLocks/>
          </p:cNvSpPr>
          <p:nvPr/>
        </p:nvSpPr>
        <p:spPr>
          <a:xfrm>
            <a:off x="619760" y="3667760"/>
            <a:ext cx="11247120" cy="1671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2.) Werden Personen nicht erreicht        </a:t>
            </a:r>
            <a:r>
              <a:rPr lang="de-DE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…..</a:t>
            </a:r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zählen diese nicht zu den 100%</a:t>
            </a:r>
          </a:p>
        </p:txBody>
      </p:sp>
    </p:spTree>
    <p:extLst>
      <p:ext uri="{BB962C8B-B14F-4D97-AF65-F5344CB8AC3E}">
        <p14:creationId xmlns:p14="http://schemas.microsoft.com/office/powerpoint/2010/main" val="19816592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12C4-207A-0937-4E68-8B32BFA5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FC612-090B-AE4D-3869-0802AED9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15" y="429894"/>
            <a:ext cx="11495405" cy="1663065"/>
          </a:xfrm>
        </p:spPr>
        <p:txBody>
          <a:bodyPr>
            <a:normAutofit fontScale="90000"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Was suchen wir konkret für eine Belegung?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54D71A7-68A7-4871-7F08-1D0D9DF1CE5B}"/>
              </a:ext>
            </a:extLst>
          </p:cNvPr>
          <p:cNvSpPr txBox="1">
            <a:spLocks/>
          </p:cNvSpPr>
          <p:nvPr/>
        </p:nvSpPr>
        <p:spPr>
          <a:xfrm>
            <a:off x="269875" y="2515870"/>
            <a:ext cx="1158684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1.) Erfüllt Abdeckungsquote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C8B20B4-EFB0-0C6B-2F32-46C006E412EE}"/>
              </a:ext>
            </a:extLst>
          </p:cNvPr>
          <p:cNvSpPr txBox="1">
            <a:spLocks/>
          </p:cNvSpPr>
          <p:nvPr/>
        </p:nvSpPr>
        <p:spPr>
          <a:xfrm>
            <a:off x="361315" y="3423917"/>
            <a:ext cx="1158684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2.) Besteht aus wenig Säulen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2697F21-67A8-A139-72E2-7D3C8FA0DEA3}"/>
              </a:ext>
            </a:extLst>
          </p:cNvPr>
          <p:cNvSpPr txBox="1">
            <a:spLocks/>
          </p:cNvSpPr>
          <p:nvPr/>
        </p:nvSpPr>
        <p:spPr>
          <a:xfrm>
            <a:off x="361314" y="4351649"/>
            <a:ext cx="1158684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3.) Hat gute Säulen-Gewichte </a:t>
            </a:r>
          </a:p>
        </p:txBody>
      </p:sp>
    </p:spTree>
    <p:extLst>
      <p:ext uri="{BB962C8B-B14F-4D97-AF65-F5344CB8AC3E}">
        <p14:creationId xmlns:p14="http://schemas.microsoft.com/office/powerpoint/2010/main" val="4896772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832E-20E1-CAC3-F337-F294A2EE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F2D4A-0C49-49B3-1CF7-8DE65C3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15" y="429894"/>
            <a:ext cx="11495405" cy="1663065"/>
          </a:xfrm>
        </p:spPr>
        <p:txBody>
          <a:bodyPr>
            <a:normAutofit fontScale="90000"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Was suchen wir konkret für eine Belegung?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F0079C8-353A-1715-B566-03E7720B5CB7}"/>
              </a:ext>
            </a:extLst>
          </p:cNvPr>
          <p:cNvSpPr txBox="1">
            <a:spLocks/>
          </p:cNvSpPr>
          <p:nvPr/>
        </p:nvSpPr>
        <p:spPr>
          <a:xfrm>
            <a:off x="269875" y="2515870"/>
            <a:ext cx="1158684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1.) Erfüllt Abdeckungsquote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3D4F0B2-8291-D311-E408-E2377847FADB}"/>
              </a:ext>
            </a:extLst>
          </p:cNvPr>
          <p:cNvSpPr txBox="1">
            <a:spLocks/>
          </p:cNvSpPr>
          <p:nvPr/>
        </p:nvSpPr>
        <p:spPr>
          <a:xfrm>
            <a:off x="361315" y="4450077"/>
            <a:ext cx="1158684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2.) Besteht aus wenig Säulen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CD2431B-CDE8-25B0-6960-67D6567B2719}"/>
              </a:ext>
            </a:extLst>
          </p:cNvPr>
          <p:cNvSpPr txBox="1">
            <a:spLocks/>
          </p:cNvSpPr>
          <p:nvPr/>
        </p:nvSpPr>
        <p:spPr>
          <a:xfrm>
            <a:off x="361314" y="5377809"/>
            <a:ext cx="1158684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3.) Hat gute Säulen-Gewichte 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6E1BEF0-D9C2-9327-1202-C04F383323F6}"/>
              </a:ext>
            </a:extLst>
          </p:cNvPr>
          <p:cNvSpPr/>
          <p:nvPr/>
        </p:nvSpPr>
        <p:spPr>
          <a:xfrm>
            <a:off x="1496377" y="2643185"/>
            <a:ext cx="9133840" cy="914400"/>
          </a:xfrm>
          <a:prstGeom prst="rect">
            <a:avLst/>
          </a:prstGeom>
          <a:solidFill>
            <a:srgbClr val="FF0000">
              <a:alpha val="50196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47BD52F-D5F0-EA15-78B1-D61F129613D0}"/>
              </a:ext>
            </a:extLst>
          </p:cNvPr>
          <p:cNvSpPr txBox="1">
            <a:spLocks/>
          </p:cNvSpPr>
          <p:nvPr/>
        </p:nvSpPr>
        <p:spPr>
          <a:xfrm>
            <a:off x="-2153920" y="3420741"/>
            <a:ext cx="1158684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 Validität</a:t>
            </a:r>
          </a:p>
        </p:txBody>
      </p:sp>
    </p:spTree>
    <p:extLst>
      <p:ext uri="{BB962C8B-B14F-4D97-AF65-F5344CB8AC3E}">
        <p14:creationId xmlns:p14="http://schemas.microsoft.com/office/powerpoint/2010/main" val="178356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D4B3-E6CC-77F8-3098-39192ACE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4F772-B7C8-DB72-4261-B6E42BF4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15" y="429894"/>
            <a:ext cx="11495405" cy="1663065"/>
          </a:xfrm>
        </p:spPr>
        <p:txBody>
          <a:bodyPr>
            <a:normAutofit fontScale="90000"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Was suchen wir konkret für eine Belegung?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D9B1523-30CE-DC48-AB93-065FC0309C13}"/>
              </a:ext>
            </a:extLst>
          </p:cNvPr>
          <p:cNvSpPr txBox="1">
            <a:spLocks/>
          </p:cNvSpPr>
          <p:nvPr/>
        </p:nvSpPr>
        <p:spPr>
          <a:xfrm>
            <a:off x="269875" y="2515870"/>
            <a:ext cx="1158684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1.) Erfüllt Abdeckungsquote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F7205F6-621A-0C1C-3842-A785F20642C7}"/>
              </a:ext>
            </a:extLst>
          </p:cNvPr>
          <p:cNvSpPr txBox="1">
            <a:spLocks/>
          </p:cNvSpPr>
          <p:nvPr/>
        </p:nvSpPr>
        <p:spPr>
          <a:xfrm>
            <a:off x="361315" y="3423917"/>
            <a:ext cx="1158684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2.) Besteht aus wenig Säulen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8C69C74-220C-E947-C6D6-C6070A7F7EF4}"/>
              </a:ext>
            </a:extLst>
          </p:cNvPr>
          <p:cNvSpPr txBox="1">
            <a:spLocks/>
          </p:cNvSpPr>
          <p:nvPr/>
        </p:nvSpPr>
        <p:spPr>
          <a:xfrm>
            <a:off x="361314" y="4351649"/>
            <a:ext cx="1158684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latin typeface="Arial" panose="020B0604020202020204" pitchFamily="34" charset="0"/>
                <a:cs typeface="Arial" panose="020B0604020202020204" pitchFamily="34" charset="0"/>
              </a:rPr>
              <a:t>3.) Hat gute Säulen-Gewichte </a:t>
            </a:r>
          </a:p>
        </p:txBody>
      </p:sp>
      <p:sp>
        <p:nvSpPr>
          <p:cNvPr id="3" name="!!Rechteck 2">
            <a:extLst>
              <a:ext uri="{FF2B5EF4-FFF2-40B4-BE49-F238E27FC236}">
                <a16:creationId xmlns:a16="http://schemas.microsoft.com/office/drawing/2014/main" id="{6B26E778-9E25-1FC4-A728-5136D4382272}"/>
              </a:ext>
            </a:extLst>
          </p:cNvPr>
          <p:cNvSpPr/>
          <p:nvPr/>
        </p:nvSpPr>
        <p:spPr>
          <a:xfrm>
            <a:off x="1496377" y="3588064"/>
            <a:ext cx="9133840" cy="1806895"/>
          </a:xfrm>
          <a:prstGeom prst="rect">
            <a:avLst/>
          </a:prstGeom>
          <a:solidFill>
            <a:srgbClr val="00B0F0">
              <a:alpha val="50196"/>
            </a:srgb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D0A4EB3-D2FE-79C0-3E67-274ADC7F6820}"/>
              </a:ext>
            </a:extLst>
          </p:cNvPr>
          <p:cNvSpPr txBox="1">
            <a:spLocks/>
          </p:cNvSpPr>
          <p:nvPr/>
        </p:nvSpPr>
        <p:spPr>
          <a:xfrm>
            <a:off x="-2072640" y="5259701"/>
            <a:ext cx="1158684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 Optimalität</a:t>
            </a:r>
          </a:p>
        </p:txBody>
      </p:sp>
    </p:spTree>
    <p:extLst>
      <p:ext uri="{BB962C8B-B14F-4D97-AF65-F5344CB8AC3E}">
        <p14:creationId xmlns:p14="http://schemas.microsoft.com/office/powerpoint/2010/main" val="3974724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0330-C266-41DD-08B8-71BCED7A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AD76E6-4B22-AFE5-230D-B9C5ECB4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23571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Dies sind „Harte Ranking Bedingungen“</a:t>
            </a:r>
          </a:p>
        </p:txBody>
      </p:sp>
    </p:spTree>
    <p:extLst>
      <p:ext uri="{BB962C8B-B14F-4D97-AF65-F5344CB8AC3E}">
        <p14:creationId xmlns:p14="http://schemas.microsoft.com/office/powerpoint/2010/main" val="382083802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CEEA9-D8D9-9AA8-EA2F-7F0312D6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3E69767-1D73-4843-4A07-B5C73DCC576E}"/>
              </a:ext>
            </a:extLst>
          </p:cNvPr>
          <p:cNvSpPr txBox="1">
            <a:spLocks/>
          </p:cNvSpPr>
          <p:nvPr/>
        </p:nvSpPr>
        <p:spPr>
          <a:xfrm>
            <a:off x="847725" y="798830"/>
            <a:ext cx="10515600" cy="3444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Wir betrachten erst ein weiteres Kriterium, wenn alle vorherigen Kriterien gleich waren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D6420BA-7EC6-47A1-F674-32EA334EC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89778" l="2222" r="97778">
                        <a14:foregroundMark x1="50222" y1="38222" x2="51111" y2="45333"/>
                        <a14:foregroundMark x1="14667" y1="74222" x2="20889" y2="73778"/>
                        <a14:foregroundMark x1="80444" y1="60444" x2="84889" y2="60444"/>
                        <a14:foregroundMark x1="97778" y1="53778" x2="97778" y2="54667"/>
                        <a14:foregroundMark x1="4000" y1="46667" x2="2222" y2="51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880" y="3707764"/>
            <a:ext cx="2544445" cy="254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900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8E25A-54EE-0743-35C6-58829233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0BC1A5F-7118-8A2E-8F0B-D0F8BE47473F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5B657D65-DF8B-0C76-DBA1-C367F4CE8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6512874-054B-1DEC-CCED-63C891E0127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4C8F3CBB-8393-12AF-BC7F-EAB89751CF3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1FD25105-5E12-0224-9ACB-B694CE0E5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F1EAAD9-457D-26D3-69E4-621A32AEC4C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A5CA731-664A-E7E2-45C6-5D82799427BF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F97C5AD0-9A75-48F1-F32A-8994E0A1F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24F8A32-1AB3-D0E3-FAC5-E92C830E779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10BF5B0-E871-4B52-AC63-2266E7A9E2E5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041B73F3-431E-93B5-8E40-B94E52C05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EF9E9F6-9F00-481E-009F-D8EFA59154E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46E0B8F-ECE9-7E27-E053-2D04E296F6DC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C1BF5379-73AA-C481-FD3F-19D6F7026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7CDEB0B0-C950-DD54-9DCC-DBBF1FACF24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5FE5DF5-5D9F-0FA4-4201-30571722E1FB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2CC8D2C9-E7E6-CCB2-8239-BE590DCA0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F0B05AFC-0908-8B9E-367B-64F7364B533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62AC948-8CBD-0D75-9426-0F03517B129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A4CEE202-7007-A67C-6B22-4AE89754B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DE08A882-3F97-F436-416A-9E8C14D147A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BC91F32-870A-7E2D-5F1F-F60371C37282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8124826F-4454-4E15-9E92-2AAE09A48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20000697-80FC-37ED-C8A9-FAC168211AC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2625779A-115A-49CE-7FA4-AED96F91C72A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175022A-8438-937E-1692-BF06B0F7FCB2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2A0F23A-3FF7-533E-2560-2CEB9BFA9EC5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E920E56-AA1C-84C0-BE70-42B64B5382CB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02602C3-E9FF-2478-C725-38FA8AC7B6AD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7E4F934-0C93-4C42-B6CA-4C4CEAF944EA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4485E51-7642-3229-6570-6A240A7C59AD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E5989AC-B28F-F04E-4A58-D0A1B194E429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C1923C7-9DDE-3882-F5EE-805A5B559963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F09593A4-0B00-174D-44BC-4550AD956EF6}"/>
              </a:ext>
            </a:extLst>
          </p:cNvPr>
          <p:cNvCxnSpPr>
            <a:cxnSpLocks/>
          </p:cNvCxnSpPr>
          <p:nvPr/>
        </p:nvCxnSpPr>
        <p:spPr>
          <a:xfrm>
            <a:off x="75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1A7EB13-D579-C540-5C72-F40565E75AA3}"/>
              </a:ext>
            </a:extLst>
          </p:cNvPr>
          <p:cNvCxnSpPr>
            <a:cxnSpLocks/>
          </p:cNvCxnSpPr>
          <p:nvPr/>
        </p:nvCxnSpPr>
        <p:spPr>
          <a:xfrm>
            <a:off x="82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DFA2FBF-AEE8-A64E-6314-023B9368491F}"/>
              </a:ext>
            </a:extLst>
          </p:cNvPr>
          <p:cNvCxnSpPr>
            <a:cxnSpLocks/>
          </p:cNvCxnSpPr>
          <p:nvPr/>
        </p:nvCxnSpPr>
        <p:spPr>
          <a:xfrm>
            <a:off x="90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F93A78A-1475-CD0F-2DFE-8A4B67E8A9AC}"/>
              </a:ext>
            </a:extLst>
          </p:cNvPr>
          <p:cNvCxnSpPr>
            <a:cxnSpLocks/>
          </p:cNvCxnSpPr>
          <p:nvPr/>
        </p:nvCxnSpPr>
        <p:spPr>
          <a:xfrm>
            <a:off x="97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701CFFC-D16C-618E-BECC-4810C4F0C7A5}"/>
              </a:ext>
            </a:extLst>
          </p:cNvPr>
          <p:cNvCxnSpPr>
            <a:cxnSpLocks/>
          </p:cNvCxnSpPr>
          <p:nvPr/>
        </p:nvCxnSpPr>
        <p:spPr>
          <a:xfrm>
            <a:off x="104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0411DAD-BB8C-5E63-A2B2-2ADA966F643D}"/>
              </a:ext>
            </a:extLst>
          </p:cNvPr>
          <p:cNvCxnSpPr>
            <a:cxnSpLocks/>
          </p:cNvCxnSpPr>
          <p:nvPr/>
        </p:nvCxnSpPr>
        <p:spPr>
          <a:xfrm>
            <a:off x="111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2022FF6F-FD03-344A-234D-AC452B36C70E}"/>
              </a:ext>
            </a:extLst>
          </p:cNvPr>
          <p:cNvCxnSpPr>
            <a:cxnSpLocks/>
          </p:cNvCxnSpPr>
          <p:nvPr/>
        </p:nvCxnSpPr>
        <p:spPr>
          <a:xfrm>
            <a:off x="118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684DD632-0632-A863-995A-00F53725E9E4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3D11EF9-B130-1D4F-B4C3-FB3FC9D83E12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6DC9455-EF2A-E473-EC96-C3B8C1C0690B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96ECBA4-E664-C9FF-BD37-7C2A5A9F68B8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57679112-43B4-F772-3DEC-C3F13B32B1B4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E07C0CA-7FBC-24DF-8DEE-7C937AA06AF8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99FEEB48-BA62-FB4F-7686-412CC21731FC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83CFA01-6992-DC71-B717-9C6A1A74588D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F0497AD6-BA60-EBE5-FB56-F30D7EAC38D6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1BC103F-6AC5-7462-2578-FB8BD7776EDA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21006B07-568B-C8A6-3895-754C790D41A5}"/>
              </a:ext>
            </a:extLst>
          </p:cNvPr>
          <p:cNvSpPr>
            <a:spLocks noChangeAspect="1"/>
          </p:cNvSpPr>
          <p:nvPr/>
        </p:nvSpPr>
        <p:spPr>
          <a:xfrm>
            <a:off x="117000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54F6C94-06DE-15D6-09E5-563D7AD420CE}"/>
              </a:ext>
            </a:extLst>
          </p:cNvPr>
          <p:cNvSpPr>
            <a:spLocks noChangeAspect="1"/>
          </p:cNvSpPr>
          <p:nvPr/>
        </p:nvSpPr>
        <p:spPr>
          <a:xfrm>
            <a:off x="261000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C29FA84A-B4D5-9D90-7A0F-84BBC6A76FA0}"/>
              </a:ext>
            </a:extLst>
          </p:cNvPr>
          <p:cNvSpPr>
            <a:spLocks noChangeAspect="1"/>
          </p:cNvSpPr>
          <p:nvPr/>
        </p:nvSpPr>
        <p:spPr>
          <a:xfrm>
            <a:off x="3329999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C5E0D0F6-804F-CD75-F701-A7A495C1DD27}"/>
              </a:ext>
            </a:extLst>
          </p:cNvPr>
          <p:cNvSpPr>
            <a:spLocks noChangeAspect="1"/>
          </p:cNvSpPr>
          <p:nvPr/>
        </p:nvSpPr>
        <p:spPr>
          <a:xfrm>
            <a:off x="76500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8FD40B19-0A0B-B795-0177-F5CD7F96710E}"/>
              </a:ext>
            </a:extLst>
          </p:cNvPr>
          <p:cNvSpPr>
            <a:spLocks noChangeAspect="1"/>
          </p:cNvSpPr>
          <p:nvPr/>
        </p:nvSpPr>
        <p:spPr>
          <a:xfrm>
            <a:off x="1890001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C2B52A4E-C395-0262-43A3-51B0C95D55DB}"/>
              </a:ext>
            </a:extLst>
          </p:cNvPr>
          <p:cNvSpPr>
            <a:spLocks noChangeAspect="1"/>
          </p:cNvSpPr>
          <p:nvPr/>
        </p:nvSpPr>
        <p:spPr>
          <a:xfrm>
            <a:off x="2610000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EEC933BD-3072-35F9-1E5F-91B029018949}"/>
              </a:ext>
            </a:extLst>
          </p:cNvPr>
          <p:cNvSpPr>
            <a:spLocks noChangeAspect="1"/>
          </p:cNvSpPr>
          <p:nvPr/>
        </p:nvSpPr>
        <p:spPr>
          <a:xfrm>
            <a:off x="4770000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D56FBF5F-D36F-4A91-664B-B673FDDDD81B}"/>
              </a:ext>
            </a:extLst>
          </p:cNvPr>
          <p:cNvSpPr>
            <a:spLocks noChangeAspect="1"/>
          </p:cNvSpPr>
          <p:nvPr/>
        </p:nvSpPr>
        <p:spPr>
          <a:xfrm>
            <a:off x="909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5807CEAB-D480-A011-895A-F9FD834DF70B}"/>
              </a:ext>
            </a:extLst>
          </p:cNvPr>
          <p:cNvSpPr>
            <a:spLocks noChangeAspect="1"/>
          </p:cNvSpPr>
          <p:nvPr/>
        </p:nvSpPr>
        <p:spPr>
          <a:xfrm>
            <a:off x="981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2B1EB7B7-55A9-12AF-7662-B7465C1A87C1}"/>
              </a:ext>
            </a:extLst>
          </p:cNvPr>
          <p:cNvSpPr>
            <a:spLocks noChangeAspect="1"/>
          </p:cNvSpPr>
          <p:nvPr/>
        </p:nvSpPr>
        <p:spPr>
          <a:xfrm>
            <a:off x="1890000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D3A6A52-DC14-1F44-2BA9-0EEA7809E60B}"/>
              </a:ext>
            </a:extLst>
          </p:cNvPr>
          <p:cNvSpPr>
            <a:spLocks noChangeAspect="1"/>
          </p:cNvSpPr>
          <p:nvPr/>
        </p:nvSpPr>
        <p:spPr>
          <a:xfrm>
            <a:off x="6210001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713FE811-A954-8483-CB4A-32B1936BC99A}"/>
              </a:ext>
            </a:extLst>
          </p:cNvPr>
          <p:cNvSpPr>
            <a:spLocks noChangeAspect="1"/>
          </p:cNvSpPr>
          <p:nvPr/>
        </p:nvSpPr>
        <p:spPr>
          <a:xfrm>
            <a:off x="6930000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B65F2FA-017F-BCD4-0753-E5469253EF71}"/>
              </a:ext>
            </a:extLst>
          </p:cNvPr>
          <p:cNvSpPr>
            <a:spLocks noChangeAspect="1"/>
          </p:cNvSpPr>
          <p:nvPr/>
        </p:nvSpPr>
        <p:spPr>
          <a:xfrm>
            <a:off x="6930000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53F5FF89-06FC-E051-01B9-23A438CB3BA3}"/>
              </a:ext>
            </a:extLst>
          </p:cNvPr>
          <p:cNvSpPr>
            <a:spLocks noChangeAspect="1"/>
          </p:cNvSpPr>
          <p:nvPr/>
        </p:nvSpPr>
        <p:spPr>
          <a:xfrm>
            <a:off x="332999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292AB7E5-0C25-5356-4EF4-FB3351CB666F}"/>
              </a:ext>
            </a:extLst>
          </p:cNvPr>
          <p:cNvSpPr>
            <a:spLocks noChangeAspect="1"/>
          </p:cNvSpPr>
          <p:nvPr/>
        </p:nvSpPr>
        <p:spPr>
          <a:xfrm>
            <a:off x="404999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0F00AFF-3DDC-FAD8-7D6A-30B16E988595}"/>
              </a:ext>
            </a:extLst>
          </p:cNvPr>
          <p:cNvSpPr>
            <a:spLocks noChangeAspect="1"/>
          </p:cNvSpPr>
          <p:nvPr/>
        </p:nvSpPr>
        <p:spPr>
          <a:xfrm>
            <a:off x="477000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154E741A-564C-27E9-0546-974FAE78DCA5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DE18B99-C78F-045F-1363-C45E30D792D2}"/>
              </a:ext>
            </a:extLst>
          </p:cNvPr>
          <p:cNvSpPr>
            <a:spLocks noChangeAspect="1"/>
          </p:cNvSpPr>
          <p:nvPr/>
        </p:nvSpPr>
        <p:spPr>
          <a:xfrm>
            <a:off x="83700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EB40D3BE-75F3-7E5A-D5A5-781A38B8B8C8}"/>
              </a:ext>
            </a:extLst>
          </p:cNvPr>
          <p:cNvSpPr>
            <a:spLocks noChangeAspect="1"/>
          </p:cNvSpPr>
          <p:nvPr/>
        </p:nvSpPr>
        <p:spPr>
          <a:xfrm>
            <a:off x="9090000" y="350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04EF463E-5DF6-2B75-F8A6-CFDFD787FE52}"/>
              </a:ext>
            </a:extLst>
          </p:cNvPr>
          <p:cNvSpPr>
            <a:spLocks noChangeAspect="1"/>
          </p:cNvSpPr>
          <p:nvPr/>
        </p:nvSpPr>
        <p:spPr>
          <a:xfrm>
            <a:off x="189239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69CC82E4-3F7B-D61F-33D3-96E92E17AE02}"/>
              </a:ext>
            </a:extLst>
          </p:cNvPr>
          <p:cNvSpPr>
            <a:spLocks noChangeAspect="1"/>
          </p:cNvSpPr>
          <p:nvPr/>
        </p:nvSpPr>
        <p:spPr>
          <a:xfrm>
            <a:off x="4770000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87B38BA7-A038-10DC-7F48-D0269F5E9F94}"/>
              </a:ext>
            </a:extLst>
          </p:cNvPr>
          <p:cNvSpPr>
            <a:spLocks noChangeAspect="1"/>
          </p:cNvSpPr>
          <p:nvPr/>
        </p:nvSpPr>
        <p:spPr>
          <a:xfrm>
            <a:off x="837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B63EA89B-846D-DB44-D34A-DC7648BE738C}"/>
              </a:ext>
            </a:extLst>
          </p:cNvPr>
          <p:cNvSpPr>
            <a:spLocks noChangeAspect="1"/>
          </p:cNvSpPr>
          <p:nvPr/>
        </p:nvSpPr>
        <p:spPr>
          <a:xfrm>
            <a:off x="1053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A9A16F9D-E3ED-9F2F-18A5-C027E82CA575}"/>
              </a:ext>
            </a:extLst>
          </p:cNvPr>
          <p:cNvSpPr>
            <a:spLocks noChangeAspect="1"/>
          </p:cNvSpPr>
          <p:nvPr/>
        </p:nvSpPr>
        <p:spPr>
          <a:xfrm>
            <a:off x="6210001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54737FA1-F5A8-BF8F-0BD7-25EB19A65A77}"/>
              </a:ext>
            </a:extLst>
          </p:cNvPr>
          <p:cNvSpPr>
            <a:spLocks noChangeAspect="1"/>
          </p:cNvSpPr>
          <p:nvPr/>
        </p:nvSpPr>
        <p:spPr>
          <a:xfrm>
            <a:off x="6930000" y="4946582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61A9F0A3-B429-5DA1-5183-7C12008E7FD7}"/>
              </a:ext>
            </a:extLst>
          </p:cNvPr>
          <p:cNvSpPr>
            <a:spLocks noChangeAspect="1"/>
          </p:cNvSpPr>
          <p:nvPr/>
        </p:nvSpPr>
        <p:spPr>
          <a:xfrm>
            <a:off x="105300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DE6AF963-18A5-95B9-B72C-1ED5397DFCF1}"/>
              </a:ext>
            </a:extLst>
          </p:cNvPr>
          <p:cNvSpPr>
            <a:spLocks noChangeAspect="1"/>
          </p:cNvSpPr>
          <p:nvPr/>
        </p:nvSpPr>
        <p:spPr>
          <a:xfrm>
            <a:off x="4049998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28087BFB-0F54-299D-6817-B02363E4649B}"/>
              </a:ext>
            </a:extLst>
          </p:cNvPr>
          <p:cNvSpPr>
            <a:spLocks noChangeAspect="1"/>
          </p:cNvSpPr>
          <p:nvPr/>
        </p:nvSpPr>
        <p:spPr>
          <a:xfrm>
            <a:off x="6930000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49B9379F-69B6-50F0-096E-896838167712}"/>
              </a:ext>
            </a:extLst>
          </p:cNvPr>
          <p:cNvSpPr>
            <a:spLocks noChangeAspect="1"/>
          </p:cNvSpPr>
          <p:nvPr/>
        </p:nvSpPr>
        <p:spPr>
          <a:xfrm>
            <a:off x="8370000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20BF107C-1661-3731-036E-137F4BD245BB}"/>
              </a:ext>
            </a:extLst>
          </p:cNvPr>
          <p:cNvSpPr>
            <a:spLocks noChangeAspect="1"/>
          </p:cNvSpPr>
          <p:nvPr/>
        </p:nvSpPr>
        <p:spPr>
          <a:xfrm>
            <a:off x="10530000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91840F44-52D4-68B2-64FD-068689348D64}"/>
              </a:ext>
            </a:extLst>
          </p:cNvPr>
          <p:cNvSpPr>
            <a:spLocks noChangeAspect="1"/>
          </p:cNvSpPr>
          <p:nvPr/>
        </p:nvSpPr>
        <p:spPr>
          <a:xfrm>
            <a:off x="4049998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DA52E64B-702D-3CFD-D69C-3349126A4043}"/>
              </a:ext>
            </a:extLst>
          </p:cNvPr>
          <p:cNvSpPr>
            <a:spLocks noChangeAspect="1"/>
          </p:cNvSpPr>
          <p:nvPr/>
        </p:nvSpPr>
        <p:spPr>
          <a:xfrm>
            <a:off x="1124527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9A5623EE-62F6-49E5-35B4-A92A44851F4F}"/>
              </a:ext>
            </a:extLst>
          </p:cNvPr>
          <p:cNvSpPr>
            <a:spLocks noChangeAspect="1"/>
          </p:cNvSpPr>
          <p:nvPr/>
        </p:nvSpPr>
        <p:spPr>
          <a:xfrm>
            <a:off x="9810000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6433C919-2676-9836-DCC4-24029C977170}"/>
              </a:ext>
            </a:extLst>
          </p:cNvPr>
          <p:cNvSpPr>
            <a:spLocks noChangeAspect="1"/>
          </p:cNvSpPr>
          <p:nvPr/>
        </p:nvSpPr>
        <p:spPr>
          <a:xfrm>
            <a:off x="764437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49378473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94E4-485E-4875-9E94-5788FDC9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D3204A-3D82-848B-74DB-39296B73B417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86AEE3EF-F80E-4511-6F5C-C73467323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C5674C12-3ECA-4FD0-30FA-DA2EA65C8ED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0B40970-EDDD-8F19-2EAB-10CFF9CDA9EF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C3737F0D-696E-B52A-A3E6-E57C6DA52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7AF820C-D8D1-AA62-9965-F5978F57BC6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ED04CD5-4FEB-6ABC-778F-CFA40F1D8CF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F907E8BF-6342-2F98-F5D9-F0F3F6389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DBF8D7F-92F6-F9CB-C5B1-D6899F087F1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94318FF-CC41-D456-A45B-1E8047FDF7E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C2FA3FC9-44A0-DC2D-8A93-C7FAFCDC3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A879D6CA-5CE4-C128-9D5F-D8EEDF15B45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E246184-CFEC-EFE9-45C5-19CF48D0E11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B1B4C9D1-1BF2-0FBC-3A18-5C57F8498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56BCE16D-AA55-E3F5-2498-2F36AE6F9F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0C670B3-7C66-B67B-1CC5-2EF35D4D3632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79D380EA-E48D-6A1F-724F-9A4DDD0F4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73BEE60-413A-3A10-1206-61EEDE44A96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14EFC10-FA95-BF6E-445F-11BB9B024DC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B5774FA6-0274-7FD6-A065-A91711C77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8F6175F-FA4C-F7B8-6B80-AB3742CB9FE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BDEF398-5569-57BB-17DA-83F55953AAAF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FA7CFE68-254B-B187-B6E5-DD18BB8C0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6ED429A-472F-D5E9-9C8A-4344330BAA2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0E99E79-2E3D-BE0D-E016-2FAEEB7ACD72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4704A8C9-A60A-DA6E-AD90-6A5371A8B0DF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CF5AE05-BF55-31F8-1C20-2A5C076F0B82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942C55E4-728C-00EE-B65B-CEBD2D615BD8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A8C8775-FA6A-C15C-66D5-470E2B31E844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38AB340-4A33-1228-12B8-CCA2EABFE4B1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331825AA-E9AF-5CAF-6226-92F2DA27AF6C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0F7B3AE-D6FD-10E6-9A33-223989FB8D75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DD738B6-C785-72D2-97B0-34967B16BFF2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056796E-7364-35D9-A988-15E1DC688C5A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595E680-285B-876B-63D2-98A9690A8385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3F905EE-883E-35BF-3CC4-D77022346EA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EE52D85D-62C5-CB55-226F-DE4EFB10674B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4CF072E4-641C-D30A-E639-85007175CC0C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3AF71B8-1E92-B9EF-9550-D9F83B18F4AA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5E2D96C6-03DE-99C6-F56B-6153E545F94E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B4463237-1094-DD0F-CD77-C27237DBF733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A1BAD2B-D4D6-0AE5-B540-6132771DB005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7F0B1B2-7F5C-B0C4-3125-6D0BEF2CE36E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1458513A-FBE0-5E90-26F4-E299B696C379}"/>
              </a:ext>
            </a:extLst>
          </p:cNvPr>
          <p:cNvSpPr>
            <a:spLocks noChangeAspect="1"/>
          </p:cNvSpPr>
          <p:nvPr/>
        </p:nvSpPr>
        <p:spPr>
          <a:xfrm>
            <a:off x="404655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0C5C033-FAD5-126E-B140-9FFF7076A0DF}"/>
              </a:ext>
            </a:extLst>
          </p:cNvPr>
          <p:cNvSpPr>
            <a:spLocks noChangeAspect="1"/>
          </p:cNvSpPr>
          <p:nvPr/>
        </p:nvSpPr>
        <p:spPr>
          <a:xfrm>
            <a:off x="19051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942ACB6-AC0A-DC26-DC6D-3CB17196107C}"/>
              </a:ext>
            </a:extLst>
          </p:cNvPr>
          <p:cNvSpPr>
            <a:spLocks noChangeAspect="1"/>
          </p:cNvSpPr>
          <p:nvPr/>
        </p:nvSpPr>
        <p:spPr>
          <a:xfrm>
            <a:off x="332565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6E5786E-ACA0-A32A-086B-D984F04DD6AD}"/>
              </a:ext>
            </a:extLst>
          </p:cNvPr>
          <p:cNvSpPr>
            <a:spLocks noChangeAspect="1"/>
          </p:cNvSpPr>
          <p:nvPr/>
        </p:nvSpPr>
        <p:spPr>
          <a:xfrm>
            <a:off x="6223876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831020DC-29CF-088E-3CF4-80967B757BE4}"/>
              </a:ext>
            </a:extLst>
          </p:cNvPr>
          <p:cNvSpPr>
            <a:spLocks noChangeAspect="1"/>
          </p:cNvSpPr>
          <p:nvPr/>
        </p:nvSpPr>
        <p:spPr>
          <a:xfrm>
            <a:off x="3324375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9C468B44-7DE9-E1EA-6AF5-B4966BA5FFAA}"/>
              </a:ext>
            </a:extLst>
          </p:cNvPr>
          <p:cNvSpPr>
            <a:spLocks noChangeAspect="1"/>
          </p:cNvSpPr>
          <p:nvPr/>
        </p:nvSpPr>
        <p:spPr>
          <a:xfrm>
            <a:off x="2607825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94A15400-BCAE-2DDA-79E2-C1F6F75EAD86}"/>
              </a:ext>
            </a:extLst>
          </p:cNvPr>
          <p:cNvSpPr>
            <a:spLocks noChangeAspect="1"/>
          </p:cNvSpPr>
          <p:nvPr/>
        </p:nvSpPr>
        <p:spPr>
          <a:xfrm>
            <a:off x="476565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FC9305C2-90CB-94B2-D056-87A6B3E1B99E}"/>
              </a:ext>
            </a:extLst>
          </p:cNvPr>
          <p:cNvSpPr>
            <a:spLocks noChangeAspect="1"/>
          </p:cNvSpPr>
          <p:nvPr/>
        </p:nvSpPr>
        <p:spPr>
          <a:xfrm>
            <a:off x="4052175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3530191-659E-9B16-2CBF-8BDC0A67BD29}"/>
              </a:ext>
            </a:extLst>
          </p:cNvPr>
          <p:cNvSpPr>
            <a:spLocks noChangeAspect="1"/>
          </p:cNvSpPr>
          <p:nvPr/>
        </p:nvSpPr>
        <p:spPr>
          <a:xfrm>
            <a:off x="1171276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5E44B0D-5F56-02E4-498E-DEA96B84B1A6}"/>
              </a:ext>
            </a:extLst>
          </p:cNvPr>
          <p:cNvSpPr>
            <a:spLocks noChangeAspect="1"/>
          </p:cNvSpPr>
          <p:nvPr/>
        </p:nvSpPr>
        <p:spPr>
          <a:xfrm>
            <a:off x="5491725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5D08BC03-1C95-9D56-6F3C-B7F23704C39B}"/>
              </a:ext>
            </a:extLst>
          </p:cNvPr>
          <p:cNvSpPr>
            <a:spLocks noChangeAspect="1"/>
          </p:cNvSpPr>
          <p:nvPr/>
        </p:nvSpPr>
        <p:spPr>
          <a:xfrm>
            <a:off x="2596125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A926FD9C-40C8-EB61-294C-AFF8E66ABB3C}"/>
              </a:ext>
            </a:extLst>
          </p:cNvPr>
          <p:cNvSpPr>
            <a:spLocks noChangeAspect="1"/>
          </p:cNvSpPr>
          <p:nvPr/>
        </p:nvSpPr>
        <p:spPr>
          <a:xfrm>
            <a:off x="620654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8A4F6C32-375F-C8B8-6C20-20559EDCA9E2}"/>
              </a:ext>
            </a:extLst>
          </p:cNvPr>
          <p:cNvSpPr>
            <a:spLocks noChangeAspect="1"/>
          </p:cNvSpPr>
          <p:nvPr/>
        </p:nvSpPr>
        <p:spPr>
          <a:xfrm>
            <a:off x="117344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FE7E5D98-6912-763A-0F02-8D1B28B58E2D}"/>
              </a:ext>
            </a:extLst>
          </p:cNvPr>
          <p:cNvSpPr>
            <a:spLocks noChangeAspect="1"/>
          </p:cNvSpPr>
          <p:nvPr/>
        </p:nvSpPr>
        <p:spPr>
          <a:xfrm>
            <a:off x="189345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AB0C253B-5CF1-9857-9FB6-CA4805D97FCF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DAE85BF-C926-DD4F-CABA-4C5D56D90368}"/>
              </a:ext>
            </a:extLst>
          </p:cNvPr>
          <p:cNvSpPr>
            <a:spLocks noChangeAspect="1"/>
          </p:cNvSpPr>
          <p:nvPr/>
        </p:nvSpPr>
        <p:spPr>
          <a:xfrm>
            <a:off x="40647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FF00FF78-913D-99A3-B45E-EEFD0B07E6E2}"/>
              </a:ext>
            </a:extLst>
          </p:cNvPr>
          <p:cNvSpPr>
            <a:spLocks noChangeAspect="1"/>
          </p:cNvSpPr>
          <p:nvPr/>
        </p:nvSpPr>
        <p:spPr>
          <a:xfrm>
            <a:off x="621674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F9BE0C77-85F4-5625-E253-3D79EAA054E7}"/>
              </a:ext>
            </a:extLst>
          </p:cNvPr>
          <p:cNvSpPr>
            <a:spLocks noChangeAspect="1"/>
          </p:cNvSpPr>
          <p:nvPr/>
        </p:nvSpPr>
        <p:spPr>
          <a:xfrm>
            <a:off x="4093725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A35B77DA-5569-50AB-832B-4321C7FD8C54}"/>
              </a:ext>
            </a:extLst>
          </p:cNvPr>
          <p:cNvSpPr>
            <a:spLocks noChangeAspect="1"/>
          </p:cNvSpPr>
          <p:nvPr/>
        </p:nvSpPr>
        <p:spPr>
          <a:xfrm>
            <a:off x="47600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C7BD79AE-D382-5F7E-6CDA-3A56A690E858}"/>
              </a:ext>
            </a:extLst>
          </p:cNvPr>
          <p:cNvSpPr>
            <a:spLocks noChangeAspect="1"/>
          </p:cNvSpPr>
          <p:nvPr/>
        </p:nvSpPr>
        <p:spPr>
          <a:xfrm>
            <a:off x="1895176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5B57AC49-014C-5126-FD94-B4F1A0006F03}"/>
              </a:ext>
            </a:extLst>
          </p:cNvPr>
          <p:cNvSpPr>
            <a:spLocks noChangeAspect="1"/>
          </p:cNvSpPr>
          <p:nvPr/>
        </p:nvSpPr>
        <p:spPr>
          <a:xfrm>
            <a:off x="11574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823D953D-7D7E-5366-F83D-32D95BE987F4}"/>
              </a:ext>
            </a:extLst>
          </p:cNvPr>
          <p:cNvSpPr>
            <a:spLocks noChangeAspect="1"/>
          </p:cNvSpPr>
          <p:nvPr/>
        </p:nvSpPr>
        <p:spPr>
          <a:xfrm>
            <a:off x="1163923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EB8EED2F-C95F-39B3-ECB3-9148DFF9FFEF}"/>
              </a:ext>
            </a:extLst>
          </p:cNvPr>
          <p:cNvSpPr>
            <a:spLocks noChangeAspect="1"/>
          </p:cNvSpPr>
          <p:nvPr/>
        </p:nvSpPr>
        <p:spPr>
          <a:xfrm>
            <a:off x="2615175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C77CC74F-6D58-924C-74E6-EFDCEF4F221A}"/>
              </a:ext>
            </a:extLst>
          </p:cNvPr>
          <p:cNvSpPr>
            <a:spLocks noChangeAspect="1"/>
          </p:cNvSpPr>
          <p:nvPr/>
        </p:nvSpPr>
        <p:spPr>
          <a:xfrm>
            <a:off x="5483925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FE0DDE3D-6F12-076F-30FB-1511B759BA31}"/>
              </a:ext>
            </a:extLst>
          </p:cNvPr>
          <p:cNvSpPr>
            <a:spLocks noChangeAspect="1"/>
          </p:cNvSpPr>
          <p:nvPr/>
        </p:nvSpPr>
        <p:spPr>
          <a:xfrm>
            <a:off x="3338625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7B0CAB9A-42A6-E12D-2039-B80E1421A23F}"/>
              </a:ext>
            </a:extLst>
          </p:cNvPr>
          <p:cNvSpPr>
            <a:spLocks noChangeAspect="1"/>
          </p:cNvSpPr>
          <p:nvPr/>
        </p:nvSpPr>
        <p:spPr>
          <a:xfrm>
            <a:off x="4764373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1D75C44F-6B19-0AA0-AE33-9AD9837A0E88}"/>
              </a:ext>
            </a:extLst>
          </p:cNvPr>
          <p:cNvSpPr>
            <a:spLocks noChangeAspect="1"/>
          </p:cNvSpPr>
          <p:nvPr/>
        </p:nvSpPr>
        <p:spPr>
          <a:xfrm>
            <a:off x="116782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4491AA5-DA41-4FB1-F08A-446879220839}"/>
              </a:ext>
            </a:extLst>
          </p:cNvPr>
          <p:cNvSpPr>
            <a:spLocks noChangeAspect="1"/>
          </p:cNvSpPr>
          <p:nvPr/>
        </p:nvSpPr>
        <p:spPr>
          <a:xfrm>
            <a:off x="549172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87422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7BB1-AE70-DD70-77DF-F8B96AE6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035AC35-49CA-E65B-62F9-3AA5A83929EE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C9AE45B7-2A12-717F-47A7-E757EC90F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E7B959F-8190-14E6-97A1-CD4503BD41C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E97A2A4-1822-0459-C8E1-531C06F51520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CAFD559B-B5ED-AF16-121A-5246ADAE6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5DA776A8-EFCB-909A-2EE4-7BB88C7668E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7ED7CA0-A67B-24BC-DBE3-1924E2EB6158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875874FB-7ABC-21E2-1AD7-4F2CABBED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D105308-3090-2B26-49C9-041AAA40433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D552E75-ACAC-6A1F-F395-EE07B8B5AFAB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689575A1-CB15-A9CD-0CE8-88EB94B5F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CC43CB8-03A1-5CBC-9ACB-934ADA8D424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478502F-D2AC-0160-44D7-721A0716B824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011F4FF2-A179-578F-5C80-6D297CD15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1F78F57C-9F0F-0D1D-3A59-01D16590AB9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831E588-36EE-830E-D9AF-1BF6C2A3033C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2FD915FA-9D8A-25E6-0C57-65EDF946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1D52DC0B-509D-BEB5-49A4-0DCD3FFCE34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DF1EBA4-8308-8130-4302-68EA66182BD9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6EDBB821-2F76-B42F-1C31-C4F4564B2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139655F-9AC0-9B5B-AD03-78470B19388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3AA082A-2C6E-430E-DE9E-74153BD20D6C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BD55791-F046-BF62-0683-BC92C8CB8116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6CFE119-E891-B2CC-F8BA-742C6B259045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EF2D268-1B8B-2061-DBFC-A63388AB10A7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3A59E20-7F2A-2329-3003-3A20F3886F80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4A9C5EA-749E-883F-D331-78B2BFB8B27F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AD95930-FE3B-36C9-E4FE-88E016805BF0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8446E1C-BA24-9370-4375-21D5BBB4CEC4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D2EABB2-F72A-45E2-13A7-809CE34DEF60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FD84E9D-B898-142A-A9C5-9AD1E218C3F0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E695713-1B98-88ED-3B80-18CCCCDB1C88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664DCE9-0E54-A9A5-1C7C-7D0C566FC89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E1757DF8-3A3E-61CC-1CE5-7D2431505F39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07E5E4D-BCE5-5FC8-DEE0-281C1B502457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1E9463A-193D-1EE4-55A3-05B253EA74BB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D82F51C-24BA-F301-A9CC-1F0125B7490E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C5199433-3B2E-B320-2ACB-5E3AD4033097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50596C2-6CFE-A729-E465-7E3D7128E412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EC12D55-DCDA-481B-785E-D7B95F3CC79C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A5F99105-2334-7E55-484A-7FF5ADFE9898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DA81B75-B0EE-0BA9-EC77-959BA235400C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4A30A4C8-0EE8-574A-D050-74A6B491E3A4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BCFB255C-4E1E-E597-F207-AF5CCC39AB91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2B37265-ED3A-2E5B-A5AF-AF561933BED4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74DBC93B-E047-6EC5-C9F3-FF73C048AB49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93FC078C-0F61-4735-12A7-06B02CD34CC2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3C929ED6-8497-B807-BE47-C9E37C694AEC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8B27E6B-DF48-D0E1-D060-AC14AA8038AE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08AE8105-A653-8EC9-1912-3712D1FAC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B4B7811A-2775-584E-F9CE-D22B696C7AF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DD11290-9909-5BC1-2569-737032D38271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96CBBF76-37EB-FD76-A6B5-0EFBAD3AD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ECE0C17F-4AE1-C6FB-EBE2-DFD7CDCE9EA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F2B8B790-A5B6-6AC6-3794-47CADBF438C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C4781FE7-3114-7EAA-4DF2-63C389D8D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BD18D68-A08B-51B5-0DC9-89F19F366BE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C4DB455-D9CF-7DD9-2FD9-7BDFAA2BCF33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C79FC850-DBAD-BEA4-1826-7F957EAEF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552E3819-3D30-15B5-5409-90A5BA6CB4B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1A49578-5549-A7DD-F1F9-8FB2102B9F9E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F0B28239-53C8-AE8F-6758-BF5848133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8A710A84-F195-1B55-C82C-D3054D1CA6A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816F93D-2981-991B-7BE8-24DFC410881A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587C2144-8392-2B70-2698-DB35F6534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C6F61E85-0C52-1F86-93B1-E6ABC339ACD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9061BB7C-98C9-AADB-85A9-6269D53A419C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46EEE925-A251-4AEB-98CC-CE7FF8E29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C4A0B8EF-A7F7-BBBE-1993-818FDDC4149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FF895480-5E73-68B6-651D-E91BA9EF8F6B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19590CD3-8344-9EEE-81E5-CDE6F6D4E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00713D0A-3310-0DC7-6E5C-1520C4C9AB2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86AA08C0-CC09-974E-A4A6-D36D143DAED9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DA201B69-141B-5729-3C22-0E948D75D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17959BCF-583F-F898-3488-F2AE57A72B2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B0F02B0-EF95-8F7C-AD3C-B585D65A7F2F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914CFF83-4295-D43F-C9BF-DC05775F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DFAB8955-2A1E-AB10-96F0-71404099444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E4C65D34-FBD1-6143-FE50-D09282411638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6BABDADD-6CCD-B9C9-BEE9-FF7A683F1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7031A399-CF53-9EC8-B886-B195B105E2A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902E7C52-BCFA-1628-521D-F1257D6D4B5C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35FFCB36-016B-4B64-195E-FF1BD592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586DF346-D90D-BBE7-A6E9-B970D9B857A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987FD76A-E11D-96A1-8CE6-B013281549B5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A9E4040E-74D9-A414-D1EA-B0EB7AD1C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E31B7BB0-0D75-8C8B-B5EA-103A42FE91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DB10055-DCF1-DE21-F191-1BD3B76DA045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86764EBE-1F49-0C88-EAB2-DEC3973A5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0928770E-B650-E9C7-9809-F3DB7986A8D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F005BC39-5ED9-2B51-4355-809F03CC5E48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2647AEA9-2E96-9105-26C0-A0992353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F54AFF4A-CDD1-378E-050D-0220C042F9D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EA01810F-CC28-7FF9-CED3-A639251F6179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A9B07C97-2485-0187-956D-556F96DDB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D9AB90F5-3FA6-D277-F8BB-76742B4746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D08C8694-EDD4-8FC0-EBA0-A36A465F21EB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850D1C46-4EAE-3BAA-ED88-3316691CF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C32BD88A-CBAD-3406-6F68-2CD9D2A9143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4DEF8622-94C6-08FB-F76C-F2980BA89B6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9A48C43D-C60F-0097-2EF3-D040BFD58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A03D99E7-A588-33A0-4C60-60A8BFA4F7B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98B19BC5-9BB9-A848-97F8-8C00E6F72E44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10E74355-5D3D-DBAF-132A-00EC28AB9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F672EB60-01A3-2663-99B3-D1805F8C367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85E5FC8D-1448-6B6A-4BA9-8456A7215D93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31ED087C-64E5-ADF8-F2CD-1BBCD2ECA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5513CFD1-869E-A06E-E035-9CF74AB71D6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ED576B16-DEC7-C4C4-CBB8-D2C7D96B0B99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43" name="Grafik 142" descr="Mann mit einfarbiger Füllung">
              <a:extLst>
                <a:ext uri="{FF2B5EF4-FFF2-40B4-BE49-F238E27FC236}">
                  <a16:creationId xmlns:a16="http://schemas.microsoft.com/office/drawing/2014/main" id="{45B055AB-1ED0-1943-A018-F75590C09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962EDE28-1669-2426-7EEB-7CB43DA076C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430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63F2-70D4-FB7C-9029-5093A5D7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D083D66-F54C-F02E-61B3-B0FF38AD5364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91076CF5-106D-774C-3A61-AA4B44FD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5080D927-572C-A686-FAE1-9A77AC2431B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6A2CB24-FDD3-E402-F473-110CA267514E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AEE70986-9C68-AA9C-053B-3FE6654C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B33F35F-2BAD-3319-249F-90390FBCEF6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BE63969-0B11-2D1E-D82C-DBFB88C3C61C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3A2D5D80-39AD-0182-7504-86D7F4255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DB74748-480E-E3FC-7067-425199840CA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3CA6883-A91E-C279-2534-F6EA3E07CBC4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B94B1639-8445-EAAC-F431-E94DF5252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55AFF7D-DF62-E26C-C124-D57BACBA2C1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7FC5F5F-B706-9F3C-C4D2-9EF9B650D301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FB0E4FF6-1FD2-B32B-5041-05C444EB6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1632FAFC-359A-9FC4-5301-CC9ADCBF62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76A4693-7254-1646-CB61-BE2C8E1131D2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F7CFE434-99FA-662A-0195-4B3192EBB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9AA28EF9-BD7B-0AB0-FAD3-FC0EE8516AF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9912155-D1BB-567D-7977-7B5C5F13A142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06118843-B9F9-83BD-EBAC-2D5747618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5BC03C71-95DD-E989-8F91-31F21D9E768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CEDE004-F9F0-4CFD-0B28-1246DF8C3FB2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85B18B6-29B3-215C-96FB-FF6677CAFAAB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E826247-2DDA-32EF-BBEB-8CBCCA8C699E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296B0CD-7FFD-ADB1-203D-3B01BC908DDD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F3EDB23-4865-0D30-B58D-E86035B7F665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C2BB1CB-346E-28FF-7BEE-245C45A56397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B72E448-996C-147A-625A-9CAB993E537D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312DF265-0874-3372-DB40-2A21277886F6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9AEA0D7-7B47-E51A-4CB5-2E7AFD219407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7615217-7B6A-1E1D-96F7-6673DE61280B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4D96A3D-3CC6-36B6-4756-CBB68C1B754B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AF1A4F6-6C2B-3A34-FBD7-5F34CAD48097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A70B8A5-9334-BA5C-1AEE-D39911978925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C3BEEAD-2CBF-942F-ECA3-A6D150D98E4E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3C637C2-283C-4E66-5EFA-4913DA3C5D18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7BCB86B-89DA-497D-331D-1F5613FE3E43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FA67A877-12D9-A1EB-7B8B-416038441702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4CBF722-9819-7EDE-07B5-BE7D9603D556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74871C4-3E02-13DE-DEAE-0FB4F8CADEDD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939731C8-B020-196F-CA8D-7C2D201ABDB0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91FEC08-E5AC-0921-9659-93D446F3C582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279C421-3307-59A7-B1CD-93D76A0BC3AB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E78E389-CA5A-E7CA-0181-5A0E430E2B2B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28DDAB8-2B7A-DDFA-F928-8B3B48F13FB3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74A691A9-47BC-FF05-ECEE-6742EFA62BA3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3F9E1D5B-EFB7-946B-3C33-DDA4EB42AD31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F20141EA-7032-BA96-9D09-CD7D8E370BE7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CFF7679-F40E-AD59-D9FF-D5179BD30F7C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4EEBC4EB-17A3-BAE5-2B05-4AB8F4D77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6DBE42B3-9B4F-DD2C-1EB0-F5148C82764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376021D-4C91-AFCC-624C-D1544934CE32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9E1A3767-FA58-79FB-ACA7-7F6BC09E6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B2216B70-8458-F1EB-24F1-A52C4698928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E27838FF-93FE-B5A4-4502-EF14D6FA7ACB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347A8CAC-051A-43AC-B132-760F6451E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375A542-D824-127F-D375-566DE3A4165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C5062B2-1BD0-085C-4C38-EDB11F9AE45C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FCD39BD7-944C-A03A-9009-9B00CBA94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4CF8CA06-4224-F57E-F9DE-94BA197455A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B605D2B3-B55F-5040-AEE3-D0A9EF8DC81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D2FAC24F-47D8-0BB3-EED3-24AEEB0FA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6F9CC013-5B55-C962-EDBC-A745E5A3489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DDE52E7B-4AD1-1951-9317-12A93EEAAFFE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46EE87FC-ED12-8C05-58F7-AD83D6E5D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C11EC69C-78CD-F0D1-9A8D-FA1A9D2D7DB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06977F31-15A2-AD51-45E2-4CB1D3F3BF94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FBDF80EB-B441-6503-8A97-F3960D79B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BA659DDD-E630-C3DC-F1C5-8C51BBEB2ED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45F72202-5334-3485-614F-C810DF027E7A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C6DC3F0B-0FC4-0D0A-EEE4-6D2541383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54EA2917-5845-614E-DFCD-7A1062B699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4A17AE3A-00EF-1580-B720-F7B19889E69D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DF641669-7B51-6AD3-D228-46B00AAB6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9185E25D-87F7-0497-116A-D4BB40DD6A8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F09E4439-9BC8-05FE-BDDF-99808862F083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F68F94FD-65CF-897F-32C9-834265824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58F3F154-7D64-1C01-A8EC-3FE0A2D4814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B81A2DFD-7FC5-C309-7083-E7F36EAC43F2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836CE459-7D07-ADD5-DCD0-C1348CFD5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F54C49D6-3241-D452-B9F0-AE3BE61525E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334C2A2-71AF-7BEF-CD1B-62B92D9FA92E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97A0054C-9F11-B71C-7E4E-27A9E7741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66013F6E-ECE0-3275-F33D-0DFCBF21359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0D9DC9F3-5348-CB0B-4007-30AD56B1CB14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1B4A1149-4EEC-D72E-F58A-A9D183385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E06128D3-8DF9-AEB8-91FA-63F487690A3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BB366D2-7A18-DC73-79FC-33BCBFFB8711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4B0F3DA7-DEF0-0D9C-FA54-5591D3F19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6BFE9E79-1053-977C-E3C1-C3E1A0EA40B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DFEA893D-EC74-D17D-9A19-48478DAAAD5F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BC51BA32-5324-FFE7-1F0D-C74F8848E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4649E711-FEB4-30B5-0CAA-FCFDC35B50F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0FB29058-B32E-92A6-F582-E561084C347C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BCA81914-1167-CB29-DBA6-BB08585B2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16960961-59F8-CE59-A09D-AA2CC6FCC7D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F68FBC54-FE6A-1EB3-771D-EE0A8FCBC420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4DEB38C8-20FA-6297-154F-4E286D638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0813B857-8C24-464C-5AC1-5226DE685F6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E8A4DA29-2E9D-66A1-A6ED-827C7202BB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D2710168-62DB-7E03-0C9E-D2B7B433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F111E367-83E9-817B-A71E-9565182B79B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16F3DA54-F093-DE4C-09A0-68D366CEE08E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657578B6-BC66-02F9-CC43-2B8331EB8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EBA47D91-4D95-E0F4-ABE0-9AD83EE52AC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E56A7275-9906-640B-E068-87B74542AFFF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A31D8D50-9FF6-C0FD-FC88-AF987029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CB5C08E4-EE25-E978-A90F-1E8BBC5E131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F75140F0-3228-C419-DF2E-F77EB4D2B03D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43" name="Grafik 142" descr="Mann mit einfarbiger Füllung">
              <a:extLst>
                <a:ext uri="{FF2B5EF4-FFF2-40B4-BE49-F238E27FC236}">
                  <a16:creationId xmlns:a16="http://schemas.microsoft.com/office/drawing/2014/main" id="{D0D6ABFB-4056-146C-F4D8-558086A68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E8ECAE43-2B74-84DA-499B-8E846F41165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0A983B45-E9BF-B209-01D9-9279FBE5C9E4}"/>
              </a:ext>
            </a:extLst>
          </p:cNvPr>
          <p:cNvSpPr txBox="1">
            <a:spLocks/>
          </p:cNvSpPr>
          <p:nvPr/>
        </p:nvSpPr>
        <p:spPr>
          <a:xfrm>
            <a:off x="7058027" y="649050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(A) = (1 0 1 1 1 0 0 1)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0AEBB0E-2B76-B86E-7FF9-FF9C66A86F81}"/>
              </a:ext>
            </a:extLst>
          </p:cNvPr>
          <p:cNvSpPr txBox="1">
            <a:spLocks/>
          </p:cNvSpPr>
          <p:nvPr/>
        </p:nvSpPr>
        <p:spPr>
          <a:xfrm>
            <a:off x="7058027" y="1334829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(B) = (0 1 0 0 1 0 1 0)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FF5E8354-DCF0-346D-6563-35D2BB3BEE49}"/>
              </a:ext>
            </a:extLst>
          </p:cNvPr>
          <p:cNvSpPr txBox="1">
            <a:spLocks/>
          </p:cNvSpPr>
          <p:nvPr/>
        </p:nvSpPr>
        <p:spPr>
          <a:xfrm>
            <a:off x="7058027" y="2049204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(C) = (1 1 0 0 0 0 0 1)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8DD6BA08-41CA-CBB0-648F-4FF7EBFE5E00}"/>
              </a:ext>
            </a:extLst>
          </p:cNvPr>
          <p:cNvSpPr txBox="1">
            <a:spLocks/>
          </p:cNvSpPr>
          <p:nvPr/>
        </p:nvSpPr>
        <p:spPr>
          <a:xfrm>
            <a:off x="7058027" y="2768004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(D) = (0 0 0 1 0 0 1 1)</a:t>
            </a:r>
          </a:p>
        </p:txBody>
      </p:sp>
      <p:sp>
        <p:nvSpPr>
          <p:cNvPr id="38" name="Titel 1">
            <a:extLst>
              <a:ext uri="{FF2B5EF4-FFF2-40B4-BE49-F238E27FC236}">
                <a16:creationId xmlns:a16="http://schemas.microsoft.com/office/drawing/2014/main" id="{DBB35C16-7A00-DC93-62BB-5D088584F253}"/>
              </a:ext>
            </a:extLst>
          </p:cNvPr>
          <p:cNvSpPr txBox="1">
            <a:spLocks/>
          </p:cNvSpPr>
          <p:nvPr/>
        </p:nvSpPr>
        <p:spPr>
          <a:xfrm>
            <a:off x="7058027" y="3491904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(E) = (1 0 1 0 1 1 0 0)</a:t>
            </a:r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37241C26-0989-C6C6-8DE0-7826F1C5958A}"/>
              </a:ext>
            </a:extLst>
          </p:cNvPr>
          <p:cNvSpPr txBox="1">
            <a:spLocks/>
          </p:cNvSpPr>
          <p:nvPr/>
        </p:nvSpPr>
        <p:spPr>
          <a:xfrm>
            <a:off x="7058027" y="4227794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(F) = (0 1 0 1 0 1 0 0)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05C96F9-B037-4F16-B5C3-4EC3C012745A}"/>
              </a:ext>
            </a:extLst>
          </p:cNvPr>
          <p:cNvSpPr txBox="1">
            <a:spLocks/>
          </p:cNvSpPr>
          <p:nvPr/>
        </p:nvSpPr>
        <p:spPr>
          <a:xfrm>
            <a:off x="7048501" y="4977804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(G) = (0 0 1 0 1 0 1 1)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EEC41C3F-7E9E-E5D9-B629-018497D74C9A}"/>
              </a:ext>
            </a:extLst>
          </p:cNvPr>
          <p:cNvSpPr txBox="1">
            <a:spLocks/>
          </p:cNvSpPr>
          <p:nvPr/>
        </p:nvSpPr>
        <p:spPr>
          <a:xfrm>
            <a:off x="7058027" y="5658734"/>
            <a:ext cx="432000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AbdBits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(H) = (0 0 0 0 1 1 1 0)</a:t>
            </a:r>
          </a:p>
        </p:txBody>
      </p:sp>
    </p:spTree>
    <p:extLst>
      <p:ext uri="{BB962C8B-B14F-4D97-AF65-F5344CB8AC3E}">
        <p14:creationId xmlns:p14="http://schemas.microsoft.com/office/powerpoint/2010/main" val="31054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2BD7-8C57-C02C-0F35-4AC1FCC9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DC640-1554-3B5A-C0B3-A3DDE49C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148" y="1584325"/>
            <a:ext cx="4800601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Bottom Up</a:t>
            </a:r>
          </a:p>
        </p:txBody>
      </p:sp>
    </p:spTree>
    <p:extLst>
      <p:ext uri="{BB962C8B-B14F-4D97-AF65-F5344CB8AC3E}">
        <p14:creationId xmlns:p14="http://schemas.microsoft.com/office/powerpoint/2010/main" val="336660705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7ECA-6A1C-E1C0-24C6-F2CA2C30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026A566-CB53-16B1-B730-FF59182F35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1.) Starte mit unären Kandidaten </a:t>
                </a:r>
                <a14:m>
                  <m:oMath xmlns:m="http://schemas.openxmlformats.org/officeDocument/2006/math">
                    <m:r>
                      <a:rPr lang="de-DE" sz="4000" b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DE" sz="40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sz="4000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2.) Generiere Kandidaten </a:t>
                </a:r>
                <a14:m>
                  <m:oMath xmlns:m="http://schemas.openxmlformats.org/officeDocument/2006/math"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𝐧𝐮𝐫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𝐰𝐞𝐧𝐧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de-DE" sz="40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sz="4000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invalide sind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026A566-CB53-16B1-B730-FF59182F3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F38DE6E3-00A4-9DF5-2030-A5B5228F6C46}"/>
              </a:ext>
            </a:extLst>
          </p:cNvPr>
          <p:cNvSpPr>
            <a:spLocks/>
          </p:cNvSpPr>
          <p:nvPr/>
        </p:nvSpPr>
        <p:spPr>
          <a:xfrm flipV="1">
            <a:off x="5038723" y="4200523"/>
            <a:ext cx="1800000" cy="1620000"/>
          </a:xfrm>
          <a:prstGeom prst="down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710425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Ellipse 4">
            <a:extLst>
              <a:ext uri="{FF2B5EF4-FFF2-40B4-BE49-F238E27FC236}">
                <a16:creationId xmlns:a16="http://schemas.microsoft.com/office/drawing/2014/main" id="{8E08612F-388F-F854-7742-5DB82387B97F}"/>
              </a:ext>
            </a:extLst>
          </p:cNvPr>
          <p:cNvSpPr/>
          <p:nvPr/>
        </p:nvSpPr>
        <p:spPr>
          <a:xfrm>
            <a:off x="50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!!Ellipse 7">
            <a:extLst>
              <a:ext uri="{FF2B5EF4-FFF2-40B4-BE49-F238E27FC236}">
                <a16:creationId xmlns:a16="http://schemas.microsoft.com/office/drawing/2014/main" id="{473F4763-194F-2163-0BE1-2C89B06AE490}"/>
              </a:ext>
            </a:extLst>
          </p:cNvPr>
          <p:cNvSpPr/>
          <p:nvPr/>
        </p:nvSpPr>
        <p:spPr>
          <a:xfrm>
            <a:off x="194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!!Ellipse 8">
            <a:extLst>
              <a:ext uri="{FF2B5EF4-FFF2-40B4-BE49-F238E27FC236}">
                <a16:creationId xmlns:a16="http://schemas.microsoft.com/office/drawing/2014/main" id="{16AEAEE5-5348-ED2E-478C-ECEF6D852927}"/>
              </a:ext>
            </a:extLst>
          </p:cNvPr>
          <p:cNvSpPr/>
          <p:nvPr/>
        </p:nvSpPr>
        <p:spPr>
          <a:xfrm>
            <a:off x="338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0B11C6CA-785B-3E6E-2BD1-E3D8C7E27BCA}"/>
              </a:ext>
            </a:extLst>
          </p:cNvPr>
          <p:cNvSpPr/>
          <p:nvPr/>
        </p:nvSpPr>
        <p:spPr>
          <a:xfrm>
            <a:off x="482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!!Ellipse 10">
            <a:extLst>
              <a:ext uri="{FF2B5EF4-FFF2-40B4-BE49-F238E27FC236}">
                <a16:creationId xmlns:a16="http://schemas.microsoft.com/office/drawing/2014/main" id="{E556BEC8-F228-2CC1-BFD3-5671F0CD418A}"/>
              </a:ext>
            </a:extLst>
          </p:cNvPr>
          <p:cNvSpPr/>
          <p:nvPr/>
        </p:nvSpPr>
        <p:spPr>
          <a:xfrm>
            <a:off x="626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" name="!!Ellipse 11">
            <a:extLst>
              <a:ext uri="{FF2B5EF4-FFF2-40B4-BE49-F238E27FC236}">
                <a16:creationId xmlns:a16="http://schemas.microsoft.com/office/drawing/2014/main" id="{DD6D2EBE-7B7E-D6DA-CAEF-05D2C9EF0EEE}"/>
              </a:ext>
            </a:extLst>
          </p:cNvPr>
          <p:cNvSpPr/>
          <p:nvPr/>
        </p:nvSpPr>
        <p:spPr>
          <a:xfrm>
            <a:off x="770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" name="!!Ellipse 12">
            <a:extLst>
              <a:ext uri="{FF2B5EF4-FFF2-40B4-BE49-F238E27FC236}">
                <a16:creationId xmlns:a16="http://schemas.microsoft.com/office/drawing/2014/main" id="{83A3FFDE-CF02-BF1E-A53B-27C34E07B178}"/>
              </a:ext>
            </a:extLst>
          </p:cNvPr>
          <p:cNvSpPr/>
          <p:nvPr/>
        </p:nvSpPr>
        <p:spPr>
          <a:xfrm>
            <a:off x="914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A331DCF8-BAD2-F9C7-6A66-EFBA6B9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1:</a:t>
            </a:r>
          </a:p>
        </p:txBody>
      </p:sp>
      <p:sp>
        <p:nvSpPr>
          <p:cNvPr id="19" name="!!Ellipse 18">
            <a:extLst>
              <a:ext uri="{FF2B5EF4-FFF2-40B4-BE49-F238E27FC236}">
                <a16:creationId xmlns:a16="http://schemas.microsoft.com/office/drawing/2014/main" id="{BC740497-53A3-D749-E1ED-5892FF42938F}"/>
              </a:ext>
            </a:extLst>
          </p:cNvPr>
          <p:cNvSpPr/>
          <p:nvPr/>
        </p:nvSpPr>
        <p:spPr>
          <a:xfrm>
            <a:off x="1058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67986005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19B7-6F92-A36E-21FF-1064BA48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Ellipse 4">
            <a:extLst>
              <a:ext uri="{FF2B5EF4-FFF2-40B4-BE49-F238E27FC236}">
                <a16:creationId xmlns:a16="http://schemas.microsoft.com/office/drawing/2014/main" id="{C8487834-0528-8726-5C66-D619647DB906}"/>
              </a:ext>
            </a:extLst>
          </p:cNvPr>
          <p:cNvSpPr/>
          <p:nvPr/>
        </p:nvSpPr>
        <p:spPr>
          <a:xfrm>
            <a:off x="50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!!Ellipse 7">
            <a:extLst>
              <a:ext uri="{FF2B5EF4-FFF2-40B4-BE49-F238E27FC236}">
                <a16:creationId xmlns:a16="http://schemas.microsoft.com/office/drawing/2014/main" id="{B1288923-21B8-8701-CD70-FCBD74410022}"/>
              </a:ext>
            </a:extLst>
          </p:cNvPr>
          <p:cNvSpPr/>
          <p:nvPr/>
        </p:nvSpPr>
        <p:spPr>
          <a:xfrm>
            <a:off x="194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!!Ellipse 8">
            <a:extLst>
              <a:ext uri="{FF2B5EF4-FFF2-40B4-BE49-F238E27FC236}">
                <a16:creationId xmlns:a16="http://schemas.microsoft.com/office/drawing/2014/main" id="{C7375351-91DB-83E9-765A-CAAAEC96254B}"/>
              </a:ext>
            </a:extLst>
          </p:cNvPr>
          <p:cNvSpPr/>
          <p:nvPr/>
        </p:nvSpPr>
        <p:spPr>
          <a:xfrm>
            <a:off x="338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07358E4B-34EC-480A-B19D-698F19E152DB}"/>
              </a:ext>
            </a:extLst>
          </p:cNvPr>
          <p:cNvSpPr/>
          <p:nvPr/>
        </p:nvSpPr>
        <p:spPr>
          <a:xfrm>
            <a:off x="482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!!Ellipse 10">
            <a:extLst>
              <a:ext uri="{FF2B5EF4-FFF2-40B4-BE49-F238E27FC236}">
                <a16:creationId xmlns:a16="http://schemas.microsoft.com/office/drawing/2014/main" id="{1C8EC121-B0B0-EF33-5C77-D4CB54E1B0EA}"/>
              </a:ext>
            </a:extLst>
          </p:cNvPr>
          <p:cNvSpPr/>
          <p:nvPr/>
        </p:nvSpPr>
        <p:spPr>
          <a:xfrm>
            <a:off x="626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!!Ellipse 11">
            <a:extLst>
              <a:ext uri="{FF2B5EF4-FFF2-40B4-BE49-F238E27FC236}">
                <a16:creationId xmlns:a16="http://schemas.microsoft.com/office/drawing/2014/main" id="{58069014-0844-AC2D-ECF1-66D4D28ED1A7}"/>
              </a:ext>
            </a:extLst>
          </p:cNvPr>
          <p:cNvSpPr/>
          <p:nvPr/>
        </p:nvSpPr>
        <p:spPr>
          <a:xfrm>
            <a:off x="770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!!Ellipse 12">
            <a:extLst>
              <a:ext uri="{FF2B5EF4-FFF2-40B4-BE49-F238E27FC236}">
                <a16:creationId xmlns:a16="http://schemas.microsoft.com/office/drawing/2014/main" id="{F61ACC24-5C31-1067-7275-BC25C564823A}"/>
              </a:ext>
            </a:extLst>
          </p:cNvPr>
          <p:cNvSpPr/>
          <p:nvPr/>
        </p:nvSpPr>
        <p:spPr>
          <a:xfrm>
            <a:off x="914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D8965BE7-8341-C288-BCF0-46F6C972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1:</a:t>
            </a:r>
          </a:p>
        </p:txBody>
      </p:sp>
      <p:sp>
        <p:nvSpPr>
          <p:cNvPr id="19" name="!!Ellipse 18">
            <a:extLst>
              <a:ext uri="{FF2B5EF4-FFF2-40B4-BE49-F238E27FC236}">
                <a16:creationId xmlns:a16="http://schemas.microsoft.com/office/drawing/2014/main" id="{6EED65A6-627F-E035-9D13-20650B3FE235}"/>
              </a:ext>
            </a:extLst>
          </p:cNvPr>
          <p:cNvSpPr/>
          <p:nvPr/>
        </p:nvSpPr>
        <p:spPr>
          <a:xfrm>
            <a:off x="10582240" y="2759600"/>
            <a:ext cx="108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D5FDE8-1940-2974-599F-2B9565CCCCE6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</p:spTree>
    <p:extLst>
      <p:ext uri="{BB962C8B-B14F-4D97-AF65-F5344CB8AC3E}">
        <p14:creationId xmlns:p14="http://schemas.microsoft.com/office/powerpoint/2010/main" val="3919153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9DD3-F1F4-4636-3120-5C212FDE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Ellipse 4">
            <a:extLst>
              <a:ext uri="{FF2B5EF4-FFF2-40B4-BE49-F238E27FC236}">
                <a16:creationId xmlns:a16="http://schemas.microsoft.com/office/drawing/2014/main" id="{9EE2C94F-0C8A-53BC-1FE3-060A7266A822}"/>
              </a:ext>
            </a:extLst>
          </p:cNvPr>
          <p:cNvSpPr/>
          <p:nvPr/>
        </p:nvSpPr>
        <p:spPr>
          <a:xfrm>
            <a:off x="50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!!Ellipse 7">
            <a:extLst>
              <a:ext uri="{FF2B5EF4-FFF2-40B4-BE49-F238E27FC236}">
                <a16:creationId xmlns:a16="http://schemas.microsoft.com/office/drawing/2014/main" id="{8EB4E876-D63E-D07C-FF86-88CE6920392D}"/>
              </a:ext>
            </a:extLst>
          </p:cNvPr>
          <p:cNvSpPr/>
          <p:nvPr/>
        </p:nvSpPr>
        <p:spPr>
          <a:xfrm>
            <a:off x="194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!!Ellipse 8">
            <a:extLst>
              <a:ext uri="{FF2B5EF4-FFF2-40B4-BE49-F238E27FC236}">
                <a16:creationId xmlns:a16="http://schemas.microsoft.com/office/drawing/2014/main" id="{EE9124BF-2F8C-44F8-02C2-F319BCD55BAA}"/>
              </a:ext>
            </a:extLst>
          </p:cNvPr>
          <p:cNvSpPr/>
          <p:nvPr/>
        </p:nvSpPr>
        <p:spPr>
          <a:xfrm>
            <a:off x="338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70E650DE-0BA4-D775-95C3-DBCEECB99736}"/>
              </a:ext>
            </a:extLst>
          </p:cNvPr>
          <p:cNvSpPr/>
          <p:nvPr/>
        </p:nvSpPr>
        <p:spPr>
          <a:xfrm>
            <a:off x="482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!!Ellipse 10">
            <a:extLst>
              <a:ext uri="{FF2B5EF4-FFF2-40B4-BE49-F238E27FC236}">
                <a16:creationId xmlns:a16="http://schemas.microsoft.com/office/drawing/2014/main" id="{546605EE-7789-0D73-B7D9-85FCD3185FB5}"/>
              </a:ext>
            </a:extLst>
          </p:cNvPr>
          <p:cNvSpPr/>
          <p:nvPr/>
        </p:nvSpPr>
        <p:spPr>
          <a:xfrm>
            <a:off x="626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!!Ellipse 11">
            <a:extLst>
              <a:ext uri="{FF2B5EF4-FFF2-40B4-BE49-F238E27FC236}">
                <a16:creationId xmlns:a16="http://schemas.microsoft.com/office/drawing/2014/main" id="{C3CB7118-5C91-2A34-AF33-E8660288B06E}"/>
              </a:ext>
            </a:extLst>
          </p:cNvPr>
          <p:cNvSpPr/>
          <p:nvPr/>
        </p:nvSpPr>
        <p:spPr>
          <a:xfrm>
            <a:off x="770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!!Ellipse 12">
            <a:extLst>
              <a:ext uri="{FF2B5EF4-FFF2-40B4-BE49-F238E27FC236}">
                <a16:creationId xmlns:a16="http://schemas.microsoft.com/office/drawing/2014/main" id="{69189E20-DDFF-56DF-BE9B-58EE7D60D688}"/>
              </a:ext>
            </a:extLst>
          </p:cNvPr>
          <p:cNvSpPr/>
          <p:nvPr/>
        </p:nvSpPr>
        <p:spPr>
          <a:xfrm>
            <a:off x="914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A7683FC4-7C9F-96EE-2500-00328F0D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1:</a:t>
            </a:r>
          </a:p>
        </p:txBody>
      </p:sp>
      <p:sp>
        <p:nvSpPr>
          <p:cNvPr id="19" name="!!Ellipse 18">
            <a:extLst>
              <a:ext uri="{FF2B5EF4-FFF2-40B4-BE49-F238E27FC236}">
                <a16:creationId xmlns:a16="http://schemas.microsoft.com/office/drawing/2014/main" id="{D763B28F-6221-3511-D072-48BCAAA5EA7D}"/>
              </a:ext>
            </a:extLst>
          </p:cNvPr>
          <p:cNvSpPr/>
          <p:nvPr/>
        </p:nvSpPr>
        <p:spPr>
          <a:xfrm>
            <a:off x="10582240" y="275960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7639D0-C020-E3C3-7983-7338BD3915D2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C7A0340-98EB-2004-CA4E-2EB89E2BBE8F}"/>
              </a:ext>
            </a:extLst>
          </p:cNvPr>
          <p:cNvGrpSpPr/>
          <p:nvPr/>
        </p:nvGrpSpPr>
        <p:grpSpPr>
          <a:xfrm>
            <a:off x="1200229" y="2579600"/>
            <a:ext cx="540000" cy="540000"/>
            <a:chOff x="1048950" y="618723"/>
            <a:chExt cx="5400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7359DB4-5FAA-ED09-14C6-762516020E4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0DC11D1A-3291-8ABC-0289-1BFD89FCF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FDF91B8-D61C-AA62-DE47-43DA9A1E4F1E}"/>
              </a:ext>
            </a:extLst>
          </p:cNvPr>
          <p:cNvGrpSpPr/>
          <p:nvPr/>
        </p:nvGrpSpPr>
        <p:grpSpPr>
          <a:xfrm>
            <a:off x="2662240" y="2579600"/>
            <a:ext cx="540000" cy="540000"/>
            <a:chOff x="1048950" y="618723"/>
            <a:chExt cx="5400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D059400-3216-43B0-5AA5-1ECB4DA87CD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8DA9286-A03B-2E77-4655-A08EC6433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FB31112-ED7F-5075-D153-C4101F576F25}"/>
              </a:ext>
            </a:extLst>
          </p:cNvPr>
          <p:cNvGrpSpPr/>
          <p:nvPr/>
        </p:nvGrpSpPr>
        <p:grpSpPr>
          <a:xfrm>
            <a:off x="4077254" y="2579600"/>
            <a:ext cx="540000" cy="540000"/>
            <a:chOff x="1048950" y="618723"/>
            <a:chExt cx="540000" cy="540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758D07AF-C8F0-F9B6-9644-663FA48098D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B9975BAF-2886-50E2-D967-83971EB38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BA45EB3-8665-DD6F-516B-6FC51233FC50}"/>
              </a:ext>
            </a:extLst>
          </p:cNvPr>
          <p:cNvGrpSpPr/>
          <p:nvPr/>
        </p:nvGrpSpPr>
        <p:grpSpPr>
          <a:xfrm>
            <a:off x="5518432" y="2588348"/>
            <a:ext cx="540000" cy="54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A74EF59-721A-AB4E-AB41-E567D9DB59C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B42E342E-4C2C-92B5-D05C-FC4145A80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089291DB-5D5E-7C3F-A07A-B17015AF4B65}"/>
              </a:ext>
            </a:extLst>
          </p:cNvPr>
          <p:cNvGrpSpPr/>
          <p:nvPr/>
        </p:nvGrpSpPr>
        <p:grpSpPr>
          <a:xfrm>
            <a:off x="6959610" y="2588348"/>
            <a:ext cx="540000" cy="540000"/>
            <a:chOff x="1048950" y="618723"/>
            <a:chExt cx="540000" cy="540000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FAA38E3E-F6A1-62F9-4C45-5C534DA1CFE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95D63AB7-5BD2-9894-816D-C7E80A3C5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C7E2FC1-8DA1-537E-778E-BF79F80B03B1}"/>
              </a:ext>
            </a:extLst>
          </p:cNvPr>
          <p:cNvGrpSpPr/>
          <p:nvPr/>
        </p:nvGrpSpPr>
        <p:grpSpPr>
          <a:xfrm>
            <a:off x="8400788" y="2579600"/>
            <a:ext cx="540000" cy="540000"/>
            <a:chOff x="1048950" y="618723"/>
            <a:chExt cx="540000" cy="540000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776667D6-3139-741F-ED80-3D0471FF9F3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ED428639-7942-E11E-0C92-893B149B4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5000DDFE-5401-DE2E-5464-731A074AF965}"/>
              </a:ext>
            </a:extLst>
          </p:cNvPr>
          <p:cNvGrpSpPr/>
          <p:nvPr/>
        </p:nvGrpSpPr>
        <p:grpSpPr>
          <a:xfrm>
            <a:off x="9841966" y="2579600"/>
            <a:ext cx="540000" cy="540000"/>
            <a:chOff x="1048950" y="618723"/>
            <a:chExt cx="540000" cy="54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86244E5-31ED-DA6C-35DB-70392E20F9E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2E9D67CA-F786-8F20-893A-E1AF35E4D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4FC2918E-237E-C64C-566B-FF201F26EB9D}"/>
              </a:ext>
            </a:extLst>
          </p:cNvPr>
          <p:cNvGrpSpPr/>
          <p:nvPr/>
        </p:nvGrpSpPr>
        <p:grpSpPr>
          <a:xfrm>
            <a:off x="11315223" y="2579600"/>
            <a:ext cx="540000" cy="540000"/>
            <a:chOff x="1048950" y="618723"/>
            <a:chExt cx="540000" cy="540000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714127B3-A282-4B43-EB72-C4A31B0917A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59EC726E-4A4F-D831-15C0-D07B820C8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6" name="Titel 1">
            <a:extLst>
              <a:ext uri="{FF2B5EF4-FFF2-40B4-BE49-F238E27FC236}">
                <a16:creationId xmlns:a16="http://schemas.microsoft.com/office/drawing/2014/main" id="{FABFD974-4585-A591-C7EA-2798F9AEB93D}"/>
              </a:ext>
            </a:extLst>
          </p:cNvPr>
          <p:cNvSpPr txBox="1">
            <a:spLocks/>
          </p:cNvSpPr>
          <p:nvPr/>
        </p:nvSpPr>
        <p:spPr>
          <a:xfrm>
            <a:off x="126457" y="3822160"/>
            <a:ext cx="11933463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Kein Valider Knoten also wird die nächste Ebene betrachtet!</a:t>
            </a:r>
          </a:p>
        </p:txBody>
      </p:sp>
    </p:spTree>
    <p:extLst>
      <p:ext uri="{BB962C8B-B14F-4D97-AF65-F5344CB8AC3E}">
        <p14:creationId xmlns:p14="http://schemas.microsoft.com/office/powerpoint/2010/main" val="134038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F72E-214D-D9DE-1D05-FB91B22B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Ellipse 4">
            <a:extLst>
              <a:ext uri="{FF2B5EF4-FFF2-40B4-BE49-F238E27FC236}">
                <a16:creationId xmlns:a16="http://schemas.microsoft.com/office/drawing/2014/main" id="{904CEDFB-10B3-E3E8-D0A6-81FDD9C54165}"/>
              </a:ext>
            </a:extLst>
          </p:cNvPr>
          <p:cNvSpPr/>
          <p:nvPr/>
        </p:nvSpPr>
        <p:spPr>
          <a:xfrm>
            <a:off x="5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!!Ellipse 7">
            <a:extLst>
              <a:ext uri="{FF2B5EF4-FFF2-40B4-BE49-F238E27FC236}">
                <a16:creationId xmlns:a16="http://schemas.microsoft.com/office/drawing/2014/main" id="{379CC8E8-11B3-E9FB-F4FB-E305E32E6126}"/>
              </a:ext>
            </a:extLst>
          </p:cNvPr>
          <p:cNvSpPr/>
          <p:nvPr/>
        </p:nvSpPr>
        <p:spPr>
          <a:xfrm>
            <a:off x="19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!!Ellipse 8">
            <a:extLst>
              <a:ext uri="{FF2B5EF4-FFF2-40B4-BE49-F238E27FC236}">
                <a16:creationId xmlns:a16="http://schemas.microsoft.com/office/drawing/2014/main" id="{A924CB39-2209-5AA8-E4F9-1A4919E753E5}"/>
              </a:ext>
            </a:extLst>
          </p:cNvPr>
          <p:cNvSpPr/>
          <p:nvPr/>
        </p:nvSpPr>
        <p:spPr>
          <a:xfrm>
            <a:off x="33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98D149A4-921F-824A-3B70-130AC6A9F956}"/>
              </a:ext>
            </a:extLst>
          </p:cNvPr>
          <p:cNvSpPr/>
          <p:nvPr/>
        </p:nvSpPr>
        <p:spPr>
          <a:xfrm>
            <a:off x="482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!!Ellipse 10">
            <a:extLst>
              <a:ext uri="{FF2B5EF4-FFF2-40B4-BE49-F238E27FC236}">
                <a16:creationId xmlns:a16="http://schemas.microsoft.com/office/drawing/2014/main" id="{86163571-7D87-4661-06C0-49C7297E1153}"/>
              </a:ext>
            </a:extLst>
          </p:cNvPr>
          <p:cNvSpPr/>
          <p:nvPr/>
        </p:nvSpPr>
        <p:spPr>
          <a:xfrm>
            <a:off x="626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" name="!!Ellipse 11">
            <a:extLst>
              <a:ext uri="{FF2B5EF4-FFF2-40B4-BE49-F238E27FC236}">
                <a16:creationId xmlns:a16="http://schemas.microsoft.com/office/drawing/2014/main" id="{44F4B6F2-150A-834E-D737-50E3B92DF145}"/>
              </a:ext>
            </a:extLst>
          </p:cNvPr>
          <p:cNvSpPr/>
          <p:nvPr/>
        </p:nvSpPr>
        <p:spPr>
          <a:xfrm>
            <a:off x="77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" name="!!Ellipse 12">
            <a:extLst>
              <a:ext uri="{FF2B5EF4-FFF2-40B4-BE49-F238E27FC236}">
                <a16:creationId xmlns:a16="http://schemas.microsoft.com/office/drawing/2014/main" id="{80CAE4D8-BD32-E54E-BC81-8CF6D4BA75C6}"/>
              </a:ext>
            </a:extLst>
          </p:cNvPr>
          <p:cNvSpPr/>
          <p:nvPr/>
        </p:nvSpPr>
        <p:spPr>
          <a:xfrm>
            <a:off x="91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D1CB6204-CD39-4D59-80D2-F17E2E0F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9" name="!!Ellipse 18">
            <a:extLst>
              <a:ext uri="{FF2B5EF4-FFF2-40B4-BE49-F238E27FC236}">
                <a16:creationId xmlns:a16="http://schemas.microsoft.com/office/drawing/2014/main" id="{B6080577-DB0F-501E-F7CF-3EB82482D7AF}"/>
              </a:ext>
            </a:extLst>
          </p:cNvPr>
          <p:cNvSpPr/>
          <p:nvPr/>
        </p:nvSpPr>
        <p:spPr>
          <a:xfrm>
            <a:off x="105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C632E24-38AA-EA9E-2670-56A4D34277CA}"/>
              </a:ext>
            </a:extLst>
          </p:cNvPr>
          <p:cNvGrpSpPr/>
          <p:nvPr/>
        </p:nvGrpSpPr>
        <p:grpSpPr>
          <a:xfrm>
            <a:off x="1200229" y="5393920"/>
            <a:ext cx="540000" cy="540000"/>
            <a:chOff x="1048950" y="618723"/>
            <a:chExt cx="5400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7EB1B4A-B7CE-277D-BD71-61B83412988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4575DAC7-817D-0BDE-BFFB-839259B2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9FDE16A-43C3-6684-ACC2-B607C8316204}"/>
              </a:ext>
            </a:extLst>
          </p:cNvPr>
          <p:cNvGrpSpPr/>
          <p:nvPr/>
        </p:nvGrpSpPr>
        <p:grpSpPr>
          <a:xfrm>
            <a:off x="2662240" y="5393920"/>
            <a:ext cx="540000" cy="540000"/>
            <a:chOff x="1048950" y="618723"/>
            <a:chExt cx="5400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BBE7682C-E274-D003-D8BA-8FFF5F1B3CE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31DCF03C-09A2-959E-96B4-10714177F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3774377-91EA-586D-3022-B99D0BDD5954}"/>
              </a:ext>
            </a:extLst>
          </p:cNvPr>
          <p:cNvGrpSpPr/>
          <p:nvPr/>
        </p:nvGrpSpPr>
        <p:grpSpPr>
          <a:xfrm>
            <a:off x="4077254" y="5393920"/>
            <a:ext cx="540000" cy="540000"/>
            <a:chOff x="1048950" y="618723"/>
            <a:chExt cx="540000" cy="540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7171E16C-35C7-58D1-1B60-6FE1366DEC9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3F09BD0E-D5E9-6864-8CEA-23A9B814C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51FF58C-971A-7A1C-D05A-8DF3EE93B8D2}"/>
              </a:ext>
            </a:extLst>
          </p:cNvPr>
          <p:cNvGrpSpPr/>
          <p:nvPr/>
        </p:nvGrpSpPr>
        <p:grpSpPr>
          <a:xfrm>
            <a:off x="5518432" y="5402668"/>
            <a:ext cx="540000" cy="54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2782A85B-EAC5-C4DF-3E29-238BF01F55C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5D418218-3E2D-5F8F-4237-D334A3DF1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BD36A41-63EC-C816-935A-C84775003C2C}"/>
              </a:ext>
            </a:extLst>
          </p:cNvPr>
          <p:cNvGrpSpPr/>
          <p:nvPr/>
        </p:nvGrpSpPr>
        <p:grpSpPr>
          <a:xfrm>
            <a:off x="6959610" y="5402668"/>
            <a:ext cx="540000" cy="540000"/>
            <a:chOff x="1048950" y="618723"/>
            <a:chExt cx="540000" cy="540000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F98FE524-1B64-7093-B87B-DC78F364E0F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C2A35533-A049-6EA4-BDC6-89F236565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FDD097A-9105-F0AF-7A2E-3F74ECB99417}"/>
              </a:ext>
            </a:extLst>
          </p:cNvPr>
          <p:cNvGrpSpPr/>
          <p:nvPr/>
        </p:nvGrpSpPr>
        <p:grpSpPr>
          <a:xfrm>
            <a:off x="8400788" y="5393920"/>
            <a:ext cx="540000" cy="540000"/>
            <a:chOff x="1048950" y="618723"/>
            <a:chExt cx="540000" cy="540000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95578799-1507-ABB3-AD25-55FCE02F21B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FADB43-22E4-2271-0A4C-BFE679AA4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DFA90386-A586-518B-09B2-3B7222E89BEE}"/>
              </a:ext>
            </a:extLst>
          </p:cNvPr>
          <p:cNvGrpSpPr/>
          <p:nvPr/>
        </p:nvGrpSpPr>
        <p:grpSpPr>
          <a:xfrm>
            <a:off x="9841966" y="5393920"/>
            <a:ext cx="540000" cy="540000"/>
            <a:chOff x="1048950" y="618723"/>
            <a:chExt cx="540000" cy="54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FEB42915-BE24-F049-654C-93E0373CD92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33B2F6C8-F8C0-6BFB-0B3A-054EDECE0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C8F77150-F42B-BA5D-842F-99C2E1DD749A}"/>
              </a:ext>
            </a:extLst>
          </p:cNvPr>
          <p:cNvGrpSpPr/>
          <p:nvPr/>
        </p:nvGrpSpPr>
        <p:grpSpPr>
          <a:xfrm>
            <a:off x="11315223" y="5393920"/>
            <a:ext cx="540000" cy="540000"/>
            <a:chOff x="1048950" y="618723"/>
            <a:chExt cx="540000" cy="540000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3B88FBA5-76EE-CF9C-B80E-02AB701B1D1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876DF797-3CE6-2B21-3E8B-E54142C73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7" name="Ellipse 36">
            <a:extLst>
              <a:ext uri="{FF2B5EF4-FFF2-40B4-BE49-F238E27FC236}">
                <a16:creationId xmlns:a16="http://schemas.microsoft.com/office/drawing/2014/main" id="{E6A83E43-23A7-FA53-4A76-C26B3BC417CC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A5E997D-FE17-FDAB-F830-5A57F8D63858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5E35A202-C32E-F404-BB87-D64A50EF40A8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777089D-27C4-B306-D80F-E1CFBFC17132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651EF93-EF4D-5D71-826A-0103891FAE77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42" name="!!Ellipse 41">
            <a:extLst>
              <a:ext uri="{FF2B5EF4-FFF2-40B4-BE49-F238E27FC236}">
                <a16:creationId xmlns:a16="http://schemas.microsoft.com/office/drawing/2014/main" id="{6E96918C-95A1-5AC6-3B94-4D5AE3862940}"/>
              </a:ext>
            </a:extLst>
          </p:cNvPr>
          <p:cNvSpPr/>
          <p:nvPr/>
        </p:nvSpPr>
        <p:spPr>
          <a:xfrm>
            <a:off x="199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D463A492-ADF1-9FC1-D908-BF1ADEACDF70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9DB74A6E-FD0E-80DB-0841-D064A6AFF214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C629D52D-2D5B-2792-2350-FD62258B9228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1DD93F73-4A41-B4EB-C6EF-8848C80318A5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B,E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73E73CE-1083-6623-7501-65C58A52F8C7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E05DE9C1-649D-E1F1-543F-EC26E45A0E1F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38F1CD64-3D87-5A89-CC8E-E4BBEB850CCD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BDAB0432-7704-25DB-7D21-282B9DACE1FA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C5165866-64F6-7E69-C729-7B16599027ED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2FBA86DF-41DC-1B19-D148-CD64CB1AEF06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7ECD53D6-07A7-D20F-0CD5-3DB7E1283B36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C,G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23A3F52C-30CA-3987-5CDE-D00D3BC75082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C,H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4255BB48-BD61-E7EA-8FA7-9C39B4C1A2D6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78B11778-94B6-2DA5-9456-17FC66E31C53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1973AA2-8526-C47A-C27F-52893BF8090B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D3054E1F-F1BA-F19E-AE79-EA9B70395DCB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A41E52D-3461-688C-672E-9BB693F7A63D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E,F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5FD8962-5425-4ECE-06B5-A341D362753B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E,G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82E3BF4E-EBD0-1950-35E7-4D4C7E1EB777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6B4E6A72-4DB3-DA5D-F3D2-8652B0FE76E9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F,G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A2470650-CB13-87C1-2CF6-860BE2A46F2B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88AC3B19-CD59-C974-5F30-BECD3C002FEC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</p:spTree>
    <p:extLst>
      <p:ext uri="{BB962C8B-B14F-4D97-AF65-F5344CB8AC3E}">
        <p14:creationId xmlns:p14="http://schemas.microsoft.com/office/powerpoint/2010/main" val="1862719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E73A-715A-0A24-084C-6AE8E774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7D1DBB13-C5AF-6E8C-2AF6-A1A9D04E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C623ACD4-98F0-1918-2867-488D33B9EBE4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9881A9A-D636-9E20-44FC-5B74BDFD0443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E4308C36-660C-F62B-E364-EEF5C9992895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F21B7AF5-D4F6-0C0A-C8EE-118B8D211CFD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FCCBFA21-D196-17AA-8B6A-1A07E7E13521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2" name="!!Ellipse 41">
            <a:extLst>
              <a:ext uri="{FF2B5EF4-FFF2-40B4-BE49-F238E27FC236}">
                <a16:creationId xmlns:a16="http://schemas.microsoft.com/office/drawing/2014/main" id="{97897C14-3807-6580-CA07-BC8E2E54DC14}"/>
              </a:ext>
            </a:extLst>
          </p:cNvPr>
          <p:cNvSpPr/>
          <p:nvPr/>
        </p:nvSpPr>
        <p:spPr>
          <a:xfrm>
            <a:off x="199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6BC3F05-6B77-7069-D421-B9973160B03F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B6FA21-E8D0-DFAF-765F-2F07526A1825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01890C9-7074-A764-73FC-AA9893092F65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DD046CB-6DA5-D6E7-B60D-F6540484C0B6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21BAE2D5-E4FF-9E95-1E42-9F93610000EB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E095381-EB62-67FB-5324-1AE7D7A84D69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C9E5EE5-3EAA-E029-B049-05B8B5B555A3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B069D84-ECF0-32BD-75B3-A862D88CEE80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5102C8B1-6467-7DC6-FE9E-386EA4C26C28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55A0C358-A45E-82D0-D7A3-CC9980D19A58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5C7B61D6-39E9-D436-2F55-C2C27E6BB303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1EBF7D86-675C-A2CA-34CA-1913AEA3B3AF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5F2DDD2B-8542-9D04-EDA1-D0E6258BC861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1C52D741-9E70-A174-1165-E7D3DB212E4C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2730CBE1-D6D0-869C-BC2A-4ADDF0FBF013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6159F7A9-1B56-1B74-8787-67600FAD74FA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DFB2BDC5-9689-619E-A7E8-CC454AB9AE89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E1D0119-2592-DF8A-9993-3BDE1F582B39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8AC5DB82-A73A-E9F4-352D-5EC07C14A8A2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6D42EB44-1B4C-5E6A-7ADF-5DCA25E03886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176E8B04-5EF0-2DE4-87D2-731CC7DF7EC5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69040C26-F06F-8954-D43C-BA7AE728D4DF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C359D0-5966-6EAE-118A-59211F885BF1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sp>
        <p:nvSpPr>
          <p:cNvPr id="36" name="!!Ellipse 4">
            <a:extLst>
              <a:ext uri="{FF2B5EF4-FFF2-40B4-BE49-F238E27FC236}">
                <a16:creationId xmlns:a16="http://schemas.microsoft.com/office/drawing/2014/main" id="{DB04ED46-29AC-3DED-17E3-9072C553A202}"/>
              </a:ext>
            </a:extLst>
          </p:cNvPr>
          <p:cNvSpPr/>
          <p:nvPr/>
        </p:nvSpPr>
        <p:spPr>
          <a:xfrm>
            <a:off x="5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5" name="!!Ellipse 7">
            <a:extLst>
              <a:ext uri="{FF2B5EF4-FFF2-40B4-BE49-F238E27FC236}">
                <a16:creationId xmlns:a16="http://schemas.microsoft.com/office/drawing/2014/main" id="{0CF62634-7AF6-1F4B-5DA2-6B39B8644A18}"/>
              </a:ext>
            </a:extLst>
          </p:cNvPr>
          <p:cNvSpPr/>
          <p:nvPr/>
        </p:nvSpPr>
        <p:spPr>
          <a:xfrm>
            <a:off x="19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6" name="!!Ellipse 8">
            <a:extLst>
              <a:ext uri="{FF2B5EF4-FFF2-40B4-BE49-F238E27FC236}">
                <a16:creationId xmlns:a16="http://schemas.microsoft.com/office/drawing/2014/main" id="{F6E4890D-BDA6-06D9-6C59-6B3E5A572B7D}"/>
              </a:ext>
            </a:extLst>
          </p:cNvPr>
          <p:cNvSpPr/>
          <p:nvPr/>
        </p:nvSpPr>
        <p:spPr>
          <a:xfrm>
            <a:off x="33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!!Ellipse 9">
            <a:extLst>
              <a:ext uri="{FF2B5EF4-FFF2-40B4-BE49-F238E27FC236}">
                <a16:creationId xmlns:a16="http://schemas.microsoft.com/office/drawing/2014/main" id="{1B13B17A-8EB9-ACFF-C946-E71C904B1C97}"/>
              </a:ext>
            </a:extLst>
          </p:cNvPr>
          <p:cNvSpPr/>
          <p:nvPr/>
        </p:nvSpPr>
        <p:spPr>
          <a:xfrm>
            <a:off x="482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8" name="!!Ellipse 10">
            <a:extLst>
              <a:ext uri="{FF2B5EF4-FFF2-40B4-BE49-F238E27FC236}">
                <a16:creationId xmlns:a16="http://schemas.microsoft.com/office/drawing/2014/main" id="{F09B07D9-4B06-C7D0-3434-E822A77251EF}"/>
              </a:ext>
            </a:extLst>
          </p:cNvPr>
          <p:cNvSpPr/>
          <p:nvPr/>
        </p:nvSpPr>
        <p:spPr>
          <a:xfrm>
            <a:off x="626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9" name="!!Ellipse 11">
            <a:extLst>
              <a:ext uri="{FF2B5EF4-FFF2-40B4-BE49-F238E27FC236}">
                <a16:creationId xmlns:a16="http://schemas.microsoft.com/office/drawing/2014/main" id="{F4F4C0FC-4049-97C2-5BBA-3A3DBBB673B9}"/>
              </a:ext>
            </a:extLst>
          </p:cNvPr>
          <p:cNvSpPr/>
          <p:nvPr/>
        </p:nvSpPr>
        <p:spPr>
          <a:xfrm>
            <a:off x="77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0" name="!!Ellipse 12">
            <a:extLst>
              <a:ext uri="{FF2B5EF4-FFF2-40B4-BE49-F238E27FC236}">
                <a16:creationId xmlns:a16="http://schemas.microsoft.com/office/drawing/2014/main" id="{28A40465-A9B2-A0CE-B610-1CC9E3264519}"/>
              </a:ext>
            </a:extLst>
          </p:cNvPr>
          <p:cNvSpPr/>
          <p:nvPr/>
        </p:nvSpPr>
        <p:spPr>
          <a:xfrm>
            <a:off x="91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1" name="!!Ellipse 18">
            <a:extLst>
              <a:ext uri="{FF2B5EF4-FFF2-40B4-BE49-F238E27FC236}">
                <a16:creationId xmlns:a16="http://schemas.microsoft.com/office/drawing/2014/main" id="{6937DD3B-17D6-B383-A5E1-ED3B461D330D}"/>
              </a:ext>
            </a:extLst>
          </p:cNvPr>
          <p:cNvSpPr/>
          <p:nvPr/>
        </p:nvSpPr>
        <p:spPr>
          <a:xfrm>
            <a:off x="105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73289-24F2-9536-2872-16FBD5811180}"/>
              </a:ext>
            </a:extLst>
          </p:cNvPr>
          <p:cNvGrpSpPr/>
          <p:nvPr/>
        </p:nvGrpSpPr>
        <p:grpSpPr>
          <a:xfrm>
            <a:off x="1200229" y="5393920"/>
            <a:ext cx="540000" cy="540000"/>
            <a:chOff x="1048950" y="618723"/>
            <a:chExt cx="540000" cy="540000"/>
          </a:xfrm>
        </p:grpSpPr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955A2640-08DA-3542-9C35-D7B01E6133F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2447200F-8105-373F-EB5B-E33EEAEA9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472105F-C972-19F4-5F51-06566AD49FB1}"/>
              </a:ext>
            </a:extLst>
          </p:cNvPr>
          <p:cNvGrpSpPr/>
          <p:nvPr/>
        </p:nvGrpSpPr>
        <p:grpSpPr>
          <a:xfrm>
            <a:off x="2662240" y="5393920"/>
            <a:ext cx="540000" cy="540000"/>
            <a:chOff x="1048950" y="618723"/>
            <a:chExt cx="540000" cy="540000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4CE849AA-2C7A-ACEF-E267-A3B7460D1A4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7" name="Grafik 76">
              <a:extLst>
                <a:ext uri="{FF2B5EF4-FFF2-40B4-BE49-F238E27FC236}">
                  <a16:creationId xmlns:a16="http://schemas.microsoft.com/office/drawing/2014/main" id="{1F548D7E-4CE7-BDDD-0C62-976278ABF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5E09A4A8-2E3C-825B-8F38-E935B9CE977F}"/>
              </a:ext>
            </a:extLst>
          </p:cNvPr>
          <p:cNvGrpSpPr/>
          <p:nvPr/>
        </p:nvGrpSpPr>
        <p:grpSpPr>
          <a:xfrm>
            <a:off x="4077254" y="5393920"/>
            <a:ext cx="540000" cy="540000"/>
            <a:chOff x="1048950" y="618723"/>
            <a:chExt cx="540000" cy="54000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57F5A3E3-4953-D472-B239-00EB42EE5E0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0" name="Grafik 79">
              <a:extLst>
                <a:ext uri="{FF2B5EF4-FFF2-40B4-BE49-F238E27FC236}">
                  <a16:creationId xmlns:a16="http://schemas.microsoft.com/office/drawing/2014/main" id="{6380DB23-619F-4BC3-5C6C-7E0C75628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972F8E7-BC8A-0C86-D704-CD909A4951B6}"/>
              </a:ext>
            </a:extLst>
          </p:cNvPr>
          <p:cNvGrpSpPr/>
          <p:nvPr/>
        </p:nvGrpSpPr>
        <p:grpSpPr>
          <a:xfrm>
            <a:off x="5518432" y="5402668"/>
            <a:ext cx="540000" cy="540000"/>
            <a:chOff x="1048950" y="618723"/>
            <a:chExt cx="540000" cy="540000"/>
          </a:xfrm>
        </p:grpSpPr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85A455CF-0B33-52CE-0F66-B95F124006F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3" name="Grafik 82">
              <a:extLst>
                <a:ext uri="{FF2B5EF4-FFF2-40B4-BE49-F238E27FC236}">
                  <a16:creationId xmlns:a16="http://schemas.microsoft.com/office/drawing/2014/main" id="{E52D3928-558F-779E-6F3A-C0BEE027F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5D5178A-3D7A-F74B-F0E7-03AC6B1400F7}"/>
              </a:ext>
            </a:extLst>
          </p:cNvPr>
          <p:cNvGrpSpPr/>
          <p:nvPr/>
        </p:nvGrpSpPr>
        <p:grpSpPr>
          <a:xfrm>
            <a:off x="6959610" y="5402668"/>
            <a:ext cx="540000" cy="540000"/>
            <a:chOff x="1048950" y="618723"/>
            <a:chExt cx="540000" cy="540000"/>
          </a:xfrm>
        </p:grpSpPr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D81F6CE1-4205-9092-148C-DA60E79DF70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69BB7FA3-3BF1-D323-18C6-4529FB9E4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C654BAB1-FA96-CEEE-944D-2300DA32BC2F}"/>
              </a:ext>
            </a:extLst>
          </p:cNvPr>
          <p:cNvGrpSpPr/>
          <p:nvPr/>
        </p:nvGrpSpPr>
        <p:grpSpPr>
          <a:xfrm>
            <a:off x="8400788" y="5393920"/>
            <a:ext cx="540000" cy="540000"/>
            <a:chOff x="1048950" y="618723"/>
            <a:chExt cx="540000" cy="540000"/>
          </a:xfrm>
        </p:grpSpPr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6852A823-4090-D9F0-ABCB-68D942BE6CB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9" name="Grafik 88">
              <a:extLst>
                <a:ext uri="{FF2B5EF4-FFF2-40B4-BE49-F238E27FC236}">
                  <a16:creationId xmlns:a16="http://schemas.microsoft.com/office/drawing/2014/main" id="{21318193-B5C9-BF9B-17E9-20985554E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3C8C5E2B-5F67-080C-7F6E-92CEB540BD3C}"/>
              </a:ext>
            </a:extLst>
          </p:cNvPr>
          <p:cNvGrpSpPr/>
          <p:nvPr/>
        </p:nvGrpSpPr>
        <p:grpSpPr>
          <a:xfrm>
            <a:off x="9841966" y="5393920"/>
            <a:ext cx="540000" cy="540000"/>
            <a:chOff x="1048950" y="618723"/>
            <a:chExt cx="540000" cy="540000"/>
          </a:xfrm>
        </p:grpSpPr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09B1D873-68B6-05FB-D616-7C8B6B24A19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CADB1B57-82E6-E5AB-78B9-420446616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656F5D6E-04E0-FA69-7FC8-2466C681BF54}"/>
              </a:ext>
            </a:extLst>
          </p:cNvPr>
          <p:cNvGrpSpPr/>
          <p:nvPr/>
        </p:nvGrpSpPr>
        <p:grpSpPr>
          <a:xfrm>
            <a:off x="11315223" y="5393920"/>
            <a:ext cx="540000" cy="540000"/>
            <a:chOff x="1048950" y="618723"/>
            <a:chExt cx="540000" cy="54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BA80BF5B-B255-7DA9-2328-48642580596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19AE5CB4-76B4-C12B-9286-34A29C549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25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7269-7565-0D83-58F9-A75A4930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73AD4FC2-6CFE-F34F-243F-57F77C12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11A7D69-4BA0-4F9E-D6A4-8D21AD025B3D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093F0D8-6132-4A39-04E7-E9C474AD3C38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70A7E29-39C4-9A69-994C-F59FA1C7C14F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7B454F9-26D4-AB62-9A8A-62E32BBCC157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4B8E060E-82D6-EFD2-021E-EC893903B8E3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2" name="!!Ellipse 41">
            <a:extLst>
              <a:ext uri="{FF2B5EF4-FFF2-40B4-BE49-F238E27FC236}">
                <a16:creationId xmlns:a16="http://schemas.microsoft.com/office/drawing/2014/main" id="{D8ECC9C7-02D7-BFE3-CA63-DBF988B46B62}"/>
              </a:ext>
            </a:extLst>
          </p:cNvPr>
          <p:cNvSpPr/>
          <p:nvPr/>
        </p:nvSpPr>
        <p:spPr>
          <a:xfrm>
            <a:off x="199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79C1266C-3390-E033-0E2D-8361C4D3B675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C069841-56AA-6834-51B3-89DBD409E29F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CB372AF-5B76-E279-6A1D-D708153CF622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3674F85F-D3BD-7EE6-2DB1-2793C30452E6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E7758878-F4C4-5C00-EB37-29885D8BBFC6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98EDC0A4-BFBA-D95A-94B6-3876F90EB61B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A949A173-3359-9485-36FA-F0F8295C2C3C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EE27E74-2342-67ED-69E2-CF2A0D19971F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0F906376-E852-9C76-163B-A57532A71372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A1DD06DE-210D-369A-F999-23B3E811C458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9D6766F7-B68B-6602-7640-627F823EF08C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3642B791-32F2-173F-3B21-759BA360D1B1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0D7CD713-A02C-393C-0095-90804C62AEB7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4E215B7A-698C-5AE3-E0C2-8F89CAAF5A03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10C27AB-4189-24E5-BEFD-62364DEC3B7E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93373D57-FB79-4684-9D66-A7550F3A7BE5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238B198-26C6-0926-5E99-FE0F7DEAFDB5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7D776F30-C862-C351-B423-4BD25FDAD340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1D4671E-1625-FF06-F36B-888A4B201C0B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FD9523D-B289-8352-1B36-C770C28E3C88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14512175-E6D2-A78F-FDCD-47D14DBC3BBC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F5575020-A0C3-8E23-B9C6-C317EF420216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5C0C3E-B2D8-69A8-E543-9E756895726D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C566CF38-509F-340D-9132-DD3A6E9D036D}"/>
              </a:ext>
            </a:extLst>
          </p:cNvPr>
          <p:cNvGrpSpPr>
            <a:grpSpLocks noChangeAspect="1"/>
          </p:cNvGrpSpPr>
          <p:nvPr/>
        </p:nvGrpSpPr>
        <p:grpSpPr>
          <a:xfrm>
            <a:off x="3288000" y="2502000"/>
            <a:ext cx="360000" cy="3600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6D120A94-B1F7-48FC-E0F5-1DB2AD4DB75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83D4C598-9223-1B7A-3996-A6F4B222A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2A19B10B-AA40-FA3A-5AE5-DD987B28C6D7}"/>
              </a:ext>
            </a:extLst>
          </p:cNvPr>
          <p:cNvGrpSpPr>
            <a:grpSpLocks noChangeAspect="1"/>
          </p:cNvGrpSpPr>
          <p:nvPr/>
        </p:nvGrpSpPr>
        <p:grpSpPr>
          <a:xfrm>
            <a:off x="4116000" y="1898748"/>
            <a:ext cx="360000" cy="3600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581B9781-4463-A2F8-7603-AD97A36E174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CFFDCCF7-24B6-1CA3-A13D-0D7300C87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789256F8-4D5D-3D9C-9817-F31E23369E10}"/>
              </a:ext>
            </a:extLst>
          </p:cNvPr>
          <p:cNvGrpSpPr>
            <a:grpSpLocks noChangeAspect="1"/>
          </p:cNvGrpSpPr>
          <p:nvPr/>
        </p:nvGrpSpPr>
        <p:grpSpPr>
          <a:xfrm>
            <a:off x="4944000" y="1890000"/>
            <a:ext cx="360000" cy="3600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7D5FDC4E-1569-EC98-919F-F28955AF9CC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DEE02233-1265-042F-FC63-82A1C0F78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FBC80B03-00C9-7E0C-587A-87DC0CB8188E}"/>
              </a:ext>
            </a:extLst>
          </p:cNvPr>
          <p:cNvGrpSpPr>
            <a:grpSpLocks noChangeAspect="1"/>
          </p:cNvGrpSpPr>
          <p:nvPr/>
        </p:nvGrpSpPr>
        <p:grpSpPr>
          <a:xfrm>
            <a:off x="5772000" y="1890000"/>
            <a:ext cx="360000" cy="3600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37B9FFDA-30A4-12D0-5600-45F518AC721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3A988693-9AE9-CEDB-A6A9-21D6CD566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307059B4-3687-FACA-836E-6D248E06CD34}"/>
              </a:ext>
            </a:extLst>
          </p:cNvPr>
          <p:cNvGrpSpPr>
            <a:grpSpLocks noChangeAspect="1"/>
          </p:cNvGrpSpPr>
          <p:nvPr/>
        </p:nvGrpSpPr>
        <p:grpSpPr>
          <a:xfrm>
            <a:off x="4992640" y="2502000"/>
            <a:ext cx="360000" cy="3600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E50AB86C-E045-B217-3AF1-2BB552C5D79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A74EEC56-8BF4-E2D0-CCA6-E80591BAE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0C0356B9-C083-1F8F-23D5-8D0F8CC1112F}"/>
              </a:ext>
            </a:extLst>
          </p:cNvPr>
          <p:cNvGrpSpPr>
            <a:grpSpLocks noChangeAspect="1"/>
          </p:cNvGrpSpPr>
          <p:nvPr/>
        </p:nvGrpSpPr>
        <p:grpSpPr>
          <a:xfrm>
            <a:off x="5788432" y="2502000"/>
            <a:ext cx="360000" cy="3600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76A591A4-FEEF-9142-442A-17FC473866C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6196299D-621A-EB9B-C4C3-26E6597B6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B8065582-43FF-5DDB-0560-4223CC79AC3B}"/>
              </a:ext>
            </a:extLst>
          </p:cNvPr>
          <p:cNvGrpSpPr>
            <a:grpSpLocks noChangeAspect="1"/>
          </p:cNvGrpSpPr>
          <p:nvPr/>
        </p:nvGrpSpPr>
        <p:grpSpPr>
          <a:xfrm>
            <a:off x="6609450" y="2502000"/>
            <a:ext cx="360000" cy="3600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0F0F9229-127B-99A5-FD18-8282C969042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6BA64E05-B4DD-71B4-79B4-BF951AC29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3561E2A-4C44-0FA3-3B32-B5B513368975}"/>
              </a:ext>
            </a:extLst>
          </p:cNvPr>
          <p:cNvGrpSpPr>
            <a:grpSpLocks noChangeAspect="1"/>
          </p:cNvGrpSpPr>
          <p:nvPr/>
        </p:nvGrpSpPr>
        <p:grpSpPr>
          <a:xfrm>
            <a:off x="8240320" y="2488720"/>
            <a:ext cx="360000" cy="3600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1C53B9DC-1F66-A903-997B-151AADE8453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D3275E0-9297-DA28-2007-E73DB3C2E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CC89F24-5723-A1F9-7F34-A67A6AD68194}"/>
              </a:ext>
            </a:extLst>
          </p:cNvPr>
          <p:cNvGrpSpPr>
            <a:grpSpLocks noChangeAspect="1"/>
          </p:cNvGrpSpPr>
          <p:nvPr/>
        </p:nvGrpSpPr>
        <p:grpSpPr>
          <a:xfrm>
            <a:off x="9048000" y="1894720"/>
            <a:ext cx="360000" cy="360000"/>
            <a:chOff x="1048950" y="618723"/>
            <a:chExt cx="540000" cy="540000"/>
          </a:xfrm>
        </p:grpSpPr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4350A711-5F70-20EC-306E-72A00E45A5C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AC9A6A42-F7B6-A592-6C16-D4250189F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B5975DCE-5BA0-33D5-FBC9-6E3E8E141115}"/>
              </a:ext>
            </a:extLst>
          </p:cNvPr>
          <p:cNvGrpSpPr>
            <a:grpSpLocks noChangeAspect="1"/>
          </p:cNvGrpSpPr>
          <p:nvPr/>
        </p:nvGrpSpPr>
        <p:grpSpPr>
          <a:xfrm>
            <a:off x="9124640" y="2486400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F7B4B9E5-5E09-D3E3-AC00-6D8037B993E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B9E4F7B8-2FC4-A703-E12C-17DA479F0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BEBE3960-83DC-1B4F-8E0F-A36F9F6F66AA}"/>
              </a:ext>
            </a:extLst>
          </p:cNvPr>
          <p:cNvGrpSpPr>
            <a:grpSpLocks noChangeAspect="1"/>
          </p:cNvGrpSpPr>
          <p:nvPr/>
        </p:nvGrpSpPr>
        <p:grpSpPr>
          <a:xfrm>
            <a:off x="10704000" y="1844580"/>
            <a:ext cx="360000" cy="360000"/>
            <a:chOff x="1048950" y="618723"/>
            <a:chExt cx="540000" cy="540000"/>
          </a:xfrm>
        </p:grpSpPr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5AE09BA5-6501-28AE-2E53-037C437C25B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26002A23-08C6-AC8A-AD35-225E243B4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75DCFE1C-284C-DD36-98EF-734840B0F4A1}"/>
              </a:ext>
            </a:extLst>
          </p:cNvPr>
          <p:cNvGrpSpPr>
            <a:grpSpLocks noChangeAspect="1"/>
          </p:cNvGrpSpPr>
          <p:nvPr/>
        </p:nvGrpSpPr>
        <p:grpSpPr>
          <a:xfrm>
            <a:off x="11566818" y="1864900"/>
            <a:ext cx="360000" cy="360000"/>
            <a:chOff x="1048950" y="618723"/>
            <a:chExt cx="540000" cy="540000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BB387736-A4D8-DAA1-0DFB-750533121E4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9" name="Grafik 98">
              <a:extLst>
                <a:ext uri="{FF2B5EF4-FFF2-40B4-BE49-F238E27FC236}">
                  <a16:creationId xmlns:a16="http://schemas.microsoft.com/office/drawing/2014/main" id="{B628DCF4-129E-75F8-0901-4F3DBD864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92FF7A7D-7633-D938-40BA-C0983BF6525B}"/>
              </a:ext>
            </a:extLst>
          </p:cNvPr>
          <p:cNvGrpSpPr>
            <a:grpSpLocks noChangeAspect="1"/>
          </p:cNvGrpSpPr>
          <p:nvPr/>
        </p:nvGrpSpPr>
        <p:grpSpPr>
          <a:xfrm>
            <a:off x="11599040" y="2520000"/>
            <a:ext cx="360000" cy="360000"/>
            <a:chOff x="1048950" y="618723"/>
            <a:chExt cx="540000" cy="540000"/>
          </a:xfrm>
        </p:grpSpPr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E05344B1-878A-2534-0B33-AE670FF061C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B812109E-C669-949B-BA70-3271D9286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3" name="!!Ellipse 4">
            <a:extLst>
              <a:ext uri="{FF2B5EF4-FFF2-40B4-BE49-F238E27FC236}">
                <a16:creationId xmlns:a16="http://schemas.microsoft.com/office/drawing/2014/main" id="{5FD0529E-7FB1-BA3E-B2D0-35683AF20266}"/>
              </a:ext>
            </a:extLst>
          </p:cNvPr>
          <p:cNvSpPr/>
          <p:nvPr/>
        </p:nvSpPr>
        <p:spPr>
          <a:xfrm>
            <a:off x="5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4" name="!!Ellipse 7">
            <a:extLst>
              <a:ext uri="{FF2B5EF4-FFF2-40B4-BE49-F238E27FC236}">
                <a16:creationId xmlns:a16="http://schemas.microsoft.com/office/drawing/2014/main" id="{35ED7103-D5ED-02E6-BBB7-ED57C9EC71E0}"/>
              </a:ext>
            </a:extLst>
          </p:cNvPr>
          <p:cNvSpPr/>
          <p:nvPr/>
        </p:nvSpPr>
        <p:spPr>
          <a:xfrm>
            <a:off x="19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5" name="!!Ellipse 8">
            <a:extLst>
              <a:ext uri="{FF2B5EF4-FFF2-40B4-BE49-F238E27FC236}">
                <a16:creationId xmlns:a16="http://schemas.microsoft.com/office/drawing/2014/main" id="{2A076A92-BD3A-03B7-56FE-F88BAE776747}"/>
              </a:ext>
            </a:extLst>
          </p:cNvPr>
          <p:cNvSpPr/>
          <p:nvPr/>
        </p:nvSpPr>
        <p:spPr>
          <a:xfrm>
            <a:off x="33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6" name="!!Ellipse 9">
            <a:extLst>
              <a:ext uri="{FF2B5EF4-FFF2-40B4-BE49-F238E27FC236}">
                <a16:creationId xmlns:a16="http://schemas.microsoft.com/office/drawing/2014/main" id="{8A5FAEFA-6883-55F7-A0D5-2A5B18DDAFFF}"/>
              </a:ext>
            </a:extLst>
          </p:cNvPr>
          <p:cNvSpPr/>
          <p:nvPr/>
        </p:nvSpPr>
        <p:spPr>
          <a:xfrm>
            <a:off x="482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7" name="!!Ellipse 10">
            <a:extLst>
              <a:ext uri="{FF2B5EF4-FFF2-40B4-BE49-F238E27FC236}">
                <a16:creationId xmlns:a16="http://schemas.microsoft.com/office/drawing/2014/main" id="{A2B51C7D-E23E-C456-18E0-88F3E308A873}"/>
              </a:ext>
            </a:extLst>
          </p:cNvPr>
          <p:cNvSpPr/>
          <p:nvPr/>
        </p:nvSpPr>
        <p:spPr>
          <a:xfrm>
            <a:off x="626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8" name="!!Ellipse 11">
            <a:extLst>
              <a:ext uri="{FF2B5EF4-FFF2-40B4-BE49-F238E27FC236}">
                <a16:creationId xmlns:a16="http://schemas.microsoft.com/office/drawing/2014/main" id="{0AA0749C-7560-4219-8218-7D042F2E1FDB}"/>
              </a:ext>
            </a:extLst>
          </p:cNvPr>
          <p:cNvSpPr/>
          <p:nvPr/>
        </p:nvSpPr>
        <p:spPr>
          <a:xfrm>
            <a:off x="77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9" name="!!Ellipse 12">
            <a:extLst>
              <a:ext uri="{FF2B5EF4-FFF2-40B4-BE49-F238E27FC236}">
                <a16:creationId xmlns:a16="http://schemas.microsoft.com/office/drawing/2014/main" id="{C1E9371F-119F-8704-F931-3EE58D8088A3}"/>
              </a:ext>
            </a:extLst>
          </p:cNvPr>
          <p:cNvSpPr/>
          <p:nvPr/>
        </p:nvSpPr>
        <p:spPr>
          <a:xfrm>
            <a:off x="91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0" name="!!Ellipse 18">
            <a:extLst>
              <a:ext uri="{FF2B5EF4-FFF2-40B4-BE49-F238E27FC236}">
                <a16:creationId xmlns:a16="http://schemas.microsoft.com/office/drawing/2014/main" id="{597CA202-5405-D914-5073-657ECF33BFDB}"/>
              </a:ext>
            </a:extLst>
          </p:cNvPr>
          <p:cNvSpPr/>
          <p:nvPr/>
        </p:nvSpPr>
        <p:spPr>
          <a:xfrm>
            <a:off x="105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378F25C9-453C-54BF-11F8-546CFBB6ED01}"/>
              </a:ext>
            </a:extLst>
          </p:cNvPr>
          <p:cNvGrpSpPr/>
          <p:nvPr/>
        </p:nvGrpSpPr>
        <p:grpSpPr>
          <a:xfrm>
            <a:off x="1200229" y="5393920"/>
            <a:ext cx="540000" cy="540000"/>
            <a:chOff x="1048950" y="618723"/>
            <a:chExt cx="540000" cy="540000"/>
          </a:xfrm>
        </p:grpSpPr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2D009F4C-AE7F-E51E-FF8A-5C4572A5063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3" name="Grafik 112">
              <a:extLst>
                <a:ext uri="{FF2B5EF4-FFF2-40B4-BE49-F238E27FC236}">
                  <a16:creationId xmlns:a16="http://schemas.microsoft.com/office/drawing/2014/main" id="{14DBA325-6C96-ADEF-2DF1-AA24D6A91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03DF1FDC-A8D7-12CB-45D2-FFA575D6089A}"/>
              </a:ext>
            </a:extLst>
          </p:cNvPr>
          <p:cNvGrpSpPr/>
          <p:nvPr/>
        </p:nvGrpSpPr>
        <p:grpSpPr>
          <a:xfrm>
            <a:off x="2662240" y="5393920"/>
            <a:ext cx="540000" cy="540000"/>
            <a:chOff x="1048950" y="618723"/>
            <a:chExt cx="540000" cy="540000"/>
          </a:xfrm>
        </p:grpSpPr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3C55FD5D-CB03-8084-792A-DE48CB37F68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6" name="Grafik 115">
              <a:extLst>
                <a:ext uri="{FF2B5EF4-FFF2-40B4-BE49-F238E27FC236}">
                  <a16:creationId xmlns:a16="http://schemas.microsoft.com/office/drawing/2014/main" id="{FFFE9420-BCBC-3721-14FE-C0ACA90E8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7" name="Gruppieren 116">
            <a:extLst>
              <a:ext uri="{FF2B5EF4-FFF2-40B4-BE49-F238E27FC236}">
                <a16:creationId xmlns:a16="http://schemas.microsoft.com/office/drawing/2014/main" id="{154D553B-DA59-8158-F676-8ED3E0A5DE68}"/>
              </a:ext>
            </a:extLst>
          </p:cNvPr>
          <p:cNvGrpSpPr/>
          <p:nvPr/>
        </p:nvGrpSpPr>
        <p:grpSpPr>
          <a:xfrm>
            <a:off x="4077254" y="5393920"/>
            <a:ext cx="540000" cy="540000"/>
            <a:chOff x="1048950" y="618723"/>
            <a:chExt cx="540000" cy="540000"/>
          </a:xfrm>
        </p:grpSpPr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F4A190F2-0EEA-7ABE-9D80-0F0E4EE4A74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9" name="Grafik 118">
              <a:extLst>
                <a:ext uri="{FF2B5EF4-FFF2-40B4-BE49-F238E27FC236}">
                  <a16:creationId xmlns:a16="http://schemas.microsoft.com/office/drawing/2014/main" id="{FE5910E6-0D67-E849-7100-A88812854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55CE52E7-D0E4-A0E5-4EFF-EA6CBFAEED40}"/>
              </a:ext>
            </a:extLst>
          </p:cNvPr>
          <p:cNvGrpSpPr/>
          <p:nvPr/>
        </p:nvGrpSpPr>
        <p:grpSpPr>
          <a:xfrm>
            <a:off x="5518432" y="5402668"/>
            <a:ext cx="540000" cy="540000"/>
            <a:chOff x="1048950" y="618723"/>
            <a:chExt cx="540000" cy="540000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47E23A8E-6E01-2AC0-5F42-BB2DA4442EA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2" name="Grafik 121">
              <a:extLst>
                <a:ext uri="{FF2B5EF4-FFF2-40B4-BE49-F238E27FC236}">
                  <a16:creationId xmlns:a16="http://schemas.microsoft.com/office/drawing/2014/main" id="{F5B3AC7B-B621-A713-E207-ECA22FF71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880F80AE-8579-472A-493B-37BEDA31E359}"/>
              </a:ext>
            </a:extLst>
          </p:cNvPr>
          <p:cNvGrpSpPr/>
          <p:nvPr/>
        </p:nvGrpSpPr>
        <p:grpSpPr>
          <a:xfrm>
            <a:off x="6959610" y="5402668"/>
            <a:ext cx="540000" cy="540000"/>
            <a:chOff x="1048950" y="618723"/>
            <a:chExt cx="540000" cy="540000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416E249D-2FD4-B7EB-B1B7-7DDB2D918AB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B4AED717-5B6D-EFC1-89B6-FF2A216E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E23A24E2-604F-1A87-90ED-0B3FF10A107B}"/>
              </a:ext>
            </a:extLst>
          </p:cNvPr>
          <p:cNvGrpSpPr/>
          <p:nvPr/>
        </p:nvGrpSpPr>
        <p:grpSpPr>
          <a:xfrm>
            <a:off x="8400788" y="5393920"/>
            <a:ext cx="540000" cy="540000"/>
            <a:chOff x="1048950" y="618723"/>
            <a:chExt cx="5400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387A2CE4-1570-FDD5-9E9E-336907481BB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8B70783-82FE-E7BF-95F8-E9A3A4330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CE58C04B-0152-F1A0-5BBE-FDFCED2DEEE5}"/>
              </a:ext>
            </a:extLst>
          </p:cNvPr>
          <p:cNvGrpSpPr/>
          <p:nvPr/>
        </p:nvGrpSpPr>
        <p:grpSpPr>
          <a:xfrm>
            <a:off x="9841966" y="5393920"/>
            <a:ext cx="540000" cy="540000"/>
            <a:chOff x="1048950" y="618723"/>
            <a:chExt cx="540000" cy="540000"/>
          </a:xfrm>
        </p:grpSpPr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3C65187C-177D-302F-1CAC-5F76F7D7B1D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EB864168-0693-D7F1-C649-76C8DB379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1704D43E-D1EE-F5A3-654B-66094ABBA701}"/>
              </a:ext>
            </a:extLst>
          </p:cNvPr>
          <p:cNvGrpSpPr/>
          <p:nvPr/>
        </p:nvGrpSpPr>
        <p:grpSpPr>
          <a:xfrm>
            <a:off x="11315223" y="5393920"/>
            <a:ext cx="540000" cy="540000"/>
            <a:chOff x="1048950" y="618723"/>
            <a:chExt cx="540000" cy="540000"/>
          </a:xfrm>
        </p:grpSpPr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F3088F86-3EC5-A079-F8CF-1018686BE96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4" name="Grafik 133">
              <a:extLst>
                <a:ext uri="{FF2B5EF4-FFF2-40B4-BE49-F238E27FC236}">
                  <a16:creationId xmlns:a16="http://schemas.microsoft.com/office/drawing/2014/main" id="{2A7B07C1-55D7-4DDD-C4BF-2624AC79A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848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8FBB-7B7C-9F04-C8A4-DEBE8EA4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01F11D45-D7F7-90AF-E667-B80B4BD1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6DB1567-C477-6863-CF6D-AD95420120ED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172B5A1-505A-69BA-6DE7-021BDFE441F7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941EEEC-72CA-7C8E-E254-5AB8050198C8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064661A-BCCF-D6D4-54BA-AEF2377D2B46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FF0C044-F6FF-CC05-3495-964E32F03220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!!Ellipse 41">
            <a:extLst>
              <a:ext uri="{FF2B5EF4-FFF2-40B4-BE49-F238E27FC236}">
                <a16:creationId xmlns:a16="http://schemas.microsoft.com/office/drawing/2014/main" id="{BD0CAD42-4AB8-F584-4ECA-8759A8B579ED}"/>
              </a:ext>
            </a:extLst>
          </p:cNvPr>
          <p:cNvSpPr/>
          <p:nvPr/>
        </p:nvSpPr>
        <p:spPr>
          <a:xfrm>
            <a:off x="1992000" y="2592000"/>
            <a:ext cx="756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9EDBA259-1053-BD55-DB0C-D37AD3B14212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8917295-08C4-4448-E852-BB70B1514F8B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036D1E8C-12FF-2EA5-7863-9F961514285A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16674D45-8F86-6C24-9129-C30B17D056A8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4B5AB2BD-24E1-C550-97EA-D2AFD77A673C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C3D7FEBA-CCB7-DEF7-2381-2B0D63ECA85E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D62D40D-DF95-7DB0-D4AE-59EA82497229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44D78F24-FF12-042E-59BF-2795368FE7E3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2667ED0B-7E92-B76F-B095-13BDA1E25768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B5DFC86D-0223-DB1B-51B9-3F89DAF37268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B53E181-FBB9-4187-1AA9-E7E17CC09BE3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04121F64-546A-1D47-8BB6-358F161E255D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CDA42AD4-DA0F-894B-15B1-03DA467E2B9D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EA287A21-025F-2EBA-ADC5-8800514B3B28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2274377F-A49A-5622-40F8-D303E2160B54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71027B66-6E9D-FCEA-0799-0A47F6450932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A7C4E89-4A2F-EB4A-6F52-BBEC6083AB99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E81F858-CCB7-FBD0-A21A-3788DFFDEEE1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1CF673AE-3843-D603-5186-70424CD5804D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02079784-7C96-A2EE-74B3-1D88041E0E8E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60926652-9C72-AAA2-AE60-4B757E6FBA98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CE0B5EDB-191C-41C8-8A73-DBE42AB8638B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15909-7807-89FD-81BA-74293B845820}"/>
              </a:ext>
            </a:extLst>
          </p:cNvPr>
          <p:cNvSpPr txBox="1">
            <a:spLocks/>
          </p:cNvSpPr>
          <p:nvPr/>
        </p:nvSpPr>
        <p:spPr>
          <a:xfrm>
            <a:off x="223688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C004F51A-C9DE-54CB-F04C-94DDFFE870E8}"/>
              </a:ext>
            </a:extLst>
          </p:cNvPr>
          <p:cNvGrpSpPr>
            <a:grpSpLocks noChangeAspect="1"/>
          </p:cNvGrpSpPr>
          <p:nvPr/>
        </p:nvGrpSpPr>
        <p:grpSpPr>
          <a:xfrm>
            <a:off x="3288000" y="2502000"/>
            <a:ext cx="360000" cy="3600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9296679C-43D9-7371-8BC5-367D01B3D7F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3A3CF3C9-A11A-D173-22CA-D28710646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5D973E4B-F66C-9369-364C-A3BB3B8A7980}"/>
              </a:ext>
            </a:extLst>
          </p:cNvPr>
          <p:cNvGrpSpPr>
            <a:grpSpLocks noChangeAspect="1"/>
          </p:cNvGrpSpPr>
          <p:nvPr/>
        </p:nvGrpSpPr>
        <p:grpSpPr>
          <a:xfrm>
            <a:off x="4116000" y="1898748"/>
            <a:ext cx="360000" cy="3600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669E92EE-B0BB-26C0-B3E3-D6624DC3CA4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C49EA79F-7545-3FEE-7A62-83901AF50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C6CDBB1C-057B-C523-790A-81841CF91AD4}"/>
              </a:ext>
            </a:extLst>
          </p:cNvPr>
          <p:cNvGrpSpPr>
            <a:grpSpLocks noChangeAspect="1"/>
          </p:cNvGrpSpPr>
          <p:nvPr/>
        </p:nvGrpSpPr>
        <p:grpSpPr>
          <a:xfrm>
            <a:off x="4944000" y="1890000"/>
            <a:ext cx="360000" cy="3600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215DC1B4-F9FA-BEC1-5A22-29472F9101B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0DE1FA17-AADC-962C-8E29-3AFFCB5E5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3CCB557-352D-8D33-9ADB-8BF898AA82EA}"/>
              </a:ext>
            </a:extLst>
          </p:cNvPr>
          <p:cNvGrpSpPr>
            <a:grpSpLocks noChangeAspect="1"/>
          </p:cNvGrpSpPr>
          <p:nvPr/>
        </p:nvGrpSpPr>
        <p:grpSpPr>
          <a:xfrm>
            <a:off x="5772000" y="1890000"/>
            <a:ext cx="360000" cy="3600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10CDB339-7E0A-D310-DE2F-EF087D811C5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087F905A-A7C3-93F9-5051-CC937F5CE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4810D5E7-13BD-7D0E-C9BA-47C6A684B870}"/>
              </a:ext>
            </a:extLst>
          </p:cNvPr>
          <p:cNvGrpSpPr>
            <a:grpSpLocks noChangeAspect="1"/>
          </p:cNvGrpSpPr>
          <p:nvPr/>
        </p:nvGrpSpPr>
        <p:grpSpPr>
          <a:xfrm>
            <a:off x="4992640" y="2502000"/>
            <a:ext cx="360000" cy="3600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94EB8DAA-E308-54AA-403C-0B02FFDCDC6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AB48EB02-D1C7-1542-118E-AAA577A9C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99B22E57-9F28-73BA-F1B0-7391F1D2B472}"/>
              </a:ext>
            </a:extLst>
          </p:cNvPr>
          <p:cNvGrpSpPr>
            <a:grpSpLocks noChangeAspect="1"/>
          </p:cNvGrpSpPr>
          <p:nvPr/>
        </p:nvGrpSpPr>
        <p:grpSpPr>
          <a:xfrm>
            <a:off x="5788432" y="2502000"/>
            <a:ext cx="360000" cy="3600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FB0200E3-DFB5-E891-5641-2532C93BC38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2CFF29C9-1CC9-B1C5-4EC7-DC4ADAB7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62ED48DB-B52A-5685-7572-D1F90D29534D}"/>
              </a:ext>
            </a:extLst>
          </p:cNvPr>
          <p:cNvGrpSpPr>
            <a:grpSpLocks noChangeAspect="1"/>
          </p:cNvGrpSpPr>
          <p:nvPr/>
        </p:nvGrpSpPr>
        <p:grpSpPr>
          <a:xfrm>
            <a:off x="6609450" y="2502000"/>
            <a:ext cx="360000" cy="3600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B60EB38F-A02D-836A-C744-E4A216BF0E3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6B5EC623-0CC6-22BB-D4EF-B6F8AC512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19F624B7-0634-FE6B-C6F5-0697C36A4A01}"/>
              </a:ext>
            </a:extLst>
          </p:cNvPr>
          <p:cNvGrpSpPr>
            <a:grpSpLocks noChangeAspect="1"/>
          </p:cNvGrpSpPr>
          <p:nvPr/>
        </p:nvGrpSpPr>
        <p:grpSpPr>
          <a:xfrm>
            <a:off x="8240320" y="2488720"/>
            <a:ext cx="360000" cy="3600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53A61F95-01AA-0E16-E9E7-5067A2D6A86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EAA3F234-9622-8E7E-E981-543F8FD59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BB842AFC-BFCE-EFA7-A632-4D43EB6625F3}"/>
              </a:ext>
            </a:extLst>
          </p:cNvPr>
          <p:cNvGrpSpPr>
            <a:grpSpLocks noChangeAspect="1"/>
          </p:cNvGrpSpPr>
          <p:nvPr/>
        </p:nvGrpSpPr>
        <p:grpSpPr>
          <a:xfrm>
            <a:off x="9048000" y="1894720"/>
            <a:ext cx="360000" cy="360000"/>
            <a:chOff x="1048950" y="618723"/>
            <a:chExt cx="540000" cy="540000"/>
          </a:xfrm>
        </p:grpSpPr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8102F4A2-7C20-00FF-ACFA-0D5727A9A11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90335CD5-F225-86CD-BF5A-48EBA3038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3B0D84D-5EDA-7B4F-C6D9-42D55E50E3E8}"/>
              </a:ext>
            </a:extLst>
          </p:cNvPr>
          <p:cNvGrpSpPr>
            <a:grpSpLocks noChangeAspect="1"/>
          </p:cNvGrpSpPr>
          <p:nvPr/>
        </p:nvGrpSpPr>
        <p:grpSpPr>
          <a:xfrm>
            <a:off x="9124640" y="2486400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79DE7557-3AF2-2D71-C789-6FDF50CFFEE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2996ABC1-931B-8D39-CD17-28748D505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AC93DF61-7917-B3B1-0CC1-B3ABA1B8B124}"/>
              </a:ext>
            </a:extLst>
          </p:cNvPr>
          <p:cNvGrpSpPr>
            <a:grpSpLocks noChangeAspect="1"/>
          </p:cNvGrpSpPr>
          <p:nvPr/>
        </p:nvGrpSpPr>
        <p:grpSpPr>
          <a:xfrm>
            <a:off x="10704000" y="1844580"/>
            <a:ext cx="360000" cy="360000"/>
            <a:chOff x="1048950" y="618723"/>
            <a:chExt cx="540000" cy="540000"/>
          </a:xfrm>
        </p:grpSpPr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DCE8AE27-E1D7-CEC4-EB7F-8F65020E827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D0256965-6ED7-CB3C-0623-10AC5C2EF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3E91215-ECFE-7905-45A6-4C013CCD99CE}"/>
              </a:ext>
            </a:extLst>
          </p:cNvPr>
          <p:cNvGrpSpPr>
            <a:grpSpLocks noChangeAspect="1"/>
          </p:cNvGrpSpPr>
          <p:nvPr/>
        </p:nvGrpSpPr>
        <p:grpSpPr>
          <a:xfrm>
            <a:off x="11566818" y="1864900"/>
            <a:ext cx="360000" cy="360000"/>
            <a:chOff x="1048950" y="618723"/>
            <a:chExt cx="540000" cy="540000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536CC5ED-FBAB-1A8E-BC81-FE689CA0C08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9" name="Grafik 98">
              <a:extLst>
                <a:ext uri="{FF2B5EF4-FFF2-40B4-BE49-F238E27FC236}">
                  <a16:creationId xmlns:a16="http://schemas.microsoft.com/office/drawing/2014/main" id="{B9647926-F940-FC8A-3C29-582644151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2E11E4B9-5956-57D3-1C2B-7C4DA8F60FBB}"/>
              </a:ext>
            </a:extLst>
          </p:cNvPr>
          <p:cNvGrpSpPr>
            <a:grpSpLocks noChangeAspect="1"/>
          </p:cNvGrpSpPr>
          <p:nvPr/>
        </p:nvGrpSpPr>
        <p:grpSpPr>
          <a:xfrm>
            <a:off x="11599040" y="2520000"/>
            <a:ext cx="360000" cy="360000"/>
            <a:chOff x="1048950" y="618723"/>
            <a:chExt cx="540000" cy="540000"/>
          </a:xfrm>
        </p:grpSpPr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3304F555-587E-902F-EC22-9CD5EF5D8CB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85A2751E-CC63-07DB-A57E-F7CF34185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4" name="!!Ellipse 4">
            <a:extLst>
              <a:ext uri="{FF2B5EF4-FFF2-40B4-BE49-F238E27FC236}">
                <a16:creationId xmlns:a16="http://schemas.microsoft.com/office/drawing/2014/main" id="{9D534A5D-0510-5729-D976-26C6BA1B0742}"/>
              </a:ext>
            </a:extLst>
          </p:cNvPr>
          <p:cNvSpPr/>
          <p:nvPr/>
        </p:nvSpPr>
        <p:spPr>
          <a:xfrm>
            <a:off x="5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5" name="!!Ellipse 7">
            <a:extLst>
              <a:ext uri="{FF2B5EF4-FFF2-40B4-BE49-F238E27FC236}">
                <a16:creationId xmlns:a16="http://schemas.microsoft.com/office/drawing/2014/main" id="{0C158AAD-3679-9705-2DC6-BDD943C81E55}"/>
              </a:ext>
            </a:extLst>
          </p:cNvPr>
          <p:cNvSpPr/>
          <p:nvPr/>
        </p:nvSpPr>
        <p:spPr>
          <a:xfrm>
            <a:off x="19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6" name="!!Ellipse 8">
            <a:extLst>
              <a:ext uri="{FF2B5EF4-FFF2-40B4-BE49-F238E27FC236}">
                <a16:creationId xmlns:a16="http://schemas.microsoft.com/office/drawing/2014/main" id="{B3DA1473-3BAD-6E6E-3B96-9BBE524AEC4A}"/>
              </a:ext>
            </a:extLst>
          </p:cNvPr>
          <p:cNvSpPr/>
          <p:nvPr/>
        </p:nvSpPr>
        <p:spPr>
          <a:xfrm>
            <a:off x="33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7" name="!!Ellipse 9">
            <a:extLst>
              <a:ext uri="{FF2B5EF4-FFF2-40B4-BE49-F238E27FC236}">
                <a16:creationId xmlns:a16="http://schemas.microsoft.com/office/drawing/2014/main" id="{4183C034-6783-BFC8-7403-8D940717AF83}"/>
              </a:ext>
            </a:extLst>
          </p:cNvPr>
          <p:cNvSpPr/>
          <p:nvPr/>
        </p:nvSpPr>
        <p:spPr>
          <a:xfrm>
            <a:off x="482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8" name="!!Ellipse 10">
            <a:extLst>
              <a:ext uri="{FF2B5EF4-FFF2-40B4-BE49-F238E27FC236}">
                <a16:creationId xmlns:a16="http://schemas.microsoft.com/office/drawing/2014/main" id="{019A9EEE-E496-330C-0F41-73DC427E42A6}"/>
              </a:ext>
            </a:extLst>
          </p:cNvPr>
          <p:cNvSpPr/>
          <p:nvPr/>
        </p:nvSpPr>
        <p:spPr>
          <a:xfrm>
            <a:off x="626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9" name="!!Ellipse 11">
            <a:extLst>
              <a:ext uri="{FF2B5EF4-FFF2-40B4-BE49-F238E27FC236}">
                <a16:creationId xmlns:a16="http://schemas.microsoft.com/office/drawing/2014/main" id="{DFECD14B-38A7-50F6-EA89-AB7A63E89E6F}"/>
              </a:ext>
            </a:extLst>
          </p:cNvPr>
          <p:cNvSpPr/>
          <p:nvPr/>
        </p:nvSpPr>
        <p:spPr>
          <a:xfrm>
            <a:off x="77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0" name="!!Ellipse 12">
            <a:extLst>
              <a:ext uri="{FF2B5EF4-FFF2-40B4-BE49-F238E27FC236}">
                <a16:creationId xmlns:a16="http://schemas.microsoft.com/office/drawing/2014/main" id="{9F9DF6BF-65FF-E73F-E52B-D2713FD8BB9F}"/>
              </a:ext>
            </a:extLst>
          </p:cNvPr>
          <p:cNvSpPr/>
          <p:nvPr/>
        </p:nvSpPr>
        <p:spPr>
          <a:xfrm>
            <a:off x="91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1" name="!!Ellipse 18">
            <a:extLst>
              <a:ext uri="{FF2B5EF4-FFF2-40B4-BE49-F238E27FC236}">
                <a16:creationId xmlns:a16="http://schemas.microsoft.com/office/drawing/2014/main" id="{25F82542-B716-C825-076C-13A0F4D7F361}"/>
              </a:ext>
            </a:extLst>
          </p:cNvPr>
          <p:cNvSpPr/>
          <p:nvPr/>
        </p:nvSpPr>
        <p:spPr>
          <a:xfrm>
            <a:off x="105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D35465D3-3215-9F4D-0C73-7369AB5A394A}"/>
              </a:ext>
            </a:extLst>
          </p:cNvPr>
          <p:cNvGrpSpPr/>
          <p:nvPr/>
        </p:nvGrpSpPr>
        <p:grpSpPr>
          <a:xfrm>
            <a:off x="1200229" y="5393920"/>
            <a:ext cx="540000" cy="540000"/>
            <a:chOff x="1048950" y="618723"/>
            <a:chExt cx="540000" cy="540000"/>
          </a:xfrm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5A3C28C8-FDE7-EF45-20CA-4A0E2D909D0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3181ED0B-CB9C-257D-5651-93622649D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D59409CB-F4E8-B0E1-6C2E-1797C52DFDD8}"/>
              </a:ext>
            </a:extLst>
          </p:cNvPr>
          <p:cNvGrpSpPr/>
          <p:nvPr/>
        </p:nvGrpSpPr>
        <p:grpSpPr>
          <a:xfrm>
            <a:off x="2662240" y="5393920"/>
            <a:ext cx="540000" cy="540000"/>
            <a:chOff x="1048950" y="618723"/>
            <a:chExt cx="540000" cy="540000"/>
          </a:xfrm>
        </p:grpSpPr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2AF5D5BC-B5A6-61D3-56ED-EDAD6C37F1D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7" name="Grafik 116">
              <a:extLst>
                <a:ext uri="{FF2B5EF4-FFF2-40B4-BE49-F238E27FC236}">
                  <a16:creationId xmlns:a16="http://schemas.microsoft.com/office/drawing/2014/main" id="{8BEDA73D-EDD6-88E4-4402-19BB42614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891442EB-E0DA-DB53-A4C6-1DDFE233F4D6}"/>
              </a:ext>
            </a:extLst>
          </p:cNvPr>
          <p:cNvGrpSpPr/>
          <p:nvPr/>
        </p:nvGrpSpPr>
        <p:grpSpPr>
          <a:xfrm>
            <a:off x="4077254" y="5393920"/>
            <a:ext cx="540000" cy="540000"/>
            <a:chOff x="1048950" y="618723"/>
            <a:chExt cx="540000" cy="540000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12BC6AD8-2BAD-5950-C959-6FE50CF2E84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0" name="Grafik 119">
              <a:extLst>
                <a:ext uri="{FF2B5EF4-FFF2-40B4-BE49-F238E27FC236}">
                  <a16:creationId xmlns:a16="http://schemas.microsoft.com/office/drawing/2014/main" id="{F83FA0C5-5C46-D1A5-604C-8693CF9A7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BE3AD6F3-C7F7-DAAB-7A12-95F46381E4C7}"/>
              </a:ext>
            </a:extLst>
          </p:cNvPr>
          <p:cNvGrpSpPr/>
          <p:nvPr/>
        </p:nvGrpSpPr>
        <p:grpSpPr>
          <a:xfrm>
            <a:off x="5518432" y="5402668"/>
            <a:ext cx="540000" cy="540000"/>
            <a:chOff x="1048950" y="618723"/>
            <a:chExt cx="540000" cy="540000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A35A2B4A-5AAF-1E1C-7FD9-B215CF25723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3" name="Grafik 122">
              <a:extLst>
                <a:ext uri="{FF2B5EF4-FFF2-40B4-BE49-F238E27FC236}">
                  <a16:creationId xmlns:a16="http://schemas.microsoft.com/office/drawing/2014/main" id="{DBB22A46-9049-B34F-DE9E-CBFC59717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BD8E26B6-A89A-7BC5-79A1-A70AD98F1770}"/>
              </a:ext>
            </a:extLst>
          </p:cNvPr>
          <p:cNvGrpSpPr/>
          <p:nvPr/>
        </p:nvGrpSpPr>
        <p:grpSpPr>
          <a:xfrm>
            <a:off x="6959610" y="5402668"/>
            <a:ext cx="540000" cy="540000"/>
            <a:chOff x="1048950" y="618723"/>
            <a:chExt cx="540000" cy="540000"/>
          </a:xfrm>
        </p:grpSpPr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D03D30C6-8BAF-2A81-A2EF-C8954CB1784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17D024CB-55A5-5279-62BD-BFD235C82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DCAEE972-0A19-688D-1846-4FBB7498E0A6}"/>
              </a:ext>
            </a:extLst>
          </p:cNvPr>
          <p:cNvGrpSpPr/>
          <p:nvPr/>
        </p:nvGrpSpPr>
        <p:grpSpPr>
          <a:xfrm>
            <a:off x="8400788" y="5393920"/>
            <a:ext cx="540000" cy="540000"/>
            <a:chOff x="1048950" y="618723"/>
            <a:chExt cx="540000" cy="540000"/>
          </a:xfrm>
        </p:grpSpPr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4E7D56B8-7818-A285-FEF0-4E6CFA5CCBB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442A4453-1BEB-086D-9B22-48235F888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A05FC23A-759F-BA7E-9374-460D6F21DBE3}"/>
              </a:ext>
            </a:extLst>
          </p:cNvPr>
          <p:cNvGrpSpPr/>
          <p:nvPr/>
        </p:nvGrpSpPr>
        <p:grpSpPr>
          <a:xfrm>
            <a:off x="9841966" y="5393920"/>
            <a:ext cx="540000" cy="540000"/>
            <a:chOff x="1048950" y="618723"/>
            <a:chExt cx="540000" cy="540000"/>
          </a:xfrm>
        </p:grpSpPr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D873FB19-B583-6D7E-7537-A8FE44AD683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2" name="Grafik 131">
              <a:extLst>
                <a:ext uri="{FF2B5EF4-FFF2-40B4-BE49-F238E27FC236}">
                  <a16:creationId xmlns:a16="http://schemas.microsoft.com/office/drawing/2014/main" id="{1760EF6F-810F-3F01-3659-4C5D4690F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21F45DA4-DF7B-75A1-1167-9E7201180F4A}"/>
              </a:ext>
            </a:extLst>
          </p:cNvPr>
          <p:cNvGrpSpPr/>
          <p:nvPr/>
        </p:nvGrpSpPr>
        <p:grpSpPr>
          <a:xfrm>
            <a:off x="11315223" y="5393920"/>
            <a:ext cx="540000" cy="540000"/>
            <a:chOff x="1048950" y="618723"/>
            <a:chExt cx="540000" cy="540000"/>
          </a:xfrm>
        </p:grpSpPr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FFA3BD9F-9176-AB9A-45AD-58447CBE99A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5" name="Grafik 134">
              <a:extLst>
                <a:ext uri="{FF2B5EF4-FFF2-40B4-BE49-F238E27FC236}">
                  <a16:creationId xmlns:a16="http://schemas.microsoft.com/office/drawing/2014/main" id="{A86D0908-9589-71EA-65A2-80E87E91A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1892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1AFB-947E-653A-E3F7-6B8C4ABD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DB04E27F-462B-C158-8200-DAE3302A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5A7ADD6-1989-86F1-8524-016550A16939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F1EC0D8-94CB-0F0B-7AA5-7121FAA03937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07CE52E-EEF6-C481-DAB6-140F95092175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8A15D2A5-3582-FCA8-92B6-8C11D02E6273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DE62D70-F3F6-8E9B-AF28-695CEC4A482F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!!Ellipse 41">
            <a:extLst>
              <a:ext uri="{FF2B5EF4-FFF2-40B4-BE49-F238E27FC236}">
                <a16:creationId xmlns:a16="http://schemas.microsoft.com/office/drawing/2014/main" id="{2346F670-9BF3-5137-611C-F09B3CC9FD9D}"/>
              </a:ext>
            </a:extLst>
          </p:cNvPr>
          <p:cNvSpPr>
            <a:spLocks noChangeAspect="1"/>
          </p:cNvSpPr>
          <p:nvPr/>
        </p:nvSpPr>
        <p:spPr>
          <a:xfrm>
            <a:off x="3382240" y="3429000"/>
            <a:ext cx="1179338" cy="84238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B91D1786-0414-F39D-E276-771336716F54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9F096815-1488-6B12-DE4B-D25966B67814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8F0EBF8-53CE-7983-A6E0-310262472E87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F149FCE1-A0F6-2C2F-55E7-35991F889FB8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39A05E27-1A2A-E9E4-3FE3-30FA49374791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D33E86B9-02B3-FB5E-1064-C166363690C3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E92A0536-A581-D6A5-C668-0E83A09A8792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3801A5A-1F6D-F4A4-4BF8-A94B5E6D0352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35566223-9B11-F5B1-C3F2-2D420BA9E184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DD618112-9070-82B7-1BA4-8B5E65E3D190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8E45BD8D-53B8-D718-6F79-FBE118FB76B5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F42F03C7-34E3-0CC9-D04C-7DEEA9E6DE56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58081CA-5DC9-689C-099D-B3CBE7870CD6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D427E70B-2E07-F6B8-DEBD-C6124FDF13A0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C4C55AF-8EA2-054E-475A-8B97932929A1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1E25FE32-1FD8-3FD5-C4D5-D870D72A161C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8BB1ACCB-D881-F21F-9DD8-52799F08D4B2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C5F25D9F-13FB-838D-B857-6D93C176CAAD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97574641-6B1F-577D-C04B-593E7B3C9274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0F36CDF-68D7-4576-4F5C-69FA9087728F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DCF90A7B-F8F1-11AE-58FC-4D21B8F926C6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5AC0A88A-087A-6626-493E-AB19F5C34440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90D946-A823-965E-EC37-38E7332F34F1}"/>
              </a:ext>
            </a:extLst>
          </p:cNvPr>
          <p:cNvSpPr txBox="1">
            <a:spLocks/>
          </p:cNvSpPr>
          <p:nvPr/>
        </p:nvSpPr>
        <p:spPr>
          <a:xfrm>
            <a:off x="223688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045E37C-23D9-306F-C96C-DC2CA329F07A}"/>
              </a:ext>
            </a:extLst>
          </p:cNvPr>
          <p:cNvGrpSpPr>
            <a:grpSpLocks noChangeAspect="1"/>
          </p:cNvGrpSpPr>
          <p:nvPr/>
        </p:nvGrpSpPr>
        <p:grpSpPr>
          <a:xfrm>
            <a:off x="3288000" y="2502000"/>
            <a:ext cx="360000" cy="3600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5E52C5F8-B361-36AD-7D40-6CCC29488A6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C5B67048-8857-A2F3-8170-A1693CF96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DB29F4EE-AB5C-1F31-215D-0A9F6E45EC4E}"/>
              </a:ext>
            </a:extLst>
          </p:cNvPr>
          <p:cNvGrpSpPr>
            <a:grpSpLocks noChangeAspect="1"/>
          </p:cNvGrpSpPr>
          <p:nvPr/>
        </p:nvGrpSpPr>
        <p:grpSpPr>
          <a:xfrm>
            <a:off x="4116000" y="1898748"/>
            <a:ext cx="360000" cy="3600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E6084DD4-FE3A-6076-3B18-BF49FDC8BD6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D55DC8D0-FAA7-39A3-4E25-63C2F0FC9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0036FA5F-94B1-9851-53F2-F48AB24D8FC3}"/>
              </a:ext>
            </a:extLst>
          </p:cNvPr>
          <p:cNvGrpSpPr>
            <a:grpSpLocks noChangeAspect="1"/>
          </p:cNvGrpSpPr>
          <p:nvPr/>
        </p:nvGrpSpPr>
        <p:grpSpPr>
          <a:xfrm>
            <a:off x="4944000" y="1890000"/>
            <a:ext cx="360000" cy="3600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8585B578-3A05-AF2E-5EB8-2DEB385AD1E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E4A2F068-213F-3CC0-1C55-7634282C4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25FA95A3-42B0-2CEA-A468-DBA4A39AD276}"/>
              </a:ext>
            </a:extLst>
          </p:cNvPr>
          <p:cNvGrpSpPr>
            <a:grpSpLocks noChangeAspect="1"/>
          </p:cNvGrpSpPr>
          <p:nvPr/>
        </p:nvGrpSpPr>
        <p:grpSpPr>
          <a:xfrm>
            <a:off x="5772000" y="1890000"/>
            <a:ext cx="360000" cy="3600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55CF465B-C240-F5ED-B6CA-B69C9E6461D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D567137E-7973-6B29-8634-5E451449F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E4957C97-4610-4AD5-1B5B-EEA1537D46F3}"/>
              </a:ext>
            </a:extLst>
          </p:cNvPr>
          <p:cNvGrpSpPr>
            <a:grpSpLocks noChangeAspect="1"/>
          </p:cNvGrpSpPr>
          <p:nvPr/>
        </p:nvGrpSpPr>
        <p:grpSpPr>
          <a:xfrm>
            <a:off x="4992640" y="2502000"/>
            <a:ext cx="360000" cy="3600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2F41707B-BF5C-0ADB-74E5-72144BA8D95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48A58FD0-D67D-AFE0-F457-018CF0917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52AC784B-388E-D717-2F03-426EA053373C}"/>
              </a:ext>
            </a:extLst>
          </p:cNvPr>
          <p:cNvGrpSpPr>
            <a:grpSpLocks noChangeAspect="1"/>
          </p:cNvGrpSpPr>
          <p:nvPr/>
        </p:nvGrpSpPr>
        <p:grpSpPr>
          <a:xfrm>
            <a:off x="5788432" y="2502000"/>
            <a:ext cx="360000" cy="3600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2190490C-668D-279C-CD13-05851F43A58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ED3869AC-C46E-7AFD-42C6-8837314C7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B0AFC226-598D-C10A-5F78-2328AC284CDC}"/>
              </a:ext>
            </a:extLst>
          </p:cNvPr>
          <p:cNvGrpSpPr>
            <a:grpSpLocks noChangeAspect="1"/>
          </p:cNvGrpSpPr>
          <p:nvPr/>
        </p:nvGrpSpPr>
        <p:grpSpPr>
          <a:xfrm>
            <a:off x="6609450" y="2502000"/>
            <a:ext cx="360000" cy="3600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FC889BC4-11CC-2469-F19F-AC5C60BE628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D11063C0-0AEB-885B-2213-58E12D03C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7F079506-EEB5-8A40-4484-8281010AC5FA}"/>
              </a:ext>
            </a:extLst>
          </p:cNvPr>
          <p:cNvGrpSpPr>
            <a:grpSpLocks noChangeAspect="1"/>
          </p:cNvGrpSpPr>
          <p:nvPr/>
        </p:nvGrpSpPr>
        <p:grpSpPr>
          <a:xfrm>
            <a:off x="8240320" y="2488720"/>
            <a:ext cx="360000" cy="3600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1AEEECBC-2A27-A23B-ED01-B09A0F41BD3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02A6139D-73FF-5DC7-5DE1-F7090582C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BF9F992-DEE0-C7CD-C6D0-AD91A93B69E5}"/>
              </a:ext>
            </a:extLst>
          </p:cNvPr>
          <p:cNvGrpSpPr>
            <a:grpSpLocks noChangeAspect="1"/>
          </p:cNvGrpSpPr>
          <p:nvPr/>
        </p:nvGrpSpPr>
        <p:grpSpPr>
          <a:xfrm>
            <a:off x="9048000" y="1894720"/>
            <a:ext cx="360000" cy="360000"/>
            <a:chOff x="1048950" y="618723"/>
            <a:chExt cx="540000" cy="540000"/>
          </a:xfrm>
        </p:grpSpPr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4FD83DD6-927C-9727-18AE-1FBE24C3A66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E1E3A696-8699-8C7E-F6DD-7822563C8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CE64C50-D24A-C599-3453-7BCF5D84B17C}"/>
              </a:ext>
            </a:extLst>
          </p:cNvPr>
          <p:cNvGrpSpPr>
            <a:grpSpLocks noChangeAspect="1"/>
          </p:cNvGrpSpPr>
          <p:nvPr/>
        </p:nvGrpSpPr>
        <p:grpSpPr>
          <a:xfrm>
            <a:off x="9124640" y="2486400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2F625425-77AB-D98B-6826-139FFDB8DE7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42DFC495-E35B-6BFC-89EC-C37825F1A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D8D8AA91-D0A5-8A70-E6AF-10EEA0D76175}"/>
              </a:ext>
            </a:extLst>
          </p:cNvPr>
          <p:cNvGrpSpPr>
            <a:grpSpLocks noChangeAspect="1"/>
          </p:cNvGrpSpPr>
          <p:nvPr/>
        </p:nvGrpSpPr>
        <p:grpSpPr>
          <a:xfrm>
            <a:off x="10704000" y="1844580"/>
            <a:ext cx="360000" cy="360000"/>
            <a:chOff x="1048950" y="618723"/>
            <a:chExt cx="540000" cy="540000"/>
          </a:xfrm>
        </p:grpSpPr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7B1679EA-C718-338E-881F-FD1A480665B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A23AD6C5-1478-EA03-7236-97B694B16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BD9CC934-8068-0602-418F-EB3BC69199B6}"/>
              </a:ext>
            </a:extLst>
          </p:cNvPr>
          <p:cNvGrpSpPr>
            <a:grpSpLocks noChangeAspect="1"/>
          </p:cNvGrpSpPr>
          <p:nvPr/>
        </p:nvGrpSpPr>
        <p:grpSpPr>
          <a:xfrm>
            <a:off x="11566818" y="1864900"/>
            <a:ext cx="360000" cy="360000"/>
            <a:chOff x="1048950" y="618723"/>
            <a:chExt cx="540000" cy="540000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7FAAF43A-F804-DA9B-2A38-17128B1D40E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9" name="Grafik 98">
              <a:extLst>
                <a:ext uri="{FF2B5EF4-FFF2-40B4-BE49-F238E27FC236}">
                  <a16:creationId xmlns:a16="http://schemas.microsoft.com/office/drawing/2014/main" id="{5C01CE8E-8AC6-0CB6-DCE0-30D23B46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7BC999ED-B1C4-FB8A-D0B6-91BEAF558568}"/>
              </a:ext>
            </a:extLst>
          </p:cNvPr>
          <p:cNvGrpSpPr>
            <a:grpSpLocks noChangeAspect="1"/>
          </p:cNvGrpSpPr>
          <p:nvPr/>
        </p:nvGrpSpPr>
        <p:grpSpPr>
          <a:xfrm>
            <a:off x="11599040" y="2520000"/>
            <a:ext cx="360000" cy="360000"/>
            <a:chOff x="1048950" y="618723"/>
            <a:chExt cx="540000" cy="540000"/>
          </a:xfrm>
        </p:grpSpPr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DFA817A6-054E-0CE7-E925-B5C8DD23A31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96B7D8CD-5042-2EA6-9B3B-ADC2C36BD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3" name="Titel 1">
            <a:extLst>
              <a:ext uri="{FF2B5EF4-FFF2-40B4-BE49-F238E27FC236}">
                <a16:creationId xmlns:a16="http://schemas.microsoft.com/office/drawing/2014/main" id="{C5654D1A-0BFD-3B44-3C7F-F4DDDA14BBA1}"/>
              </a:ext>
            </a:extLst>
          </p:cNvPr>
          <p:cNvSpPr txBox="1">
            <a:spLocks/>
          </p:cNvSpPr>
          <p:nvPr/>
        </p:nvSpPr>
        <p:spPr>
          <a:xfrm>
            <a:off x="258960" y="325929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104" name="!!Ellipse 4">
            <a:extLst>
              <a:ext uri="{FF2B5EF4-FFF2-40B4-BE49-F238E27FC236}">
                <a16:creationId xmlns:a16="http://schemas.microsoft.com/office/drawing/2014/main" id="{A787F380-EBC1-F139-48D3-AEB393DFEE61}"/>
              </a:ext>
            </a:extLst>
          </p:cNvPr>
          <p:cNvSpPr/>
          <p:nvPr/>
        </p:nvSpPr>
        <p:spPr>
          <a:xfrm>
            <a:off x="5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5" name="!!Ellipse 7">
            <a:extLst>
              <a:ext uri="{FF2B5EF4-FFF2-40B4-BE49-F238E27FC236}">
                <a16:creationId xmlns:a16="http://schemas.microsoft.com/office/drawing/2014/main" id="{2A812C52-7E69-1814-C2A2-7F842F1E2ACF}"/>
              </a:ext>
            </a:extLst>
          </p:cNvPr>
          <p:cNvSpPr/>
          <p:nvPr/>
        </p:nvSpPr>
        <p:spPr>
          <a:xfrm>
            <a:off x="19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6" name="!!Ellipse 8">
            <a:extLst>
              <a:ext uri="{FF2B5EF4-FFF2-40B4-BE49-F238E27FC236}">
                <a16:creationId xmlns:a16="http://schemas.microsoft.com/office/drawing/2014/main" id="{974763F0-7AA0-4680-78DF-2DD666EEBF35}"/>
              </a:ext>
            </a:extLst>
          </p:cNvPr>
          <p:cNvSpPr/>
          <p:nvPr/>
        </p:nvSpPr>
        <p:spPr>
          <a:xfrm>
            <a:off x="33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7" name="!!Ellipse 9">
            <a:extLst>
              <a:ext uri="{FF2B5EF4-FFF2-40B4-BE49-F238E27FC236}">
                <a16:creationId xmlns:a16="http://schemas.microsoft.com/office/drawing/2014/main" id="{3895884A-096E-E0FB-57D9-39D5F0A200B1}"/>
              </a:ext>
            </a:extLst>
          </p:cNvPr>
          <p:cNvSpPr/>
          <p:nvPr/>
        </p:nvSpPr>
        <p:spPr>
          <a:xfrm>
            <a:off x="482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8" name="!!Ellipse 10">
            <a:extLst>
              <a:ext uri="{FF2B5EF4-FFF2-40B4-BE49-F238E27FC236}">
                <a16:creationId xmlns:a16="http://schemas.microsoft.com/office/drawing/2014/main" id="{A1265575-57DE-935E-7BC7-E530DAEEF5C6}"/>
              </a:ext>
            </a:extLst>
          </p:cNvPr>
          <p:cNvSpPr/>
          <p:nvPr/>
        </p:nvSpPr>
        <p:spPr>
          <a:xfrm>
            <a:off x="626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9" name="!!Ellipse 11">
            <a:extLst>
              <a:ext uri="{FF2B5EF4-FFF2-40B4-BE49-F238E27FC236}">
                <a16:creationId xmlns:a16="http://schemas.microsoft.com/office/drawing/2014/main" id="{A35892DC-7FD0-9BDB-3A71-DE87686CA480}"/>
              </a:ext>
            </a:extLst>
          </p:cNvPr>
          <p:cNvSpPr/>
          <p:nvPr/>
        </p:nvSpPr>
        <p:spPr>
          <a:xfrm>
            <a:off x="770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0" name="!!Ellipse 12">
            <a:extLst>
              <a:ext uri="{FF2B5EF4-FFF2-40B4-BE49-F238E27FC236}">
                <a16:creationId xmlns:a16="http://schemas.microsoft.com/office/drawing/2014/main" id="{14FA234D-3D6B-6A72-41FB-A022BCE52C2F}"/>
              </a:ext>
            </a:extLst>
          </p:cNvPr>
          <p:cNvSpPr/>
          <p:nvPr/>
        </p:nvSpPr>
        <p:spPr>
          <a:xfrm>
            <a:off x="914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1" name="!!Ellipse 18">
            <a:extLst>
              <a:ext uri="{FF2B5EF4-FFF2-40B4-BE49-F238E27FC236}">
                <a16:creationId xmlns:a16="http://schemas.microsoft.com/office/drawing/2014/main" id="{87C80019-3BFA-9210-C533-6FC00C943351}"/>
              </a:ext>
            </a:extLst>
          </p:cNvPr>
          <p:cNvSpPr/>
          <p:nvPr/>
        </p:nvSpPr>
        <p:spPr>
          <a:xfrm>
            <a:off x="10582240" y="5573920"/>
            <a:ext cx="108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00586029-927E-7A35-35CB-041129AC1388}"/>
              </a:ext>
            </a:extLst>
          </p:cNvPr>
          <p:cNvGrpSpPr/>
          <p:nvPr/>
        </p:nvGrpSpPr>
        <p:grpSpPr>
          <a:xfrm>
            <a:off x="1200229" y="5393920"/>
            <a:ext cx="540000" cy="540000"/>
            <a:chOff x="1048950" y="618723"/>
            <a:chExt cx="540000" cy="540000"/>
          </a:xfrm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304A20A4-1A13-591A-392B-7DD16C97292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2723C13F-CEA4-3A46-9755-A65D51902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6B68AFF4-9BA8-2B0F-D2CA-C53196BABF2F}"/>
              </a:ext>
            </a:extLst>
          </p:cNvPr>
          <p:cNvGrpSpPr/>
          <p:nvPr/>
        </p:nvGrpSpPr>
        <p:grpSpPr>
          <a:xfrm>
            <a:off x="2662240" y="5393920"/>
            <a:ext cx="540000" cy="540000"/>
            <a:chOff x="1048950" y="618723"/>
            <a:chExt cx="540000" cy="540000"/>
          </a:xfrm>
        </p:grpSpPr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CB9429E3-E074-26F3-B403-9D153343435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7" name="Grafik 116">
              <a:extLst>
                <a:ext uri="{FF2B5EF4-FFF2-40B4-BE49-F238E27FC236}">
                  <a16:creationId xmlns:a16="http://schemas.microsoft.com/office/drawing/2014/main" id="{01D623ED-094B-2645-0AB7-FD2316A8F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B9022885-3F80-C134-161A-1E572D77ED5C}"/>
              </a:ext>
            </a:extLst>
          </p:cNvPr>
          <p:cNvGrpSpPr/>
          <p:nvPr/>
        </p:nvGrpSpPr>
        <p:grpSpPr>
          <a:xfrm>
            <a:off x="4077254" y="5393920"/>
            <a:ext cx="540000" cy="540000"/>
            <a:chOff x="1048950" y="618723"/>
            <a:chExt cx="540000" cy="540000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654772BB-5AFC-886B-7EDA-28927C24061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0" name="Grafik 119">
              <a:extLst>
                <a:ext uri="{FF2B5EF4-FFF2-40B4-BE49-F238E27FC236}">
                  <a16:creationId xmlns:a16="http://schemas.microsoft.com/office/drawing/2014/main" id="{ED9513EA-7E3B-C204-48D4-C146CCFF0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0D6E8FE4-9339-9BC7-D6DE-CDE21BABAD71}"/>
              </a:ext>
            </a:extLst>
          </p:cNvPr>
          <p:cNvGrpSpPr/>
          <p:nvPr/>
        </p:nvGrpSpPr>
        <p:grpSpPr>
          <a:xfrm>
            <a:off x="5518432" y="5402668"/>
            <a:ext cx="540000" cy="540000"/>
            <a:chOff x="1048950" y="618723"/>
            <a:chExt cx="540000" cy="540000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6CC553D6-5F4F-2EFD-7C85-2BD93DF8A4E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3" name="Grafik 122">
              <a:extLst>
                <a:ext uri="{FF2B5EF4-FFF2-40B4-BE49-F238E27FC236}">
                  <a16:creationId xmlns:a16="http://schemas.microsoft.com/office/drawing/2014/main" id="{385B4117-A705-5132-71CF-0DFF7A436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FF76AAF5-BC30-9FE4-5759-6EA32FBF92F8}"/>
              </a:ext>
            </a:extLst>
          </p:cNvPr>
          <p:cNvGrpSpPr/>
          <p:nvPr/>
        </p:nvGrpSpPr>
        <p:grpSpPr>
          <a:xfrm>
            <a:off x="6959610" y="5402668"/>
            <a:ext cx="540000" cy="540000"/>
            <a:chOff x="1048950" y="618723"/>
            <a:chExt cx="540000" cy="540000"/>
          </a:xfrm>
        </p:grpSpPr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B9F4BCAC-EAB4-A9FC-DC1C-F8E77C843C8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CE10D177-658D-0476-C614-226F07B7D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CA093AD9-BBF2-B6C1-594C-F27A45F9D195}"/>
              </a:ext>
            </a:extLst>
          </p:cNvPr>
          <p:cNvGrpSpPr/>
          <p:nvPr/>
        </p:nvGrpSpPr>
        <p:grpSpPr>
          <a:xfrm>
            <a:off x="8400788" y="5393920"/>
            <a:ext cx="540000" cy="540000"/>
            <a:chOff x="1048950" y="618723"/>
            <a:chExt cx="540000" cy="540000"/>
          </a:xfrm>
        </p:grpSpPr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65648AF6-8208-CF79-DF85-B6A9E36690D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7D721C4C-836D-4210-CFCB-F13B16DE9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61BCAB34-B4DF-FEBD-3FD6-8FD610666C28}"/>
              </a:ext>
            </a:extLst>
          </p:cNvPr>
          <p:cNvGrpSpPr/>
          <p:nvPr/>
        </p:nvGrpSpPr>
        <p:grpSpPr>
          <a:xfrm>
            <a:off x="9841966" y="5393920"/>
            <a:ext cx="540000" cy="540000"/>
            <a:chOff x="1048950" y="618723"/>
            <a:chExt cx="540000" cy="540000"/>
          </a:xfrm>
        </p:grpSpPr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6D5F86CE-E80F-99C8-2895-CFEB74D80F2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2" name="Grafik 131">
              <a:extLst>
                <a:ext uri="{FF2B5EF4-FFF2-40B4-BE49-F238E27FC236}">
                  <a16:creationId xmlns:a16="http://schemas.microsoft.com/office/drawing/2014/main" id="{CA5831DE-F484-9740-99BA-82181CDF2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9A558AD4-1048-F3A1-3DF0-0EE8F5723533}"/>
              </a:ext>
            </a:extLst>
          </p:cNvPr>
          <p:cNvGrpSpPr/>
          <p:nvPr/>
        </p:nvGrpSpPr>
        <p:grpSpPr>
          <a:xfrm>
            <a:off x="11315223" y="5393920"/>
            <a:ext cx="540000" cy="540000"/>
            <a:chOff x="1048950" y="618723"/>
            <a:chExt cx="540000" cy="540000"/>
          </a:xfrm>
        </p:grpSpPr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A3ABC2BE-0272-7852-57EA-71BCDB1AE8E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5" name="Grafik 134">
              <a:extLst>
                <a:ext uri="{FF2B5EF4-FFF2-40B4-BE49-F238E27FC236}">
                  <a16:creationId xmlns:a16="http://schemas.microsoft.com/office/drawing/2014/main" id="{561020ED-92A8-6820-684A-435AE4044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646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A4BF-191A-863A-6A8E-CAB881BC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1EC5B2-0212-496D-1459-FBB1D583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335" y="-244475"/>
            <a:ext cx="4799330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Bottom Up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94E0CA-2146-6506-FE24-3A4506C6EB57}"/>
              </a:ext>
            </a:extLst>
          </p:cNvPr>
          <p:cNvSpPr txBox="1">
            <a:spLocks/>
          </p:cNvSpPr>
          <p:nvPr/>
        </p:nvSpPr>
        <p:spPr>
          <a:xfrm>
            <a:off x="3263899" y="2326005"/>
            <a:ext cx="540258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Validierungen:        36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AC1F369-7F00-5009-F1D9-3AB91393DED9}"/>
              </a:ext>
            </a:extLst>
          </p:cNvPr>
          <p:cNvSpPr txBox="1">
            <a:spLocks/>
          </p:cNvSpPr>
          <p:nvPr/>
        </p:nvSpPr>
        <p:spPr>
          <a:xfrm>
            <a:off x="3263899" y="3373121"/>
            <a:ext cx="540258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Scorings:                15        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AE89CF3-DE5C-8999-DD5B-A4EBFF771D1C}"/>
              </a:ext>
            </a:extLst>
          </p:cNvPr>
          <p:cNvSpPr txBox="1">
            <a:spLocks/>
          </p:cNvSpPr>
          <p:nvPr/>
        </p:nvSpPr>
        <p:spPr>
          <a:xfrm>
            <a:off x="3263899" y="4531361"/>
            <a:ext cx="540258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Prunings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:                 0</a:t>
            </a:r>
          </a:p>
        </p:txBody>
      </p:sp>
    </p:spTree>
    <p:extLst>
      <p:ext uri="{BB962C8B-B14F-4D97-AF65-F5344CB8AC3E}">
        <p14:creationId xmlns:p14="http://schemas.microsoft.com/office/powerpoint/2010/main" val="201022025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6075-4C57-36CF-E167-997EE5BB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DC00D-AEEA-375F-795F-13F9FF86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774" y="1584325"/>
            <a:ext cx="4486276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Top Down</a:t>
            </a:r>
          </a:p>
        </p:txBody>
      </p:sp>
    </p:spTree>
    <p:extLst>
      <p:ext uri="{BB962C8B-B14F-4D97-AF65-F5344CB8AC3E}">
        <p14:creationId xmlns:p14="http://schemas.microsoft.com/office/powerpoint/2010/main" val="254912052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C366-FAA3-2CE5-32D9-991307AA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E500303-0CC6-7CAD-3E74-B780AC1762B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1.) Starte mit Top Level Kandidaten X = S</a:t>
                </a:r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2.) Generiere Kandidaten </a:t>
                </a:r>
                <a14:m>
                  <m:oMath xmlns:m="http://schemas.openxmlformats.org/officeDocument/2006/math">
                    <m:r>
                      <a:rPr lang="de-DE" sz="4000" b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DE" sz="40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sz="4000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nur wenn </a:t>
                </a:r>
                <a:r>
                  <a:rPr lang="de-DE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…  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alle Spezialisierungen Valide sind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E500303-0CC6-7CAD-3E74-B780AC176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feil: nach unten 11">
            <a:extLst>
              <a:ext uri="{FF2B5EF4-FFF2-40B4-BE49-F238E27FC236}">
                <a16:creationId xmlns:a16="http://schemas.microsoft.com/office/drawing/2014/main" id="{0F1E179D-CF3B-E082-7846-EDA2B15D784D}"/>
              </a:ext>
            </a:extLst>
          </p:cNvPr>
          <p:cNvSpPr>
            <a:spLocks/>
          </p:cNvSpPr>
          <p:nvPr/>
        </p:nvSpPr>
        <p:spPr>
          <a:xfrm>
            <a:off x="5038723" y="4219574"/>
            <a:ext cx="1800000" cy="1620000"/>
          </a:xfrm>
          <a:prstGeom prst="down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67107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8370-4E04-98CE-ECC6-98837DFE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Ellipse 9">
            <a:extLst>
              <a:ext uri="{FF2B5EF4-FFF2-40B4-BE49-F238E27FC236}">
                <a16:creationId xmlns:a16="http://schemas.microsoft.com/office/drawing/2014/main" id="{14728033-05C1-ABC9-DB2E-1ED39706ED11}"/>
              </a:ext>
            </a:extLst>
          </p:cNvPr>
          <p:cNvSpPr/>
          <p:nvPr/>
        </p:nvSpPr>
        <p:spPr>
          <a:xfrm>
            <a:off x="4926000" y="2889000"/>
            <a:ext cx="2340000" cy="108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A,B,C,D,E,F,G,H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D202FBBD-849A-0C84-2A97-F899D515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8:</a:t>
            </a:r>
          </a:p>
        </p:txBody>
      </p:sp>
    </p:spTree>
    <p:extLst>
      <p:ext uri="{BB962C8B-B14F-4D97-AF65-F5344CB8AC3E}">
        <p14:creationId xmlns:p14="http://schemas.microsoft.com/office/powerpoint/2010/main" val="33471450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4040-3783-8FC4-79C6-D1A194B6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Ellipse 9">
            <a:extLst>
              <a:ext uri="{FF2B5EF4-FFF2-40B4-BE49-F238E27FC236}">
                <a16:creationId xmlns:a16="http://schemas.microsoft.com/office/drawing/2014/main" id="{E6C6F3B1-3D70-3031-61B3-0A5D2E712C47}"/>
              </a:ext>
            </a:extLst>
          </p:cNvPr>
          <p:cNvSpPr/>
          <p:nvPr/>
        </p:nvSpPr>
        <p:spPr>
          <a:xfrm>
            <a:off x="4926000" y="2889000"/>
            <a:ext cx="2340000" cy="108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CDDC16C8-8F55-BFFF-8ACF-5650C9A6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8: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AB6DB6-9817-5934-BF1F-E46EF7D7B06B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A5D2A37-F6C8-28C2-94AC-6757BAA61642}"/>
              </a:ext>
            </a:extLst>
          </p:cNvPr>
          <p:cNvGrpSpPr/>
          <p:nvPr/>
        </p:nvGrpSpPr>
        <p:grpSpPr>
          <a:xfrm>
            <a:off x="6792460" y="2793019"/>
            <a:ext cx="651600" cy="540000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451C679-4FF5-4D35-6ACC-A53184D5C13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F02C6CF-B98E-1CD8-72DC-1581C785E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7904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53E80-AC0D-9596-97E8-1AA73102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Ellipse 9">
            <a:extLst>
              <a:ext uri="{FF2B5EF4-FFF2-40B4-BE49-F238E27FC236}">
                <a16:creationId xmlns:a16="http://schemas.microsoft.com/office/drawing/2014/main" id="{E40DD062-2002-4489-D285-648C7809167F}"/>
              </a:ext>
            </a:extLst>
          </p:cNvPr>
          <p:cNvSpPr/>
          <p:nvPr/>
        </p:nvSpPr>
        <p:spPr>
          <a:xfrm>
            <a:off x="4926000" y="1466600"/>
            <a:ext cx="2340000" cy="108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BB423EB0-370A-DF21-57C1-F328A02D4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7: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2AEC49E-0540-E971-76E6-EB0625D6B829}"/>
              </a:ext>
            </a:extLst>
          </p:cNvPr>
          <p:cNvGrpSpPr/>
          <p:nvPr/>
        </p:nvGrpSpPr>
        <p:grpSpPr>
          <a:xfrm>
            <a:off x="6792460" y="1370619"/>
            <a:ext cx="651600" cy="540000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E8A8777-2A2D-CD3A-1149-26657B348F8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3BAA4B25-DA92-6C9D-4663-3540E8832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B2AEFABB-9729-D010-D8B6-16A004F0EC12}"/>
              </a:ext>
            </a:extLst>
          </p:cNvPr>
          <p:cNvSpPr/>
          <p:nvPr/>
        </p:nvSpPr>
        <p:spPr>
          <a:xfrm>
            <a:off x="841680" y="370180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A,B,C,D,E,F,G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6AC0F5C8-066E-56E1-9EE2-1E236F32B0D5}"/>
              </a:ext>
            </a:extLst>
          </p:cNvPr>
          <p:cNvSpPr/>
          <p:nvPr/>
        </p:nvSpPr>
        <p:spPr>
          <a:xfrm>
            <a:off x="3015920" y="370180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A,B,C,D,E,F,H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9E233D59-E049-E744-F3F2-F21DE5070E82}"/>
              </a:ext>
            </a:extLst>
          </p:cNvPr>
          <p:cNvSpPr/>
          <p:nvPr/>
        </p:nvSpPr>
        <p:spPr>
          <a:xfrm>
            <a:off x="5190160" y="370180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A,B,C,D,E,G,H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5C736827-154C-F227-2819-101241C04F5F}"/>
              </a:ext>
            </a:extLst>
          </p:cNvPr>
          <p:cNvSpPr/>
          <p:nvPr/>
        </p:nvSpPr>
        <p:spPr>
          <a:xfrm>
            <a:off x="7364400" y="370180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A,B,C,D,F,G,H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0360E8B1-ABCC-22DF-6610-63834B662828}"/>
              </a:ext>
            </a:extLst>
          </p:cNvPr>
          <p:cNvSpPr/>
          <p:nvPr/>
        </p:nvSpPr>
        <p:spPr>
          <a:xfrm>
            <a:off x="9538640" y="369096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A,B,C,E,F,G,H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AE1F2769-CD4C-A4A7-F67A-576D8D3DF6ED}"/>
              </a:ext>
            </a:extLst>
          </p:cNvPr>
          <p:cNvSpPr/>
          <p:nvPr/>
        </p:nvSpPr>
        <p:spPr>
          <a:xfrm>
            <a:off x="3015920" y="500228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A,B,D,E,F,G,H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138EB3AF-BFEC-359E-8A40-B3994F5323CE}"/>
              </a:ext>
            </a:extLst>
          </p:cNvPr>
          <p:cNvSpPr/>
          <p:nvPr/>
        </p:nvSpPr>
        <p:spPr>
          <a:xfrm>
            <a:off x="5190160" y="500228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A,C,D,E,F,G,H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77A194AE-B4B9-EEEE-7EC1-513C591C8C70}"/>
              </a:ext>
            </a:extLst>
          </p:cNvPr>
          <p:cNvSpPr/>
          <p:nvPr/>
        </p:nvSpPr>
        <p:spPr>
          <a:xfrm>
            <a:off x="7364400" y="5002280"/>
            <a:ext cx="2052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B,C,D,E,F,G,H</a:t>
            </a:r>
          </a:p>
        </p:txBody>
      </p:sp>
    </p:spTree>
    <p:extLst>
      <p:ext uri="{BB962C8B-B14F-4D97-AF65-F5344CB8AC3E}">
        <p14:creationId xmlns:p14="http://schemas.microsoft.com/office/powerpoint/2010/main" val="3842094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82AB-D7B1-124C-2E84-0830575A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Ellipse 9">
            <a:extLst>
              <a:ext uri="{FF2B5EF4-FFF2-40B4-BE49-F238E27FC236}">
                <a16:creationId xmlns:a16="http://schemas.microsoft.com/office/drawing/2014/main" id="{3E1FBB08-21C6-1B25-2D3F-4232174A89CE}"/>
              </a:ext>
            </a:extLst>
          </p:cNvPr>
          <p:cNvSpPr/>
          <p:nvPr/>
        </p:nvSpPr>
        <p:spPr>
          <a:xfrm>
            <a:off x="4926000" y="1466600"/>
            <a:ext cx="2340000" cy="108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66BF6A8-505F-3D4D-EB05-3D2F24B5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7: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555DF34-B4F1-1A1A-52C9-D427983538BF}"/>
              </a:ext>
            </a:extLst>
          </p:cNvPr>
          <p:cNvGrpSpPr/>
          <p:nvPr/>
        </p:nvGrpSpPr>
        <p:grpSpPr>
          <a:xfrm>
            <a:off x="6792460" y="1370619"/>
            <a:ext cx="651600" cy="540000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0F3F71BF-B79C-2421-5BC2-2772A35C89B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809CCE8F-1F31-72A5-13BC-FC2B689FC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737C7B8D-E3CA-0EF4-3A66-5D045B85DD9A}"/>
              </a:ext>
            </a:extLst>
          </p:cNvPr>
          <p:cNvSpPr/>
          <p:nvPr/>
        </p:nvSpPr>
        <p:spPr>
          <a:xfrm>
            <a:off x="841680" y="370180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6FF2DC94-7F7D-671B-2133-0A42A59AF2FF}"/>
              </a:ext>
            </a:extLst>
          </p:cNvPr>
          <p:cNvSpPr/>
          <p:nvPr/>
        </p:nvSpPr>
        <p:spPr>
          <a:xfrm>
            <a:off x="3015920" y="370180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402B2133-4D70-5960-C122-F9601AFF50BF}"/>
              </a:ext>
            </a:extLst>
          </p:cNvPr>
          <p:cNvSpPr/>
          <p:nvPr/>
        </p:nvSpPr>
        <p:spPr>
          <a:xfrm>
            <a:off x="5190160" y="370180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29A00F42-50C5-37C8-BC14-63D000CB8017}"/>
              </a:ext>
            </a:extLst>
          </p:cNvPr>
          <p:cNvSpPr/>
          <p:nvPr/>
        </p:nvSpPr>
        <p:spPr>
          <a:xfrm>
            <a:off x="7364400" y="370180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3EB1CADE-52B9-C2D6-23BB-A59028D54F5E}"/>
              </a:ext>
            </a:extLst>
          </p:cNvPr>
          <p:cNvSpPr/>
          <p:nvPr/>
        </p:nvSpPr>
        <p:spPr>
          <a:xfrm>
            <a:off x="9538640" y="369096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512B25A0-88FB-88C3-C264-92384F6CD32D}"/>
              </a:ext>
            </a:extLst>
          </p:cNvPr>
          <p:cNvSpPr/>
          <p:nvPr/>
        </p:nvSpPr>
        <p:spPr>
          <a:xfrm>
            <a:off x="3015920" y="500228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337D3864-D18B-1A06-F267-88751A7B80F9}"/>
              </a:ext>
            </a:extLst>
          </p:cNvPr>
          <p:cNvSpPr/>
          <p:nvPr/>
        </p:nvSpPr>
        <p:spPr>
          <a:xfrm>
            <a:off x="5190160" y="500228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7069DD72-2072-9E25-DAA3-F6189D3B216E}"/>
              </a:ext>
            </a:extLst>
          </p:cNvPr>
          <p:cNvSpPr/>
          <p:nvPr/>
        </p:nvSpPr>
        <p:spPr>
          <a:xfrm>
            <a:off x="7364400" y="5002280"/>
            <a:ext cx="2052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B7B7C3-44B2-9AC8-00A1-DC846CBDF407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598368A-101D-90D5-B9F6-C30D3779B80A}"/>
              </a:ext>
            </a:extLst>
          </p:cNvPr>
          <p:cNvGrpSpPr/>
          <p:nvPr/>
        </p:nvGrpSpPr>
        <p:grpSpPr>
          <a:xfrm>
            <a:off x="2362400" y="3551379"/>
            <a:ext cx="651600" cy="540000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45A0BC91-961C-DC42-E5F7-47711345A4C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97A38921-35DF-AC10-7240-367FCF9D9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47F8908-6F26-A95D-7A02-8BFD66F1D05E}"/>
              </a:ext>
            </a:extLst>
          </p:cNvPr>
          <p:cNvGrpSpPr/>
          <p:nvPr/>
        </p:nvGrpSpPr>
        <p:grpSpPr>
          <a:xfrm>
            <a:off x="4538560" y="3504979"/>
            <a:ext cx="651600" cy="540000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151A8FFD-31F4-0DE3-A334-52F993A19E0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A75808D7-43F1-06FE-342D-D0BB1075B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B0CB046-88FD-2A83-F30A-96024CE0376A}"/>
              </a:ext>
            </a:extLst>
          </p:cNvPr>
          <p:cNvGrpSpPr/>
          <p:nvPr/>
        </p:nvGrpSpPr>
        <p:grpSpPr>
          <a:xfrm>
            <a:off x="6712800" y="3504979"/>
            <a:ext cx="651600" cy="540000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AF60002-DAF8-269A-32B7-E3910CFAE79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707B5C4F-5002-C20B-608A-FA4B11F8E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9F46E54-FA43-C5AC-9C9F-22E0CC3A14EA}"/>
              </a:ext>
            </a:extLst>
          </p:cNvPr>
          <p:cNvGrpSpPr/>
          <p:nvPr/>
        </p:nvGrpSpPr>
        <p:grpSpPr>
          <a:xfrm>
            <a:off x="8876400" y="3567929"/>
            <a:ext cx="651600" cy="540000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542D6D6E-6A78-9E84-2D72-4AFDC5C9F4D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6B134255-B1D0-5EC1-D768-C46ECC3F9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F6737D68-189D-E7E5-1E1E-51205B7E034A}"/>
              </a:ext>
            </a:extLst>
          </p:cNvPr>
          <p:cNvGrpSpPr/>
          <p:nvPr/>
        </p:nvGrpSpPr>
        <p:grpSpPr>
          <a:xfrm>
            <a:off x="11088880" y="3502030"/>
            <a:ext cx="651600" cy="540000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4A2A5BA6-3B0D-023F-2B80-5024F891108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2D502C08-ED87-6A2C-DD76-35DBCCCEA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F51A63E1-F7CC-3133-627A-C46A3946357D}"/>
              </a:ext>
            </a:extLst>
          </p:cNvPr>
          <p:cNvGrpSpPr/>
          <p:nvPr/>
        </p:nvGrpSpPr>
        <p:grpSpPr>
          <a:xfrm>
            <a:off x="4600200" y="4830809"/>
            <a:ext cx="651600" cy="540000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7C23B805-E069-047D-D749-C8DC41C6C17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256B2181-E87A-3BFA-F9F4-A8AD81545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CCBEA356-6648-6903-EA5F-89AB1BB00974}"/>
              </a:ext>
            </a:extLst>
          </p:cNvPr>
          <p:cNvGrpSpPr/>
          <p:nvPr/>
        </p:nvGrpSpPr>
        <p:grpSpPr>
          <a:xfrm>
            <a:off x="6697427" y="4830809"/>
            <a:ext cx="651600" cy="540000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54BE61F5-07A1-9170-4CC9-50B122A9131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3C364C79-7CC9-3194-7381-1CCB72F97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A6DFB76C-DCD6-318E-99B8-DEB46EAAEE8D}"/>
              </a:ext>
            </a:extLst>
          </p:cNvPr>
          <p:cNvGrpSpPr/>
          <p:nvPr/>
        </p:nvGrpSpPr>
        <p:grpSpPr>
          <a:xfrm>
            <a:off x="8904975" y="4830809"/>
            <a:ext cx="651600" cy="540000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AC65356A-5B78-0B69-21D3-7F7EBC658A2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7DF5F8E0-957C-D4AC-CBEE-EA715A467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3614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057A-6A1C-B6DC-CA65-BEEF20D3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D20784C1-DDAB-7253-7B93-FF011660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6: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FC909098-84BF-D926-9C3D-9B6594FF3E4E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8D31B57-B23E-39DC-F4BB-BE27607948D5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CD212DF1-F8C3-56E7-2581-045C679D7CB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A3404682-7E39-9416-28E7-EB15C9B61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1EA3715D-4397-5420-B3E4-1EF8621B4292}"/>
              </a:ext>
            </a:extLst>
          </p:cNvPr>
          <p:cNvSpPr/>
          <p:nvPr/>
        </p:nvSpPr>
        <p:spPr>
          <a:xfrm>
            <a:off x="2509520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7D0AAA25-0A6D-277A-E30E-B6C42B3DE25C}"/>
              </a:ext>
            </a:extLst>
          </p:cNvPr>
          <p:cNvSpPr/>
          <p:nvPr/>
        </p:nvSpPr>
        <p:spPr>
          <a:xfrm>
            <a:off x="4018313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88253437-3E03-BFE3-6F3F-C677DA04BFF8}"/>
              </a:ext>
            </a:extLst>
          </p:cNvPr>
          <p:cNvSpPr/>
          <p:nvPr/>
        </p:nvSpPr>
        <p:spPr>
          <a:xfrm>
            <a:off x="5527107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CF0F917D-3EF4-6DE1-FC67-D0330AD22DAC}"/>
              </a:ext>
            </a:extLst>
          </p:cNvPr>
          <p:cNvSpPr/>
          <p:nvPr/>
        </p:nvSpPr>
        <p:spPr>
          <a:xfrm>
            <a:off x="7035900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4F59D2E6-E706-D129-5CEA-FA88BEE7918F}"/>
              </a:ext>
            </a:extLst>
          </p:cNvPr>
          <p:cNvSpPr/>
          <p:nvPr/>
        </p:nvSpPr>
        <p:spPr>
          <a:xfrm>
            <a:off x="8544694" y="1289139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F1DADBAA-28F4-0047-350A-1978E30B3610}"/>
              </a:ext>
            </a:extLst>
          </p:cNvPr>
          <p:cNvSpPr/>
          <p:nvPr/>
        </p:nvSpPr>
        <p:spPr>
          <a:xfrm>
            <a:off x="4018313" y="212730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DDC6FB5A-67C9-C821-CF33-95A154FB92F8}"/>
              </a:ext>
            </a:extLst>
          </p:cNvPr>
          <p:cNvSpPr/>
          <p:nvPr/>
        </p:nvSpPr>
        <p:spPr>
          <a:xfrm>
            <a:off x="5527107" y="212730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F847526C-4D23-F38F-88CF-88BE158D51AB}"/>
              </a:ext>
            </a:extLst>
          </p:cNvPr>
          <p:cNvSpPr/>
          <p:nvPr/>
        </p:nvSpPr>
        <p:spPr>
          <a:xfrm>
            <a:off x="7035900" y="212730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5989940A-AE02-4FBE-459F-19760F1439E2}"/>
              </a:ext>
            </a:extLst>
          </p:cNvPr>
          <p:cNvGrpSpPr/>
          <p:nvPr/>
        </p:nvGrpSpPr>
        <p:grpSpPr>
          <a:xfrm>
            <a:off x="3564809" y="1199922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A6D6387-3154-A8DF-9F84-BDD9F0988B1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A7EB16D8-842C-7719-25E0-C836C027A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CDEE9F1-256B-D25E-E3FF-B773BF2185D2}"/>
              </a:ext>
            </a:extLst>
          </p:cNvPr>
          <p:cNvGrpSpPr/>
          <p:nvPr/>
        </p:nvGrpSpPr>
        <p:grpSpPr>
          <a:xfrm>
            <a:off x="5074935" y="1170264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B68C65AD-3BB7-5576-CA6E-380047F65A9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9E3357B5-0D35-8A64-630F-47A596A1A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4C3714B-AC87-D309-CF62-5E7E438762E0}"/>
              </a:ext>
            </a:extLst>
          </p:cNvPr>
          <p:cNvGrpSpPr/>
          <p:nvPr/>
        </p:nvGrpSpPr>
        <p:grpSpPr>
          <a:xfrm>
            <a:off x="6583729" y="1170264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6D6B52A6-0FF9-D2CD-A956-8F0A79AA06D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77546971-5E6F-F34E-F3F9-7420A2481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C5D8C2C-0ABD-AC17-8081-FE582AF4F5BB}"/>
              </a:ext>
            </a:extLst>
          </p:cNvPr>
          <p:cNvGrpSpPr/>
          <p:nvPr/>
        </p:nvGrpSpPr>
        <p:grpSpPr>
          <a:xfrm>
            <a:off x="8085139" y="1210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4E204A6A-216C-6EFC-C461-BC11F97CFE6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320F9B66-752B-BB2F-ADE7-28AE16B12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411E9E1-B372-65E4-4B11-693EFF259879}"/>
              </a:ext>
            </a:extLst>
          </p:cNvPr>
          <p:cNvGrpSpPr/>
          <p:nvPr/>
        </p:nvGrpSpPr>
        <p:grpSpPr>
          <a:xfrm>
            <a:off x="9620468" y="1168379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E2762119-375E-FF03-8C58-251AD432467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DA1F5E18-6C3E-799F-E4C5-121A79258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7334DCB-0DD4-74E7-4FF5-E29690562D91}"/>
              </a:ext>
            </a:extLst>
          </p:cNvPr>
          <p:cNvGrpSpPr/>
          <p:nvPr/>
        </p:nvGrpSpPr>
        <p:grpSpPr>
          <a:xfrm>
            <a:off x="5117710" y="2017703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CDD53DB2-7D45-3592-9B10-CBE93C7DDB4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BCCE91B2-1471-963C-6802-EC32D087D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C6EBBF0-7984-1EEA-F8B7-20D1A58FE5C7}"/>
              </a:ext>
            </a:extLst>
          </p:cNvPr>
          <p:cNvGrpSpPr/>
          <p:nvPr/>
        </p:nvGrpSpPr>
        <p:grpSpPr>
          <a:xfrm>
            <a:off x="6573061" y="2017703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B27B38E0-7CA2-1FEA-80BA-35AAD609268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0CE4AA80-250D-7969-3D33-0CC86E2CE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CC307667-65E7-EC77-3737-0B779FB0750C}"/>
              </a:ext>
            </a:extLst>
          </p:cNvPr>
          <p:cNvGrpSpPr/>
          <p:nvPr/>
        </p:nvGrpSpPr>
        <p:grpSpPr>
          <a:xfrm>
            <a:off x="8104968" y="2017703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C953A464-037F-F1AD-FA77-792CC39F1C8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7F4A0E1D-9D08-9169-A88A-411E86EAF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6732AE91-2DB8-8981-D673-2BBFD2AD4305}"/>
              </a:ext>
            </a:extLst>
          </p:cNvPr>
          <p:cNvSpPr/>
          <p:nvPr/>
        </p:nvSpPr>
        <p:spPr>
          <a:xfrm>
            <a:off x="364160" y="342900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78AEF1A8-94DB-D580-A0A2-C2F0D512FEEB}"/>
              </a:ext>
            </a:extLst>
          </p:cNvPr>
          <p:cNvSpPr/>
          <p:nvPr/>
        </p:nvSpPr>
        <p:spPr>
          <a:xfrm>
            <a:off x="364160" y="431292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A,B,C,D,E,G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B84B6A6F-31B3-9F64-69A5-C9DE931A1DB8}"/>
              </a:ext>
            </a:extLst>
          </p:cNvPr>
          <p:cNvSpPr/>
          <p:nvPr/>
        </p:nvSpPr>
        <p:spPr>
          <a:xfrm>
            <a:off x="364160" y="519684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A,B,C,D,E,H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732BD537-DBAC-B535-9CA0-2D2E42C7B7A7}"/>
              </a:ext>
            </a:extLst>
          </p:cNvPr>
          <p:cNvSpPr/>
          <p:nvPr/>
        </p:nvSpPr>
        <p:spPr>
          <a:xfrm>
            <a:off x="2339503" y="342256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A,B,C,D,F,G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4903D46A-7DCE-BDF4-92DC-61D03C82DDBF}"/>
              </a:ext>
            </a:extLst>
          </p:cNvPr>
          <p:cNvSpPr/>
          <p:nvPr/>
        </p:nvSpPr>
        <p:spPr>
          <a:xfrm>
            <a:off x="2339503" y="431292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A,B,C,D,F,H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0B793738-FEDA-1A65-6EB3-CAFFA4F19054}"/>
              </a:ext>
            </a:extLst>
          </p:cNvPr>
          <p:cNvSpPr/>
          <p:nvPr/>
        </p:nvSpPr>
        <p:spPr>
          <a:xfrm>
            <a:off x="2392945" y="519684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A,B,C,D,G,H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45CEED1D-D81E-D7F0-FB5C-9B5245168566}"/>
              </a:ext>
            </a:extLst>
          </p:cNvPr>
          <p:cNvSpPr/>
          <p:nvPr/>
        </p:nvSpPr>
        <p:spPr>
          <a:xfrm>
            <a:off x="4255539" y="342256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A,B,C,E,F,G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8CF861C6-1CE0-B3E0-3034-5467ECB1C88B}"/>
              </a:ext>
            </a:extLst>
          </p:cNvPr>
          <p:cNvSpPr/>
          <p:nvPr/>
        </p:nvSpPr>
        <p:spPr>
          <a:xfrm>
            <a:off x="9777598" y="517008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C,D,E,F,G,H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F86A9C5D-C03A-7009-D409-20F70D01E433}"/>
              </a:ext>
            </a:extLst>
          </p:cNvPr>
          <p:cNvSpPr/>
          <p:nvPr/>
        </p:nvSpPr>
        <p:spPr>
          <a:xfrm>
            <a:off x="9777598" y="4312920"/>
            <a:ext cx="180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B,D,E,F,G,H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A3996A45-5A44-199B-BE34-67781A38470C}"/>
              </a:ext>
            </a:extLst>
          </p:cNvPr>
          <p:cNvSpPr txBox="1">
            <a:spLocks/>
          </p:cNvSpPr>
          <p:nvPr/>
        </p:nvSpPr>
        <p:spPr>
          <a:xfrm>
            <a:off x="6167120" y="4801236"/>
            <a:ext cx="233594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37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0824E-2A37-C4DC-B7DF-FB702D9B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AB83A254-007A-CA70-57AC-EC6B5BDAD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6: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94811804-FD9A-375F-7C8B-130DDB07BE27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8756469-7D48-B538-8501-65B109E52102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24646C1-660E-9F49-75F7-6FE1E415BB6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6A59C08-80B9-C89E-06B3-4A18B9BBF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6A5EEA7C-4E59-82DB-F429-2A1DF863EF1A}"/>
              </a:ext>
            </a:extLst>
          </p:cNvPr>
          <p:cNvSpPr/>
          <p:nvPr/>
        </p:nvSpPr>
        <p:spPr>
          <a:xfrm>
            <a:off x="2509520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C2B73E36-8D40-1E96-3895-F662AC497C91}"/>
              </a:ext>
            </a:extLst>
          </p:cNvPr>
          <p:cNvSpPr/>
          <p:nvPr/>
        </p:nvSpPr>
        <p:spPr>
          <a:xfrm>
            <a:off x="4018313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97BFC82A-5727-AB6E-DAAA-12B4D0BD2294}"/>
              </a:ext>
            </a:extLst>
          </p:cNvPr>
          <p:cNvSpPr/>
          <p:nvPr/>
        </p:nvSpPr>
        <p:spPr>
          <a:xfrm>
            <a:off x="5527107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B7695D52-8445-AB72-2F51-55E9A4CF20E1}"/>
              </a:ext>
            </a:extLst>
          </p:cNvPr>
          <p:cNvSpPr/>
          <p:nvPr/>
        </p:nvSpPr>
        <p:spPr>
          <a:xfrm>
            <a:off x="7035900" y="129606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2210A7A1-439A-4C95-AF60-76CFD5030933}"/>
              </a:ext>
            </a:extLst>
          </p:cNvPr>
          <p:cNvSpPr/>
          <p:nvPr/>
        </p:nvSpPr>
        <p:spPr>
          <a:xfrm>
            <a:off x="8544694" y="1289139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29AA2BEE-96F6-42A5-024A-1002C1914C58}"/>
              </a:ext>
            </a:extLst>
          </p:cNvPr>
          <p:cNvSpPr/>
          <p:nvPr/>
        </p:nvSpPr>
        <p:spPr>
          <a:xfrm>
            <a:off x="4018313" y="212730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B7E027C9-00C7-111D-FDF3-A3DF0E2C9C16}"/>
              </a:ext>
            </a:extLst>
          </p:cNvPr>
          <p:cNvSpPr/>
          <p:nvPr/>
        </p:nvSpPr>
        <p:spPr>
          <a:xfrm>
            <a:off x="5527107" y="212730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82B053B1-00FD-64FF-D55E-4288C18C57AE}"/>
              </a:ext>
            </a:extLst>
          </p:cNvPr>
          <p:cNvSpPr/>
          <p:nvPr/>
        </p:nvSpPr>
        <p:spPr>
          <a:xfrm>
            <a:off x="7035900" y="212730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5753AE0E-7040-372C-2049-BDD4C90DC0BE}"/>
              </a:ext>
            </a:extLst>
          </p:cNvPr>
          <p:cNvGrpSpPr/>
          <p:nvPr/>
        </p:nvGrpSpPr>
        <p:grpSpPr>
          <a:xfrm>
            <a:off x="3564809" y="1199922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FA549E2D-B68F-2CB7-55A9-057F0A264B0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210F150-2FEB-4C6F-DC0E-C2E517995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D55B83D-C48A-8C36-77F0-8EB526B549BA}"/>
              </a:ext>
            </a:extLst>
          </p:cNvPr>
          <p:cNvGrpSpPr/>
          <p:nvPr/>
        </p:nvGrpSpPr>
        <p:grpSpPr>
          <a:xfrm>
            <a:off x="5074935" y="1170264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1A761065-3E4A-FB56-FF47-2827A68490F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BDEB8005-F8C5-2878-DD82-C1C2A088C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179847A-CBE1-5FDF-81F5-D0E2D49921A2}"/>
              </a:ext>
            </a:extLst>
          </p:cNvPr>
          <p:cNvGrpSpPr/>
          <p:nvPr/>
        </p:nvGrpSpPr>
        <p:grpSpPr>
          <a:xfrm>
            <a:off x="6583729" y="1170264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508F44A-340B-B96F-F4AF-43B554A63AD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CCFDDC29-E02B-A90C-2AC1-A359B1971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D3C866B-4BF6-AD99-F268-53357267D83A}"/>
              </a:ext>
            </a:extLst>
          </p:cNvPr>
          <p:cNvGrpSpPr/>
          <p:nvPr/>
        </p:nvGrpSpPr>
        <p:grpSpPr>
          <a:xfrm>
            <a:off x="8085139" y="1210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DC5AEFFA-4C89-B171-B918-1CBC99335B3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9B9A976B-BE34-538E-C53F-0B083EEE0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55EA402-835C-068B-CE68-62830F28C3F2}"/>
              </a:ext>
            </a:extLst>
          </p:cNvPr>
          <p:cNvGrpSpPr/>
          <p:nvPr/>
        </p:nvGrpSpPr>
        <p:grpSpPr>
          <a:xfrm>
            <a:off x="9620468" y="1168379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71E07CDA-DE6C-9AA2-E35C-1F6FD8B08E0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37B99EEC-7D49-B23F-3A45-99C5CF2BA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023B85B-7822-152D-C78F-E6BDF3EE4D5A}"/>
              </a:ext>
            </a:extLst>
          </p:cNvPr>
          <p:cNvGrpSpPr/>
          <p:nvPr/>
        </p:nvGrpSpPr>
        <p:grpSpPr>
          <a:xfrm>
            <a:off x="5117710" y="2017703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EC67EB40-9394-3134-9C73-2A398B80B65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3DBB313D-0F14-35FD-F272-5A6BD4F7F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F0EA8F54-FB4F-8C58-FFB6-807534768EE5}"/>
              </a:ext>
            </a:extLst>
          </p:cNvPr>
          <p:cNvGrpSpPr/>
          <p:nvPr/>
        </p:nvGrpSpPr>
        <p:grpSpPr>
          <a:xfrm>
            <a:off x="6573061" y="2017703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B16804B3-2DBE-870A-D48F-8651E8C6455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B8A68F46-763B-1B6C-50A3-A554D53D2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908A7AD-E455-8EFD-FC42-270C36745E41}"/>
              </a:ext>
            </a:extLst>
          </p:cNvPr>
          <p:cNvGrpSpPr/>
          <p:nvPr/>
        </p:nvGrpSpPr>
        <p:grpSpPr>
          <a:xfrm>
            <a:off x="8104968" y="2017703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B173DC58-3F3B-AD36-F4A7-F43126167C8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BBAF68F8-7C58-FB37-1BB6-173DF6F43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13F4EA3B-E971-36A8-7977-8B534466C360}"/>
              </a:ext>
            </a:extLst>
          </p:cNvPr>
          <p:cNvSpPr/>
          <p:nvPr/>
        </p:nvSpPr>
        <p:spPr>
          <a:xfrm>
            <a:off x="364160" y="342900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99BF3D0C-28A6-4A9D-BBFF-BA1AC36CF993}"/>
              </a:ext>
            </a:extLst>
          </p:cNvPr>
          <p:cNvSpPr/>
          <p:nvPr/>
        </p:nvSpPr>
        <p:spPr>
          <a:xfrm>
            <a:off x="364160" y="431292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0FF3E401-609C-2B3C-19C2-97728F79D8DC}"/>
              </a:ext>
            </a:extLst>
          </p:cNvPr>
          <p:cNvSpPr/>
          <p:nvPr/>
        </p:nvSpPr>
        <p:spPr>
          <a:xfrm>
            <a:off x="364160" y="519684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8CA40607-BA1B-E5FF-0C75-1A1175DA1910}"/>
              </a:ext>
            </a:extLst>
          </p:cNvPr>
          <p:cNvSpPr/>
          <p:nvPr/>
        </p:nvSpPr>
        <p:spPr>
          <a:xfrm>
            <a:off x="2339503" y="342256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A5E46227-E1BE-A414-02BE-CD2B8C65C697}"/>
              </a:ext>
            </a:extLst>
          </p:cNvPr>
          <p:cNvSpPr/>
          <p:nvPr/>
        </p:nvSpPr>
        <p:spPr>
          <a:xfrm>
            <a:off x="2339503" y="431292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22098BEF-353E-7847-869E-7A1502B2585D}"/>
              </a:ext>
            </a:extLst>
          </p:cNvPr>
          <p:cNvSpPr/>
          <p:nvPr/>
        </p:nvSpPr>
        <p:spPr>
          <a:xfrm>
            <a:off x="2392945" y="519684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1642DD60-DA91-E470-561F-9BD98B6D021E}"/>
              </a:ext>
            </a:extLst>
          </p:cNvPr>
          <p:cNvSpPr/>
          <p:nvPr/>
        </p:nvSpPr>
        <p:spPr>
          <a:xfrm>
            <a:off x="4255539" y="342256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42DCAEA9-1881-4B0E-7B9B-5E8D075DA252}"/>
              </a:ext>
            </a:extLst>
          </p:cNvPr>
          <p:cNvSpPr/>
          <p:nvPr/>
        </p:nvSpPr>
        <p:spPr>
          <a:xfrm>
            <a:off x="9777598" y="517008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43E3F801-9A70-A91C-C740-FF021ED6D153}"/>
              </a:ext>
            </a:extLst>
          </p:cNvPr>
          <p:cNvSpPr/>
          <p:nvPr/>
        </p:nvSpPr>
        <p:spPr>
          <a:xfrm>
            <a:off x="9777598" y="4312920"/>
            <a:ext cx="180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D9E8731C-8BEE-C891-98ED-DDCDF0DB15CE}"/>
              </a:ext>
            </a:extLst>
          </p:cNvPr>
          <p:cNvSpPr txBox="1">
            <a:spLocks/>
          </p:cNvSpPr>
          <p:nvPr/>
        </p:nvSpPr>
        <p:spPr>
          <a:xfrm>
            <a:off x="6167120" y="4801236"/>
            <a:ext cx="233594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DD1484E-C2B5-FD72-585A-5D828AFFBE26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5C7C999-32EF-0409-DCA7-376EB7536390}"/>
              </a:ext>
            </a:extLst>
          </p:cNvPr>
          <p:cNvGrpSpPr/>
          <p:nvPr/>
        </p:nvGrpSpPr>
        <p:grpSpPr>
          <a:xfrm>
            <a:off x="1754756" y="3362775"/>
            <a:ext cx="452172" cy="345155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1AB357B8-ED45-F27A-A447-A29F8F02DA9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36C5D47-89BE-5766-B87E-3DA79AA97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C9C97D7A-E954-4FFA-046A-B886F284B3E2}"/>
              </a:ext>
            </a:extLst>
          </p:cNvPr>
          <p:cNvGrpSpPr/>
          <p:nvPr/>
        </p:nvGrpSpPr>
        <p:grpSpPr>
          <a:xfrm>
            <a:off x="3740773" y="3362775"/>
            <a:ext cx="452172" cy="345155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15C5969B-D5FF-F1F4-A2D5-F757972FD9D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F9B30601-C546-966B-8620-B15C62F17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DCB974B0-B6C9-F1D0-2C7E-6A8C9E75D9F0}"/>
              </a:ext>
            </a:extLst>
          </p:cNvPr>
          <p:cNvGrpSpPr/>
          <p:nvPr/>
        </p:nvGrpSpPr>
        <p:grpSpPr>
          <a:xfrm>
            <a:off x="5665961" y="3363950"/>
            <a:ext cx="452172" cy="345155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3082E405-3260-0E8B-1F12-FB657C3A360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31D7465D-D177-EA14-E9E2-3945F0D95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1ACA94FA-23F3-9CD5-705D-3542304C822E}"/>
              </a:ext>
            </a:extLst>
          </p:cNvPr>
          <p:cNvGrpSpPr/>
          <p:nvPr/>
        </p:nvGrpSpPr>
        <p:grpSpPr>
          <a:xfrm>
            <a:off x="3683158" y="4279808"/>
            <a:ext cx="452172" cy="345155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30A99F68-C422-30A1-8449-234B1F618D8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0F45B9A1-99AE-8879-01E5-74D686C63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26185542-22B0-9BC9-B8D5-4BEF30C7DBA8}"/>
              </a:ext>
            </a:extLst>
          </p:cNvPr>
          <p:cNvGrpSpPr/>
          <p:nvPr/>
        </p:nvGrpSpPr>
        <p:grpSpPr>
          <a:xfrm>
            <a:off x="3772002" y="5172330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3D6B18AC-0A61-B5F5-397C-17B9FE40659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C175D4A4-700A-3349-5BA7-3951AD4AB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E9361486-1412-78D6-78A8-DCFDA1A7B7AC}"/>
              </a:ext>
            </a:extLst>
          </p:cNvPr>
          <p:cNvGrpSpPr/>
          <p:nvPr/>
        </p:nvGrpSpPr>
        <p:grpSpPr>
          <a:xfrm>
            <a:off x="1774585" y="4295579"/>
            <a:ext cx="452172" cy="345155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D63B3FB4-568A-69DB-2169-F766D92CA33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1EE3B8E4-1C35-8B7F-1101-276DCE28B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8BC50084-0D72-108A-18F8-01DFA6032B0D}"/>
              </a:ext>
            </a:extLst>
          </p:cNvPr>
          <p:cNvGrpSpPr/>
          <p:nvPr/>
        </p:nvGrpSpPr>
        <p:grpSpPr>
          <a:xfrm>
            <a:off x="1754756" y="5141170"/>
            <a:ext cx="452172" cy="345155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187BBA4B-47D3-6A5F-6678-DE6F84BC64D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7B63D7B3-7661-D9A3-90AA-C37A01F18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E6B44205-A40E-A698-2B98-5F6904E6F548}"/>
              </a:ext>
            </a:extLst>
          </p:cNvPr>
          <p:cNvGrpSpPr/>
          <p:nvPr/>
        </p:nvGrpSpPr>
        <p:grpSpPr>
          <a:xfrm>
            <a:off x="11128981" y="4267076"/>
            <a:ext cx="452172" cy="345155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DFEB6ECE-0358-E3DB-F0AD-6AE9A198CD3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8B7F2A0E-FF0B-2354-E96A-9509CF01E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52EE3D6-B7C3-2131-3E59-37AEFDF5BECC}"/>
              </a:ext>
            </a:extLst>
          </p:cNvPr>
          <p:cNvGrpSpPr/>
          <p:nvPr/>
        </p:nvGrpSpPr>
        <p:grpSpPr>
          <a:xfrm>
            <a:off x="11148810" y="5161236"/>
            <a:ext cx="452172" cy="345155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C9378F66-E5B6-7E07-E39A-964DA1EA708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5F9F86F5-FAA1-91AC-47BE-906754D42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4199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3AB9C-DB0A-CCAA-3E18-4A2565D3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C5B9B499-9C25-34FD-B444-A23293E5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5: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FF5CB51E-D0FE-2B1C-0855-99E7CAACF3D2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27D87E7-5FA5-C385-D432-F10B82BC0B22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5D94D14-2512-0893-27FF-160E8E046DC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AB354A35-C375-8130-4B4D-F3C1F7133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FA41C76E-97B1-B517-51D2-8373AB7A70AD}"/>
              </a:ext>
            </a:extLst>
          </p:cNvPr>
          <p:cNvSpPr/>
          <p:nvPr/>
        </p:nvSpPr>
        <p:spPr>
          <a:xfrm>
            <a:off x="250952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46BB12E1-BC61-F23E-139E-EBC921A5E5EC}"/>
              </a:ext>
            </a:extLst>
          </p:cNvPr>
          <p:cNvSpPr/>
          <p:nvPr/>
        </p:nvSpPr>
        <p:spPr>
          <a:xfrm>
            <a:off x="4018313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F6779FBA-364C-1B3A-DD8D-6891FA09D578}"/>
              </a:ext>
            </a:extLst>
          </p:cNvPr>
          <p:cNvSpPr/>
          <p:nvPr/>
        </p:nvSpPr>
        <p:spPr>
          <a:xfrm>
            <a:off x="5527107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9D3D5CE3-B5A8-18CD-6D65-58AE3BFE8CF6}"/>
              </a:ext>
            </a:extLst>
          </p:cNvPr>
          <p:cNvSpPr/>
          <p:nvPr/>
        </p:nvSpPr>
        <p:spPr>
          <a:xfrm>
            <a:off x="703590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C248D13F-FE6E-E003-AE76-1A9E74A1A4F0}"/>
              </a:ext>
            </a:extLst>
          </p:cNvPr>
          <p:cNvSpPr/>
          <p:nvPr/>
        </p:nvSpPr>
        <p:spPr>
          <a:xfrm>
            <a:off x="8544694" y="-2012861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1F151F1D-2786-C5D2-A087-E31A6B80CF56}"/>
              </a:ext>
            </a:extLst>
          </p:cNvPr>
          <p:cNvSpPr/>
          <p:nvPr/>
        </p:nvSpPr>
        <p:spPr>
          <a:xfrm>
            <a:off x="4018313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1B9277E9-9ABB-C7E2-1D1D-947645478000}"/>
              </a:ext>
            </a:extLst>
          </p:cNvPr>
          <p:cNvSpPr/>
          <p:nvPr/>
        </p:nvSpPr>
        <p:spPr>
          <a:xfrm>
            <a:off x="5527107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9454EF31-9625-D96E-055E-4D7C5984D89E}"/>
              </a:ext>
            </a:extLst>
          </p:cNvPr>
          <p:cNvSpPr/>
          <p:nvPr/>
        </p:nvSpPr>
        <p:spPr>
          <a:xfrm>
            <a:off x="7035900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49F9702-ABFC-DF99-DED6-9C52225AF193}"/>
              </a:ext>
            </a:extLst>
          </p:cNvPr>
          <p:cNvGrpSpPr/>
          <p:nvPr/>
        </p:nvGrpSpPr>
        <p:grpSpPr>
          <a:xfrm>
            <a:off x="3564809" y="-2102078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AA8FA702-5CD2-A637-34D0-F334831AF1E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714CB173-F908-D966-9F0B-4A6204CE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3D7C29B-2053-8B24-48FC-695AF0D1310B}"/>
              </a:ext>
            </a:extLst>
          </p:cNvPr>
          <p:cNvGrpSpPr/>
          <p:nvPr/>
        </p:nvGrpSpPr>
        <p:grpSpPr>
          <a:xfrm>
            <a:off x="5074935" y="-2131736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EE2D3F47-EF0C-6FB1-0BBD-05E42F1D179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6C642C78-3D34-2720-D2B7-2081589F6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455EE02-C65E-D653-B2EF-B8735108FF63}"/>
              </a:ext>
            </a:extLst>
          </p:cNvPr>
          <p:cNvGrpSpPr/>
          <p:nvPr/>
        </p:nvGrpSpPr>
        <p:grpSpPr>
          <a:xfrm>
            <a:off x="6583729" y="-2131736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AC227155-2E6F-C399-01C9-694D74C6C63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005B4C63-66AB-FD31-841F-25E0A7348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17C41D4-E2F9-8A21-30D7-5CC15CD00851}"/>
              </a:ext>
            </a:extLst>
          </p:cNvPr>
          <p:cNvGrpSpPr/>
          <p:nvPr/>
        </p:nvGrpSpPr>
        <p:grpSpPr>
          <a:xfrm>
            <a:off x="8085139" y="-2091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F2896946-7B68-8413-0F24-C5DD273A360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4B11204D-D32B-BFB2-824C-7AE5AE17E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368F8CB-3384-6E3B-CCAC-06C9D89DF5A8}"/>
              </a:ext>
            </a:extLst>
          </p:cNvPr>
          <p:cNvGrpSpPr/>
          <p:nvPr/>
        </p:nvGrpSpPr>
        <p:grpSpPr>
          <a:xfrm>
            <a:off x="9620468" y="-2133621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FA7BBF9E-847C-92AB-4D13-81F6933E19A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04F4D6F6-E6BF-B874-CC08-DD64137AC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0523134C-33B9-3753-E7A7-6213D3EE7154}"/>
              </a:ext>
            </a:extLst>
          </p:cNvPr>
          <p:cNvGrpSpPr/>
          <p:nvPr/>
        </p:nvGrpSpPr>
        <p:grpSpPr>
          <a:xfrm>
            <a:off x="5117710" y="-1284297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A65457E-F8F6-CD17-8AD8-859AED6B579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B7C3A1C9-C2BC-9ACE-9762-A76355389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46E505A8-803A-C016-AE36-B92B02CA9F6E}"/>
              </a:ext>
            </a:extLst>
          </p:cNvPr>
          <p:cNvGrpSpPr/>
          <p:nvPr/>
        </p:nvGrpSpPr>
        <p:grpSpPr>
          <a:xfrm>
            <a:off x="6573061" y="-1284297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2B3B7A71-AAF4-EFFC-CC7B-52A86BF7D10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AD38F06-004F-66E5-698A-1F3978D4C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DA930194-CD86-0232-B716-EDA802B10D39}"/>
              </a:ext>
            </a:extLst>
          </p:cNvPr>
          <p:cNvGrpSpPr/>
          <p:nvPr/>
        </p:nvGrpSpPr>
        <p:grpSpPr>
          <a:xfrm>
            <a:off x="8104968" y="-1284297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1EB2215-FEB3-5E42-7AB2-A09424DC289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961686FB-DA33-B698-3802-F41C3A4C6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92093193-B4F2-478A-CC25-2A3813631996}"/>
              </a:ext>
            </a:extLst>
          </p:cNvPr>
          <p:cNvSpPr/>
          <p:nvPr/>
        </p:nvSpPr>
        <p:spPr>
          <a:xfrm>
            <a:off x="3119120" y="1320154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94B19DF9-E594-19CE-DA03-0B3347456EA8}"/>
              </a:ext>
            </a:extLst>
          </p:cNvPr>
          <p:cNvSpPr/>
          <p:nvPr/>
        </p:nvSpPr>
        <p:spPr>
          <a:xfrm>
            <a:off x="3119120" y="177064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2C05DBD7-F6C9-E382-CB2D-D6FF56EA7041}"/>
              </a:ext>
            </a:extLst>
          </p:cNvPr>
          <p:cNvSpPr/>
          <p:nvPr/>
        </p:nvSpPr>
        <p:spPr>
          <a:xfrm>
            <a:off x="3119120" y="222114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61BFAF4C-05C7-8102-1DFF-99FD3FD2BF9B}"/>
              </a:ext>
            </a:extLst>
          </p:cNvPr>
          <p:cNvSpPr/>
          <p:nvPr/>
        </p:nvSpPr>
        <p:spPr>
          <a:xfrm>
            <a:off x="4125863" y="131687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C0FB8245-5FD1-C991-4651-40DAC7D20C59}"/>
              </a:ext>
            </a:extLst>
          </p:cNvPr>
          <p:cNvSpPr/>
          <p:nvPr/>
        </p:nvSpPr>
        <p:spPr>
          <a:xfrm>
            <a:off x="4125863" y="177064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6350F2EF-008C-C113-CC19-F9303CC08D8F}"/>
              </a:ext>
            </a:extLst>
          </p:cNvPr>
          <p:cNvSpPr/>
          <p:nvPr/>
        </p:nvSpPr>
        <p:spPr>
          <a:xfrm>
            <a:off x="4153100" y="222114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3729135F-5B29-46D1-72D0-AD5A35733DD7}"/>
              </a:ext>
            </a:extLst>
          </p:cNvPr>
          <p:cNvSpPr/>
          <p:nvPr/>
        </p:nvSpPr>
        <p:spPr>
          <a:xfrm>
            <a:off x="5102381" y="131687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25D9442F-324B-2714-A8B8-C1ACCA60B6B0}"/>
              </a:ext>
            </a:extLst>
          </p:cNvPr>
          <p:cNvSpPr/>
          <p:nvPr/>
        </p:nvSpPr>
        <p:spPr>
          <a:xfrm>
            <a:off x="7916725" y="2207504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28F0A954-7ED1-BA56-D184-041C441A4063}"/>
              </a:ext>
            </a:extLst>
          </p:cNvPr>
          <p:cNvSpPr/>
          <p:nvPr/>
        </p:nvSpPr>
        <p:spPr>
          <a:xfrm>
            <a:off x="7916725" y="177064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FAC9B533-B755-4252-7DC1-CDE019D8C5EC}"/>
              </a:ext>
            </a:extLst>
          </p:cNvPr>
          <p:cNvSpPr txBox="1">
            <a:spLocks/>
          </p:cNvSpPr>
          <p:nvPr/>
        </p:nvSpPr>
        <p:spPr>
          <a:xfrm>
            <a:off x="6076627" y="2019521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993AF063-0B94-5BF9-8FC6-F6D2AAFDDEBB}"/>
              </a:ext>
            </a:extLst>
          </p:cNvPr>
          <p:cNvGrpSpPr/>
          <p:nvPr/>
        </p:nvGrpSpPr>
        <p:grpSpPr>
          <a:xfrm>
            <a:off x="3827844" y="1286402"/>
            <a:ext cx="230452" cy="175910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412FAC8-CCF5-1534-07EA-DDCD1FDF711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EFF4F36A-2E1D-CCA9-BDEA-35D9A256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D3463DCD-9EDE-69CA-FA10-DD52C600C221}"/>
              </a:ext>
            </a:extLst>
          </p:cNvPr>
          <p:cNvGrpSpPr/>
          <p:nvPr/>
        </p:nvGrpSpPr>
        <p:grpSpPr>
          <a:xfrm>
            <a:off x="4840028" y="1286402"/>
            <a:ext cx="230452" cy="175910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6B742419-1061-EAB9-BA54-8757D2EDEAE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95192F19-A5DE-17EC-48ED-E74C40B05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B3F553ED-1CBC-9E6A-A65D-ACCF77BE8781}"/>
              </a:ext>
            </a:extLst>
          </p:cNvPr>
          <p:cNvGrpSpPr/>
          <p:nvPr/>
        </p:nvGrpSpPr>
        <p:grpSpPr>
          <a:xfrm>
            <a:off x="5821209" y="1287001"/>
            <a:ext cx="230452" cy="175910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B4B3782A-CFD4-E862-FB28-680D46EA92E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6AEFD32B-BFAD-F6AA-D0F2-3213AED37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9C85732F-CAB8-492B-9B47-BED549507C8F}"/>
              </a:ext>
            </a:extLst>
          </p:cNvPr>
          <p:cNvGrpSpPr/>
          <p:nvPr/>
        </p:nvGrpSpPr>
        <p:grpSpPr>
          <a:xfrm>
            <a:off x="4810664" y="1753772"/>
            <a:ext cx="230452" cy="175910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DEB803A7-13E3-D4C4-24A3-7924F91F0D3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8BC7C200-7E96-194F-D3B9-FAC822217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6AEECA2-3410-36F6-2B7A-9ABB1274BD51}"/>
              </a:ext>
            </a:extLst>
          </p:cNvPr>
          <p:cNvGrpSpPr/>
          <p:nvPr/>
        </p:nvGrpSpPr>
        <p:grpSpPr>
          <a:xfrm>
            <a:off x="4855944" y="2208651"/>
            <a:ext cx="230452" cy="175910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7ECC744E-DD75-3881-924B-E4507A8F03F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966E1B9A-E5B1-A498-7989-7C80609AA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10722B92-97D5-3980-4A95-BDB140FA7E67}"/>
              </a:ext>
            </a:extLst>
          </p:cNvPr>
          <p:cNvGrpSpPr/>
          <p:nvPr/>
        </p:nvGrpSpPr>
        <p:grpSpPr>
          <a:xfrm>
            <a:off x="3837950" y="1761810"/>
            <a:ext cx="230452" cy="175910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4F6F26FD-8961-D727-540E-DC805A66F83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508A5C22-FD47-84FD-CF54-E44865E7D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2D18F748-D7C2-E811-715C-1B5A65494611}"/>
              </a:ext>
            </a:extLst>
          </p:cNvPr>
          <p:cNvGrpSpPr/>
          <p:nvPr/>
        </p:nvGrpSpPr>
        <p:grpSpPr>
          <a:xfrm>
            <a:off x="3827844" y="2192770"/>
            <a:ext cx="230452" cy="17591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DB4D6D48-B292-38D2-125C-E76B1C73FC5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E3C4BB62-8551-FAA6-F91B-B7534C024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E519AFD6-17D3-B541-9486-0DF7E5CD2932}"/>
              </a:ext>
            </a:extLst>
          </p:cNvPr>
          <p:cNvGrpSpPr/>
          <p:nvPr/>
        </p:nvGrpSpPr>
        <p:grpSpPr>
          <a:xfrm>
            <a:off x="8605464" y="1747284"/>
            <a:ext cx="230452" cy="175910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F6894897-874E-2744-54FE-283E1A005A3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8C82E349-DF49-98D6-EFF4-C2FCA6DF4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533B23A4-B462-7B91-A738-46E89FA3CA58}"/>
              </a:ext>
            </a:extLst>
          </p:cNvPr>
          <p:cNvGrpSpPr/>
          <p:nvPr/>
        </p:nvGrpSpPr>
        <p:grpSpPr>
          <a:xfrm>
            <a:off x="8615570" y="2202997"/>
            <a:ext cx="230452" cy="175910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2177D862-B95E-852B-162E-DE2757CAED4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BAEE458D-DAFF-4FDD-5795-C77FBB835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8" name="!!Ellipse 9">
            <a:extLst>
              <a:ext uri="{FF2B5EF4-FFF2-40B4-BE49-F238E27FC236}">
                <a16:creationId xmlns:a16="http://schemas.microsoft.com/office/drawing/2014/main" id="{EBAB3EC0-E4F5-8A85-43BD-618970FB7312}"/>
              </a:ext>
            </a:extLst>
          </p:cNvPr>
          <p:cNvSpPr/>
          <p:nvPr/>
        </p:nvSpPr>
        <p:spPr>
          <a:xfrm>
            <a:off x="364160" y="425196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A,B,C,D,F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8041E62D-0CC1-663E-3DA3-8D8AB4D1E75A}"/>
              </a:ext>
            </a:extLst>
          </p:cNvPr>
          <p:cNvSpPr/>
          <p:nvPr/>
        </p:nvSpPr>
        <p:spPr>
          <a:xfrm>
            <a:off x="364160" y="505460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A,B,C,D,G</a:t>
            </a:r>
          </a:p>
        </p:txBody>
      </p:sp>
      <p:sp>
        <p:nvSpPr>
          <p:cNvPr id="80" name="!!Ellipse 9">
            <a:extLst>
              <a:ext uri="{FF2B5EF4-FFF2-40B4-BE49-F238E27FC236}">
                <a16:creationId xmlns:a16="http://schemas.microsoft.com/office/drawing/2014/main" id="{261C49AA-3825-47EB-DD10-0F92314B77AA}"/>
              </a:ext>
            </a:extLst>
          </p:cNvPr>
          <p:cNvSpPr/>
          <p:nvPr/>
        </p:nvSpPr>
        <p:spPr>
          <a:xfrm>
            <a:off x="364160" y="585724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A,B,C,D,H</a:t>
            </a:r>
          </a:p>
        </p:txBody>
      </p:sp>
      <p:sp>
        <p:nvSpPr>
          <p:cNvPr id="81" name="!!Ellipse 9">
            <a:extLst>
              <a:ext uri="{FF2B5EF4-FFF2-40B4-BE49-F238E27FC236}">
                <a16:creationId xmlns:a16="http://schemas.microsoft.com/office/drawing/2014/main" id="{3C25F9EC-53AE-04BC-6095-06E90949D641}"/>
              </a:ext>
            </a:extLst>
          </p:cNvPr>
          <p:cNvSpPr/>
          <p:nvPr/>
        </p:nvSpPr>
        <p:spPr>
          <a:xfrm>
            <a:off x="364160" y="338192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</a:t>
            </a:r>
          </a:p>
        </p:txBody>
      </p:sp>
      <p:sp>
        <p:nvSpPr>
          <p:cNvPr id="82" name="!!Ellipse 9">
            <a:extLst>
              <a:ext uri="{FF2B5EF4-FFF2-40B4-BE49-F238E27FC236}">
                <a16:creationId xmlns:a16="http://schemas.microsoft.com/office/drawing/2014/main" id="{A597943B-A418-0433-DBEE-DC3BE207A1F3}"/>
              </a:ext>
            </a:extLst>
          </p:cNvPr>
          <p:cNvSpPr/>
          <p:nvPr/>
        </p:nvSpPr>
        <p:spPr>
          <a:xfrm>
            <a:off x="2152002" y="3397215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A,B,C,E,F</a:t>
            </a:r>
          </a:p>
        </p:txBody>
      </p:sp>
      <p:sp>
        <p:nvSpPr>
          <p:cNvPr id="83" name="!!Ellipse 9">
            <a:extLst>
              <a:ext uri="{FF2B5EF4-FFF2-40B4-BE49-F238E27FC236}">
                <a16:creationId xmlns:a16="http://schemas.microsoft.com/office/drawing/2014/main" id="{FCC59B5C-0B35-E143-AA0B-4902FDE4B82A}"/>
              </a:ext>
            </a:extLst>
          </p:cNvPr>
          <p:cNvSpPr/>
          <p:nvPr/>
        </p:nvSpPr>
        <p:spPr>
          <a:xfrm>
            <a:off x="2152002" y="425196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A,B,C,E,G</a:t>
            </a:r>
          </a:p>
        </p:txBody>
      </p:sp>
      <p:sp>
        <p:nvSpPr>
          <p:cNvPr id="84" name="!!Ellipse 9">
            <a:extLst>
              <a:ext uri="{FF2B5EF4-FFF2-40B4-BE49-F238E27FC236}">
                <a16:creationId xmlns:a16="http://schemas.microsoft.com/office/drawing/2014/main" id="{75B1E790-5F47-205D-7B26-EB8B2FE5D56C}"/>
              </a:ext>
            </a:extLst>
          </p:cNvPr>
          <p:cNvSpPr/>
          <p:nvPr/>
        </p:nvSpPr>
        <p:spPr>
          <a:xfrm>
            <a:off x="2132465" y="505460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A,B,C,E,H</a:t>
            </a:r>
          </a:p>
        </p:txBody>
      </p:sp>
      <p:sp>
        <p:nvSpPr>
          <p:cNvPr id="85" name="!!Ellipse 9">
            <a:extLst>
              <a:ext uri="{FF2B5EF4-FFF2-40B4-BE49-F238E27FC236}">
                <a16:creationId xmlns:a16="http://schemas.microsoft.com/office/drawing/2014/main" id="{66242697-C8B7-B513-2068-C093D9EAB6DA}"/>
              </a:ext>
            </a:extLst>
          </p:cNvPr>
          <p:cNvSpPr/>
          <p:nvPr/>
        </p:nvSpPr>
        <p:spPr>
          <a:xfrm>
            <a:off x="2132465" y="5894105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A,B,C,F,G</a:t>
            </a:r>
          </a:p>
        </p:txBody>
      </p:sp>
      <p:sp>
        <p:nvSpPr>
          <p:cNvPr id="86" name="!!Ellipse 9">
            <a:extLst>
              <a:ext uri="{FF2B5EF4-FFF2-40B4-BE49-F238E27FC236}">
                <a16:creationId xmlns:a16="http://schemas.microsoft.com/office/drawing/2014/main" id="{3D0A31F8-9961-D800-AB8E-CF9BE0FACE2E}"/>
              </a:ext>
            </a:extLst>
          </p:cNvPr>
          <p:cNvSpPr/>
          <p:nvPr/>
        </p:nvSpPr>
        <p:spPr>
          <a:xfrm>
            <a:off x="3941070" y="3377552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A,B,C,F,H</a:t>
            </a:r>
          </a:p>
        </p:txBody>
      </p:sp>
      <p:sp>
        <p:nvSpPr>
          <p:cNvPr id="87" name="!!Ellipse 9">
            <a:extLst>
              <a:ext uri="{FF2B5EF4-FFF2-40B4-BE49-F238E27FC236}">
                <a16:creationId xmlns:a16="http://schemas.microsoft.com/office/drawing/2014/main" id="{434375A7-703D-7575-7B2D-B4EC1F015A3B}"/>
              </a:ext>
            </a:extLst>
          </p:cNvPr>
          <p:cNvSpPr/>
          <p:nvPr/>
        </p:nvSpPr>
        <p:spPr>
          <a:xfrm>
            <a:off x="10056114" y="5894105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D,E,F,G,H</a:t>
            </a:r>
          </a:p>
        </p:txBody>
      </p:sp>
      <p:sp>
        <p:nvSpPr>
          <p:cNvPr id="88" name="!!Ellipse 9">
            <a:extLst>
              <a:ext uri="{FF2B5EF4-FFF2-40B4-BE49-F238E27FC236}">
                <a16:creationId xmlns:a16="http://schemas.microsoft.com/office/drawing/2014/main" id="{B5E8E730-A66B-7DEF-498C-A43E53EBFDB0}"/>
              </a:ext>
            </a:extLst>
          </p:cNvPr>
          <p:cNvSpPr/>
          <p:nvPr/>
        </p:nvSpPr>
        <p:spPr>
          <a:xfrm>
            <a:off x="10056114" y="5054600"/>
            <a:ext cx="162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C,E,F,G,H</a:t>
            </a:r>
          </a:p>
        </p:txBody>
      </p:sp>
      <p:sp>
        <p:nvSpPr>
          <p:cNvPr id="89" name="Titel 1">
            <a:extLst>
              <a:ext uri="{FF2B5EF4-FFF2-40B4-BE49-F238E27FC236}">
                <a16:creationId xmlns:a16="http://schemas.microsoft.com/office/drawing/2014/main" id="{5BD09A37-18BD-AC57-72AC-5311FA633BA2}"/>
              </a:ext>
            </a:extLst>
          </p:cNvPr>
          <p:cNvSpPr txBox="1">
            <a:spLocks/>
          </p:cNvSpPr>
          <p:nvPr/>
        </p:nvSpPr>
        <p:spPr>
          <a:xfrm>
            <a:off x="6383024" y="5078896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66889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BC53E-C786-CF1E-F142-4C038ECD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AFE4398C-418E-CA4E-4583-5AA8F249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5: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BEA305C5-6E32-231E-6A7B-9246C426D323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DB3B63C-54E4-68A2-E781-14450CBE951F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9F47CC3-76FD-6539-8271-89A8E27F626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F499F25-506C-4BC9-F2F3-5F3E09F9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68C4B481-6BE4-FE23-DFBD-BFB11BFB5E76}"/>
              </a:ext>
            </a:extLst>
          </p:cNvPr>
          <p:cNvSpPr/>
          <p:nvPr/>
        </p:nvSpPr>
        <p:spPr>
          <a:xfrm>
            <a:off x="250952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3BCB97E3-9316-0191-06EF-2EA4BD137891}"/>
              </a:ext>
            </a:extLst>
          </p:cNvPr>
          <p:cNvSpPr/>
          <p:nvPr/>
        </p:nvSpPr>
        <p:spPr>
          <a:xfrm>
            <a:off x="4018313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D4012A42-6338-55CA-E2FB-95675AB4C1D4}"/>
              </a:ext>
            </a:extLst>
          </p:cNvPr>
          <p:cNvSpPr/>
          <p:nvPr/>
        </p:nvSpPr>
        <p:spPr>
          <a:xfrm>
            <a:off x="5527107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7D254D59-2D10-AABC-B6A9-4121315EB482}"/>
              </a:ext>
            </a:extLst>
          </p:cNvPr>
          <p:cNvSpPr/>
          <p:nvPr/>
        </p:nvSpPr>
        <p:spPr>
          <a:xfrm>
            <a:off x="703590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5BBCD4D8-319E-2055-FE66-8E0B9AB0ED86}"/>
              </a:ext>
            </a:extLst>
          </p:cNvPr>
          <p:cNvSpPr/>
          <p:nvPr/>
        </p:nvSpPr>
        <p:spPr>
          <a:xfrm>
            <a:off x="8544694" y="-2012861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E2751E0D-4C47-E2EC-B434-5CC737C5105D}"/>
              </a:ext>
            </a:extLst>
          </p:cNvPr>
          <p:cNvSpPr/>
          <p:nvPr/>
        </p:nvSpPr>
        <p:spPr>
          <a:xfrm>
            <a:off x="4018313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DB77C1C1-3154-D4AD-0BD0-7D80417FC3CE}"/>
              </a:ext>
            </a:extLst>
          </p:cNvPr>
          <p:cNvSpPr/>
          <p:nvPr/>
        </p:nvSpPr>
        <p:spPr>
          <a:xfrm>
            <a:off x="5527107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88302615-E710-6D73-15E2-497DDC154420}"/>
              </a:ext>
            </a:extLst>
          </p:cNvPr>
          <p:cNvSpPr/>
          <p:nvPr/>
        </p:nvSpPr>
        <p:spPr>
          <a:xfrm>
            <a:off x="7035900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388E442-0109-10A4-C7D7-69E231EF79BB}"/>
              </a:ext>
            </a:extLst>
          </p:cNvPr>
          <p:cNvGrpSpPr/>
          <p:nvPr/>
        </p:nvGrpSpPr>
        <p:grpSpPr>
          <a:xfrm>
            <a:off x="3564809" y="-2102078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F1F27A3C-8A4E-AFA9-FF05-09385CD5C05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9917FE5D-43E2-E948-8DE9-E9372FD28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3054816-7840-8FA4-046F-53CC7E116F39}"/>
              </a:ext>
            </a:extLst>
          </p:cNvPr>
          <p:cNvGrpSpPr/>
          <p:nvPr/>
        </p:nvGrpSpPr>
        <p:grpSpPr>
          <a:xfrm>
            <a:off x="5074935" y="-2131736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8D3D3C2-4E2F-85BC-1BF6-4C0EBD334C3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F4154197-1E3E-9BF7-C2C9-E1EC5BD59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0638B1D-3013-28F9-445F-461F988D5854}"/>
              </a:ext>
            </a:extLst>
          </p:cNvPr>
          <p:cNvGrpSpPr/>
          <p:nvPr/>
        </p:nvGrpSpPr>
        <p:grpSpPr>
          <a:xfrm>
            <a:off x="6583729" y="-2131736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ADCA1D18-9FBD-20B6-A9FF-F5CE9E40793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C6EC90DA-0BCF-B133-A589-A94C4E0BF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2A20AE86-681F-675E-2A3A-3B39449DF4DD}"/>
              </a:ext>
            </a:extLst>
          </p:cNvPr>
          <p:cNvGrpSpPr/>
          <p:nvPr/>
        </p:nvGrpSpPr>
        <p:grpSpPr>
          <a:xfrm>
            <a:off x="8085139" y="-2091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57D936FB-6818-62C9-1405-4CBE3B63F12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A2F34977-F346-B7A1-31D1-682D4FDD7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FB31FB9F-A72D-C5A2-FBC9-BF3E222783B4}"/>
              </a:ext>
            </a:extLst>
          </p:cNvPr>
          <p:cNvGrpSpPr/>
          <p:nvPr/>
        </p:nvGrpSpPr>
        <p:grpSpPr>
          <a:xfrm>
            <a:off x="9620468" y="-2133621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DD8B2D4E-5307-58B1-1D87-C2A007F5E51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29A83A11-E4A9-2432-5E7D-798699D4C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7202AE5-6A44-5DAE-2D88-50358854BCFD}"/>
              </a:ext>
            </a:extLst>
          </p:cNvPr>
          <p:cNvGrpSpPr/>
          <p:nvPr/>
        </p:nvGrpSpPr>
        <p:grpSpPr>
          <a:xfrm>
            <a:off x="5117710" y="-1284297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6F255E3-2302-35CD-77A8-440C3B7E509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73CF8173-D20C-9C01-C054-8BECFE851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D23C1366-06C8-C74A-45AF-1CE7A4F6777C}"/>
              </a:ext>
            </a:extLst>
          </p:cNvPr>
          <p:cNvGrpSpPr/>
          <p:nvPr/>
        </p:nvGrpSpPr>
        <p:grpSpPr>
          <a:xfrm>
            <a:off x="6573061" y="-1284297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967A4337-FBDF-DFC8-8ED3-85630DE6777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35116401-57BF-C903-C325-0FC91A4B8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79C379B7-6EBC-1014-1171-5C6B0C9D8CD4}"/>
              </a:ext>
            </a:extLst>
          </p:cNvPr>
          <p:cNvGrpSpPr/>
          <p:nvPr/>
        </p:nvGrpSpPr>
        <p:grpSpPr>
          <a:xfrm>
            <a:off x="8104968" y="-1284297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F9E4CD2-1E8D-9863-F046-12F333A9F88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02B9663B-912F-903B-A6E3-44B247A1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9315B915-0F7B-27A5-0BDE-88DD9E63ED0A}"/>
              </a:ext>
            </a:extLst>
          </p:cNvPr>
          <p:cNvSpPr/>
          <p:nvPr/>
        </p:nvSpPr>
        <p:spPr>
          <a:xfrm>
            <a:off x="3119120" y="1320154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80B3BBCB-9929-A0E8-B188-81B113BDD9B4}"/>
              </a:ext>
            </a:extLst>
          </p:cNvPr>
          <p:cNvSpPr/>
          <p:nvPr/>
        </p:nvSpPr>
        <p:spPr>
          <a:xfrm>
            <a:off x="3119120" y="177064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1F9E0600-9151-2F24-8CAD-DE04C13DC209}"/>
              </a:ext>
            </a:extLst>
          </p:cNvPr>
          <p:cNvSpPr/>
          <p:nvPr/>
        </p:nvSpPr>
        <p:spPr>
          <a:xfrm>
            <a:off x="3119120" y="222114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220A08A2-5842-9539-6E51-25FA67253105}"/>
              </a:ext>
            </a:extLst>
          </p:cNvPr>
          <p:cNvSpPr/>
          <p:nvPr/>
        </p:nvSpPr>
        <p:spPr>
          <a:xfrm>
            <a:off x="4125863" y="131687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2667BDA1-075D-933C-E721-26075FF5F9E7}"/>
              </a:ext>
            </a:extLst>
          </p:cNvPr>
          <p:cNvSpPr/>
          <p:nvPr/>
        </p:nvSpPr>
        <p:spPr>
          <a:xfrm>
            <a:off x="4125863" y="177064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5881654D-F5FF-6FFA-80CE-DB1AFE0B73ED}"/>
              </a:ext>
            </a:extLst>
          </p:cNvPr>
          <p:cNvSpPr/>
          <p:nvPr/>
        </p:nvSpPr>
        <p:spPr>
          <a:xfrm>
            <a:off x="4153100" y="222114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75BEDEF1-7A6B-D0D4-4544-8F262D1B888D}"/>
              </a:ext>
            </a:extLst>
          </p:cNvPr>
          <p:cNvSpPr/>
          <p:nvPr/>
        </p:nvSpPr>
        <p:spPr>
          <a:xfrm>
            <a:off x="5102381" y="131687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16AE7539-8BBA-A63A-878C-4618B4FB9D51}"/>
              </a:ext>
            </a:extLst>
          </p:cNvPr>
          <p:cNvSpPr/>
          <p:nvPr/>
        </p:nvSpPr>
        <p:spPr>
          <a:xfrm>
            <a:off x="7916725" y="2207504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96ED46B9-EBA0-482E-6947-8444FB124580}"/>
              </a:ext>
            </a:extLst>
          </p:cNvPr>
          <p:cNvSpPr/>
          <p:nvPr/>
        </p:nvSpPr>
        <p:spPr>
          <a:xfrm>
            <a:off x="7916725" y="177064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FDA9932C-28ED-F5C7-7968-C0039792FA83}"/>
              </a:ext>
            </a:extLst>
          </p:cNvPr>
          <p:cNvSpPr txBox="1">
            <a:spLocks/>
          </p:cNvSpPr>
          <p:nvPr/>
        </p:nvSpPr>
        <p:spPr>
          <a:xfrm>
            <a:off x="6076627" y="2019521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5E7AF8B-95D8-59D4-C70B-AAADB6DB4677}"/>
              </a:ext>
            </a:extLst>
          </p:cNvPr>
          <p:cNvGrpSpPr/>
          <p:nvPr/>
        </p:nvGrpSpPr>
        <p:grpSpPr>
          <a:xfrm>
            <a:off x="3827844" y="1286402"/>
            <a:ext cx="230452" cy="175910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4BD94602-6672-AABB-A142-48F42055231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4A5195DC-35D1-FA4F-FD52-D8786A52F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F7AE55BE-1AD8-2204-B0CB-8A8C2F681E3D}"/>
              </a:ext>
            </a:extLst>
          </p:cNvPr>
          <p:cNvGrpSpPr/>
          <p:nvPr/>
        </p:nvGrpSpPr>
        <p:grpSpPr>
          <a:xfrm>
            <a:off x="4840028" y="1286402"/>
            <a:ext cx="230452" cy="175910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25C9CAF8-2926-3DA3-1DAA-0D226B5D97B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BB92F522-C07E-B138-2A8B-F34E0A336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A7537C6E-FEA7-D2B7-E0BD-356D1EBDB643}"/>
              </a:ext>
            </a:extLst>
          </p:cNvPr>
          <p:cNvGrpSpPr/>
          <p:nvPr/>
        </p:nvGrpSpPr>
        <p:grpSpPr>
          <a:xfrm>
            <a:off x="5821209" y="1287001"/>
            <a:ext cx="230452" cy="175910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2F40637F-1230-CC55-823B-AA1B745B182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9A704BB8-A894-9D49-616A-19D627A03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B1D75F3-C33D-7033-807E-BD1292FA3C6E}"/>
              </a:ext>
            </a:extLst>
          </p:cNvPr>
          <p:cNvGrpSpPr/>
          <p:nvPr/>
        </p:nvGrpSpPr>
        <p:grpSpPr>
          <a:xfrm>
            <a:off x="4810664" y="1753772"/>
            <a:ext cx="230452" cy="175910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5C1A7C5A-6242-06F1-CB18-D9AE26377AD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7018AC8B-FCE0-6C9D-552D-0B241981C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E5DCB13-AFD7-EA78-1BD8-C7CA92011957}"/>
              </a:ext>
            </a:extLst>
          </p:cNvPr>
          <p:cNvGrpSpPr/>
          <p:nvPr/>
        </p:nvGrpSpPr>
        <p:grpSpPr>
          <a:xfrm>
            <a:off x="4855944" y="2208651"/>
            <a:ext cx="230452" cy="175910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3474E5BE-E2FF-AF28-9D2B-65D2DCE1BA9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2906EE6A-100D-D869-C11A-7AEE91F24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98CE501E-2C0C-48C9-1488-C1EFA06FABAC}"/>
              </a:ext>
            </a:extLst>
          </p:cNvPr>
          <p:cNvGrpSpPr/>
          <p:nvPr/>
        </p:nvGrpSpPr>
        <p:grpSpPr>
          <a:xfrm>
            <a:off x="3837950" y="1761810"/>
            <a:ext cx="230452" cy="175910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E99BABFE-5678-C7F5-F23F-5C40E89D5C9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C3195D5C-EC95-874B-28BB-22D8C7FD9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50BC21AF-1D6C-EE5F-BE63-55D0D98291FF}"/>
              </a:ext>
            </a:extLst>
          </p:cNvPr>
          <p:cNvGrpSpPr/>
          <p:nvPr/>
        </p:nvGrpSpPr>
        <p:grpSpPr>
          <a:xfrm>
            <a:off x="3827844" y="2192770"/>
            <a:ext cx="230452" cy="17591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407B627E-816B-716B-ABD1-2CD5E974E33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2F602483-9B88-B43B-E327-E444C7AF6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F2C58F0-CD71-9FE3-D034-AD8EA088CA3C}"/>
              </a:ext>
            </a:extLst>
          </p:cNvPr>
          <p:cNvGrpSpPr/>
          <p:nvPr/>
        </p:nvGrpSpPr>
        <p:grpSpPr>
          <a:xfrm>
            <a:off x="8605464" y="1747284"/>
            <a:ext cx="230452" cy="175910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432657B5-3ADA-CFF1-CCA7-43774CE4CA8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6BFDC7C2-FBDB-B749-4085-2303217FE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C4498FC-C32A-3267-CC8A-FBB2B660910A}"/>
              </a:ext>
            </a:extLst>
          </p:cNvPr>
          <p:cNvGrpSpPr/>
          <p:nvPr/>
        </p:nvGrpSpPr>
        <p:grpSpPr>
          <a:xfrm>
            <a:off x="8615570" y="2202997"/>
            <a:ext cx="230452" cy="175910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B8727263-7613-7BB7-0B2D-E4B2053312B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5748A31D-8079-0970-17B7-A3205E085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8" name="!!Ellipse 9">
            <a:extLst>
              <a:ext uri="{FF2B5EF4-FFF2-40B4-BE49-F238E27FC236}">
                <a16:creationId xmlns:a16="http://schemas.microsoft.com/office/drawing/2014/main" id="{B66E8644-45CE-522A-E3FB-D97E59EF83DB}"/>
              </a:ext>
            </a:extLst>
          </p:cNvPr>
          <p:cNvSpPr/>
          <p:nvPr/>
        </p:nvSpPr>
        <p:spPr>
          <a:xfrm>
            <a:off x="364160" y="425196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8629716D-4807-C52A-26D7-69E90397401A}"/>
              </a:ext>
            </a:extLst>
          </p:cNvPr>
          <p:cNvSpPr/>
          <p:nvPr/>
        </p:nvSpPr>
        <p:spPr>
          <a:xfrm>
            <a:off x="364160" y="505460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!!Ellipse 9">
            <a:extLst>
              <a:ext uri="{FF2B5EF4-FFF2-40B4-BE49-F238E27FC236}">
                <a16:creationId xmlns:a16="http://schemas.microsoft.com/office/drawing/2014/main" id="{B22C4CA6-4C38-7AFB-3358-297D24005C3F}"/>
              </a:ext>
            </a:extLst>
          </p:cNvPr>
          <p:cNvSpPr/>
          <p:nvPr/>
        </p:nvSpPr>
        <p:spPr>
          <a:xfrm>
            <a:off x="364160" y="585724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1" name="!!Ellipse 9">
            <a:extLst>
              <a:ext uri="{FF2B5EF4-FFF2-40B4-BE49-F238E27FC236}">
                <a16:creationId xmlns:a16="http://schemas.microsoft.com/office/drawing/2014/main" id="{85B4A314-25EE-EA38-C9B3-194AC95100FA}"/>
              </a:ext>
            </a:extLst>
          </p:cNvPr>
          <p:cNvSpPr/>
          <p:nvPr/>
        </p:nvSpPr>
        <p:spPr>
          <a:xfrm>
            <a:off x="364160" y="338192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" name="!!Ellipse 9">
            <a:extLst>
              <a:ext uri="{FF2B5EF4-FFF2-40B4-BE49-F238E27FC236}">
                <a16:creationId xmlns:a16="http://schemas.microsoft.com/office/drawing/2014/main" id="{58135D1F-73CD-08AA-5444-4C2E0512CD87}"/>
              </a:ext>
            </a:extLst>
          </p:cNvPr>
          <p:cNvSpPr/>
          <p:nvPr/>
        </p:nvSpPr>
        <p:spPr>
          <a:xfrm>
            <a:off x="2152002" y="3397215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3" name="!!Ellipse 9">
            <a:extLst>
              <a:ext uri="{FF2B5EF4-FFF2-40B4-BE49-F238E27FC236}">
                <a16:creationId xmlns:a16="http://schemas.microsoft.com/office/drawing/2014/main" id="{F97CEFCE-0EFB-88B7-9B9D-A7D5962359BD}"/>
              </a:ext>
            </a:extLst>
          </p:cNvPr>
          <p:cNvSpPr/>
          <p:nvPr/>
        </p:nvSpPr>
        <p:spPr>
          <a:xfrm>
            <a:off x="2152002" y="425196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4" name="!!Ellipse 9">
            <a:extLst>
              <a:ext uri="{FF2B5EF4-FFF2-40B4-BE49-F238E27FC236}">
                <a16:creationId xmlns:a16="http://schemas.microsoft.com/office/drawing/2014/main" id="{DFAC6BFC-C2A3-7F3D-B301-0CEBF4F9AEE2}"/>
              </a:ext>
            </a:extLst>
          </p:cNvPr>
          <p:cNvSpPr/>
          <p:nvPr/>
        </p:nvSpPr>
        <p:spPr>
          <a:xfrm>
            <a:off x="2132465" y="505460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5" name="!!Ellipse 9">
            <a:extLst>
              <a:ext uri="{FF2B5EF4-FFF2-40B4-BE49-F238E27FC236}">
                <a16:creationId xmlns:a16="http://schemas.microsoft.com/office/drawing/2014/main" id="{B50BCAC5-635F-44CB-222B-EDE69126257C}"/>
              </a:ext>
            </a:extLst>
          </p:cNvPr>
          <p:cNvSpPr/>
          <p:nvPr/>
        </p:nvSpPr>
        <p:spPr>
          <a:xfrm>
            <a:off x="2132465" y="5894105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!!Ellipse 9">
            <a:extLst>
              <a:ext uri="{FF2B5EF4-FFF2-40B4-BE49-F238E27FC236}">
                <a16:creationId xmlns:a16="http://schemas.microsoft.com/office/drawing/2014/main" id="{48C96EA3-0A02-4459-5D22-FBBB5D72C610}"/>
              </a:ext>
            </a:extLst>
          </p:cNvPr>
          <p:cNvSpPr/>
          <p:nvPr/>
        </p:nvSpPr>
        <p:spPr>
          <a:xfrm>
            <a:off x="3941070" y="3377552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!!Ellipse 9">
            <a:extLst>
              <a:ext uri="{FF2B5EF4-FFF2-40B4-BE49-F238E27FC236}">
                <a16:creationId xmlns:a16="http://schemas.microsoft.com/office/drawing/2014/main" id="{C4ADF5E3-4E0C-94A5-195F-FAAC3D8817A5}"/>
              </a:ext>
            </a:extLst>
          </p:cNvPr>
          <p:cNvSpPr/>
          <p:nvPr/>
        </p:nvSpPr>
        <p:spPr>
          <a:xfrm>
            <a:off x="10056114" y="5894105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8" name="!!Ellipse 9">
            <a:extLst>
              <a:ext uri="{FF2B5EF4-FFF2-40B4-BE49-F238E27FC236}">
                <a16:creationId xmlns:a16="http://schemas.microsoft.com/office/drawing/2014/main" id="{69E65FD0-68CB-BB65-4EB1-3ACF506EBC44}"/>
              </a:ext>
            </a:extLst>
          </p:cNvPr>
          <p:cNvSpPr/>
          <p:nvPr/>
        </p:nvSpPr>
        <p:spPr>
          <a:xfrm>
            <a:off x="10056114" y="5054600"/>
            <a:ext cx="162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9" name="Titel 1">
            <a:extLst>
              <a:ext uri="{FF2B5EF4-FFF2-40B4-BE49-F238E27FC236}">
                <a16:creationId xmlns:a16="http://schemas.microsoft.com/office/drawing/2014/main" id="{0841F253-8E46-A13F-2539-48617D88D76F}"/>
              </a:ext>
            </a:extLst>
          </p:cNvPr>
          <p:cNvSpPr txBox="1">
            <a:spLocks/>
          </p:cNvSpPr>
          <p:nvPr/>
        </p:nvSpPr>
        <p:spPr>
          <a:xfrm>
            <a:off x="6383024" y="5078896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9223B7-5550-2047-C502-2E6186063FD2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360B9A81-BD74-2310-6EEF-7BD243AD467A}"/>
              </a:ext>
            </a:extLst>
          </p:cNvPr>
          <p:cNvGrpSpPr/>
          <p:nvPr/>
        </p:nvGrpSpPr>
        <p:grpSpPr>
          <a:xfrm>
            <a:off x="1615296" y="3299280"/>
            <a:ext cx="452172" cy="345155"/>
            <a:chOff x="217350" y="639497"/>
            <a:chExt cx="6516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9CB6BAB5-7796-E79F-CFB9-148471A27BB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9FF15E2F-8F16-7645-630A-AA978A851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E8ABB8E2-C806-CBA6-9533-563B3743E722}"/>
              </a:ext>
            </a:extLst>
          </p:cNvPr>
          <p:cNvGrpSpPr/>
          <p:nvPr/>
        </p:nvGrpSpPr>
        <p:grpSpPr>
          <a:xfrm>
            <a:off x="3333733" y="3299815"/>
            <a:ext cx="452172" cy="345155"/>
            <a:chOff x="217350" y="639497"/>
            <a:chExt cx="651600" cy="540000"/>
          </a:xfrm>
        </p:grpSpPr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CF774E69-E1E4-3ECD-8090-7B8736AF90D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0E47261C-C571-84E7-0ADE-D6593C46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D8CE1867-CE45-0648-5B2B-EF4347873462}"/>
              </a:ext>
            </a:extLst>
          </p:cNvPr>
          <p:cNvGrpSpPr/>
          <p:nvPr/>
        </p:nvGrpSpPr>
        <p:grpSpPr>
          <a:xfrm>
            <a:off x="5129614" y="3286122"/>
            <a:ext cx="452172" cy="345155"/>
            <a:chOff x="217350" y="639497"/>
            <a:chExt cx="651600" cy="54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83B1AB4A-295F-5E9C-BAF2-CF65496E61F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4D283950-EB5B-F234-38C1-54FD5E53F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BFBA0F50-B213-4321-590F-8879F8C31DBA}"/>
              </a:ext>
            </a:extLst>
          </p:cNvPr>
          <p:cNvGrpSpPr/>
          <p:nvPr/>
        </p:nvGrpSpPr>
        <p:grpSpPr>
          <a:xfrm>
            <a:off x="1557681" y="4176940"/>
            <a:ext cx="452172" cy="345155"/>
            <a:chOff x="217350" y="639497"/>
            <a:chExt cx="651600" cy="54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0647E7EC-FFC7-7B3F-4AE1-8AD6C36870D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34ACE3B2-0639-9F26-90B7-45978AAC8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61F02FE4-5AC0-9F44-20C2-90E8766D2992}"/>
              </a:ext>
            </a:extLst>
          </p:cNvPr>
          <p:cNvGrpSpPr/>
          <p:nvPr/>
        </p:nvGrpSpPr>
        <p:grpSpPr>
          <a:xfrm>
            <a:off x="3328163" y="4213399"/>
            <a:ext cx="452172" cy="345155"/>
            <a:chOff x="217350" y="639497"/>
            <a:chExt cx="6516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4D8917FF-67C8-B2C7-DF67-09EE2743C50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C0DC997A-929D-DD4B-0196-960BA27CB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0288BF55-317B-D4E8-65A6-4703D44C1FF3}"/>
              </a:ext>
            </a:extLst>
          </p:cNvPr>
          <p:cNvGrpSpPr/>
          <p:nvPr/>
        </p:nvGrpSpPr>
        <p:grpSpPr>
          <a:xfrm>
            <a:off x="1531988" y="4976849"/>
            <a:ext cx="452172" cy="345155"/>
            <a:chOff x="217350" y="639497"/>
            <a:chExt cx="651600" cy="540000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ADAEDF1D-BCB7-4FF3-7302-E6A444DA813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2733B65E-9820-2BBB-21E3-F9A55D121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43C1EA96-07A1-B474-3613-0E3A5A3E801C}"/>
              </a:ext>
            </a:extLst>
          </p:cNvPr>
          <p:cNvGrpSpPr/>
          <p:nvPr/>
        </p:nvGrpSpPr>
        <p:grpSpPr>
          <a:xfrm>
            <a:off x="3319830" y="4971960"/>
            <a:ext cx="452172" cy="345155"/>
            <a:chOff x="217350" y="639497"/>
            <a:chExt cx="651600" cy="54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21E13D5D-4A11-3DBF-1EA8-DBA9084668F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656A3FC1-5272-8803-CE2D-D67CB279D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30D5DAF8-84AE-FDFE-93DF-FCC20D7782EB}"/>
              </a:ext>
            </a:extLst>
          </p:cNvPr>
          <p:cNvGrpSpPr/>
          <p:nvPr/>
        </p:nvGrpSpPr>
        <p:grpSpPr>
          <a:xfrm>
            <a:off x="1484148" y="5774600"/>
            <a:ext cx="452172" cy="345155"/>
            <a:chOff x="217350" y="639497"/>
            <a:chExt cx="651600" cy="540000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9917BD1E-35F8-2866-8723-F708D10DF83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2" name="Grafik 111">
              <a:extLst>
                <a:ext uri="{FF2B5EF4-FFF2-40B4-BE49-F238E27FC236}">
                  <a16:creationId xmlns:a16="http://schemas.microsoft.com/office/drawing/2014/main" id="{84330B1B-127E-1DE0-CCB5-4FA0C830F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E3CB084D-7CF1-DB25-05B5-626BF5F1FF33}"/>
              </a:ext>
            </a:extLst>
          </p:cNvPr>
          <p:cNvGrpSpPr/>
          <p:nvPr/>
        </p:nvGrpSpPr>
        <p:grpSpPr>
          <a:xfrm>
            <a:off x="3302470" y="5857240"/>
            <a:ext cx="452172" cy="345155"/>
            <a:chOff x="217350" y="639497"/>
            <a:chExt cx="651600" cy="540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6A9B4272-CCA8-A80E-495A-833261701EB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C88FCA22-E663-740C-4F99-D9E80E72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510A37B8-0E76-3096-A0E0-D807AD727C1F}"/>
              </a:ext>
            </a:extLst>
          </p:cNvPr>
          <p:cNvGrpSpPr/>
          <p:nvPr/>
        </p:nvGrpSpPr>
        <p:grpSpPr>
          <a:xfrm>
            <a:off x="11186262" y="4971960"/>
            <a:ext cx="452172" cy="345155"/>
            <a:chOff x="217350" y="639497"/>
            <a:chExt cx="651600" cy="540000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9125A649-7164-6D7B-CB68-293DEB9DA0D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8" name="Grafik 117">
              <a:extLst>
                <a:ext uri="{FF2B5EF4-FFF2-40B4-BE49-F238E27FC236}">
                  <a16:creationId xmlns:a16="http://schemas.microsoft.com/office/drawing/2014/main" id="{0FBF2218-5279-21B7-237A-95FD679D4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82E16F1F-4780-E96F-845B-D8504541F998}"/>
              </a:ext>
            </a:extLst>
          </p:cNvPr>
          <p:cNvGrpSpPr/>
          <p:nvPr/>
        </p:nvGrpSpPr>
        <p:grpSpPr>
          <a:xfrm>
            <a:off x="11206582" y="5857240"/>
            <a:ext cx="452172" cy="345155"/>
            <a:chOff x="217350" y="639497"/>
            <a:chExt cx="651600" cy="540000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A861094A-4813-133D-5C95-723807CA9CB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1" name="Grafik 120">
              <a:extLst>
                <a:ext uri="{FF2B5EF4-FFF2-40B4-BE49-F238E27FC236}">
                  <a16:creationId xmlns:a16="http://schemas.microsoft.com/office/drawing/2014/main" id="{5252E736-B9AB-C2D4-2CAC-AF4477504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7767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DD17-7A6B-20F7-266F-948BBE7B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1ECA4C73-1276-567D-BC07-25D132E4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4: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59A19F3B-A236-7A5F-FDE6-7F25EEA54B5D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1CEBBF3-C00F-2461-5309-E7C67E26FBFD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B8069E2F-767F-561F-C6E3-AED0ADCF763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3A69F342-9BCE-C9F8-4B2A-9B4ED0E4D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ACE53942-5653-B7F0-DD03-F713CA2221E0}"/>
              </a:ext>
            </a:extLst>
          </p:cNvPr>
          <p:cNvSpPr/>
          <p:nvPr/>
        </p:nvSpPr>
        <p:spPr>
          <a:xfrm>
            <a:off x="250952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212CCFED-0CDF-55C0-920A-13BEE6E9A450}"/>
              </a:ext>
            </a:extLst>
          </p:cNvPr>
          <p:cNvSpPr/>
          <p:nvPr/>
        </p:nvSpPr>
        <p:spPr>
          <a:xfrm>
            <a:off x="4018313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467D02C8-2858-F072-08B9-6B20CA1F62DB}"/>
              </a:ext>
            </a:extLst>
          </p:cNvPr>
          <p:cNvSpPr/>
          <p:nvPr/>
        </p:nvSpPr>
        <p:spPr>
          <a:xfrm>
            <a:off x="5527107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754A18D1-FC7B-4F0D-AC79-E1C8BB2AECBB}"/>
              </a:ext>
            </a:extLst>
          </p:cNvPr>
          <p:cNvSpPr/>
          <p:nvPr/>
        </p:nvSpPr>
        <p:spPr>
          <a:xfrm>
            <a:off x="703590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71A15D03-B52A-9230-D68E-1C63D83D4423}"/>
              </a:ext>
            </a:extLst>
          </p:cNvPr>
          <p:cNvSpPr/>
          <p:nvPr/>
        </p:nvSpPr>
        <p:spPr>
          <a:xfrm>
            <a:off x="8544694" y="-2012861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04FA2175-3D5F-5668-9B11-51FA19D5E8CD}"/>
              </a:ext>
            </a:extLst>
          </p:cNvPr>
          <p:cNvSpPr/>
          <p:nvPr/>
        </p:nvSpPr>
        <p:spPr>
          <a:xfrm>
            <a:off x="4018313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CEEFB39C-9466-D314-E7E9-E44913554F90}"/>
              </a:ext>
            </a:extLst>
          </p:cNvPr>
          <p:cNvSpPr/>
          <p:nvPr/>
        </p:nvSpPr>
        <p:spPr>
          <a:xfrm>
            <a:off x="5527107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F2544BAF-495C-ACC8-3262-423A3826A739}"/>
              </a:ext>
            </a:extLst>
          </p:cNvPr>
          <p:cNvSpPr/>
          <p:nvPr/>
        </p:nvSpPr>
        <p:spPr>
          <a:xfrm>
            <a:off x="7035900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C66E29A-C36E-2B80-26AC-72AD38A5EE27}"/>
              </a:ext>
            </a:extLst>
          </p:cNvPr>
          <p:cNvGrpSpPr/>
          <p:nvPr/>
        </p:nvGrpSpPr>
        <p:grpSpPr>
          <a:xfrm>
            <a:off x="3564809" y="-2102078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70799FF2-20A3-DD57-BFF6-E4D4C5ADB1C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60D2B04E-B418-768B-9657-49E11B1C2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93ACE28-385B-1D66-55D4-B26D0F2AAF83}"/>
              </a:ext>
            </a:extLst>
          </p:cNvPr>
          <p:cNvGrpSpPr/>
          <p:nvPr/>
        </p:nvGrpSpPr>
        <p:grpSpPr>
          <a:xfrm>
            <a:off x="5074935" y="-2131736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EEE3A326-CBCB-594E-137F-217692E5F36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6360DE83-7E2C-79C4-6A06-ACFFA1ADF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A29BFF2-7F64-BED2-2D34-292703DA58F7}"/>
              </a:ext>
            </a:extLst>
          </p:cNvPr>
          <p:cNvGrpSpPr/>
          <p:nvPr/>
        </p:nvGrpSpPr>
        <p:grpSpPr>
          <a:xfrm>
            <a:off x="6583729" y="-2131736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7917880-8639-2223-BAAA-23FAA605CFE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BEC1C0C0-70D6-65A8-ADEC-C2D2BD9CA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021006E-D5D9-3321-3AA2-F2BD8E74E605}"/>
              </a:ext>
            </a:extLst>
          </p:cNvPr>
          <p:cNvGrpSpPr/>
          <p:nvPr/>
        </p:nvGrpSpPr>
        <p:grpSpPr>
          <a:xfrm>
            <a:off x="8085139" y="-2091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2ECDD7E3-E499-9C52-3890-737382AE5D6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AB89FF46-357C-A48D-C84C-4558328D1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4F83372-DA54-2CFD-5292-CC58045C29FD}"/>
              </a:ext>
            </a:extLst>
          </p:cNvPr>
          <p:cNvGrpSpPr/>
          <p:nvPr/>
        </p:nvGrpSpPr>
        <p:grpSpPr>
          <a:xfrm>
            <a:off x="9620468" y="-2133621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3596530E-A8B7-4D0C-516C-3811F208BB8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FBE8F1DF-E99A-3A31-7A3A-92A1A11F1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62487D0A-D170-45C9-F1AD-96538009A464}"/>
              </a:ext>
            </a:extLst>
          </p:cNvPr>
          <p:cNvGrpSpPr/>
          <p:nvPr/>
        </p:nvGrpSpPr>
        <p:grpSpPr>
          <a:xfrm>
            <a:off x="5117710" y="-1284297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91299ED5-968F-0A39-580E-D7FA0453980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7800098E-1153-83E1-1DBF-93C7A74DC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15F9A03E-1E21-081C-0310-4F3714C6F5E1}"/>
              </a:ext>
            </a:extLst>
          </p:cNvPr>
          <p:cNvGrpSpPr/>
          <p:nvPr/>
        </p:nvGrpSpPr>
        <p:grpSpPr>
          <a:xfrm>
            <a:off x="6573061" y="-1284297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4BD54D02-4FFE-1FF1-42D7-DAD188D866A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AA7BFD74-AE59-B602-16A5-A1A1DE13D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80951A1A-DBD5-305D-9BE3-45A182449B23}"/>
              </a:ext>
            </a:extLst>
          </p:cNvPr>
          <p:cNvGrpSpPr/>
          <p:nvPr/>
        </p:nvGrpSpPr>
        <p:grpSpPr>
          <a:xfrm>
            <a:off x="8104968" y="-1284297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52CEE65F-0D1A-12B5-DCB0-E2E85798A0A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429C7200-596E-8C32-5FC0-2F0F36240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4BA50448-95A4-B95E-4296-4151CA2C8B8D}"/>
              </a:ext>
            </a:extLst>
          </p:cNvPr>
          <p:cNvSpPr/>
          <p:nvPr/>
        </p:nvSpPr>
        <p:spPr>
          <a:xfrm>
            <a:off x="3119120" y="-146368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B257C668-405B-1F0F-D020-9B8904ABEBE3}"/>
              </a:ext>
            </a:extLst>
          </p:cNvPr>
          <p:cNvSpPr/>
          <p:nvPr/>
        </p:nvSpPr>
        <p:spPr>
          <a:xfrm>
            <a:off x="3119120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F8E6E423-60C9-1DBB-34BB-DCF6EAC46D10}"/>
              </a:ext>
            </a:extLst>
          </p:cNvPr>
          <p:cNvSpPr/>
          <p:nvPr/>
        </p:nvSpPr>
        <p:spPr>
          <a:xfrm>
            <a:off x="311912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72C66C97-D715-2E1F-DC93-C555C88FEF8C}"/>
              </a:ext>
            </a:extLst>
          </p:cNvPr>
          <p:cNvSpPr/>
          <p:nvPr/>
        </p:nvSpPr>
        <p:spPr>
          <a:xfrm>
            <a:off x="4125863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332BF476-B548-EC7E-6877-D4E78433FAE3}"/>
              </a:ext>
            </a:extLst>
          </p:cNvPr>
          <p:cNvSpPr/>
          <p:nvPr/>
        </p:nvSpPr>
        <p:spPr>
          <a:xfrm>
            <a:off x="4125863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7B9ED910-C793-2F70-D54B-87DA50A1852B}"/>
              </a:ext>
            </a:extLst>
          </p:cNvPr>
          <p:cNvSpPr/>
          <p:nvPr/>
        </p:nvSpPr>
        <p:spPr>
          <a:xfrm>
            <a:off x="415310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F73CFA66-4E5B-AA35-F45F-D23B8C7ED771}"/>
              </a:ext>
            </a:extLst>
          </p:cNvPr>
          <p:cNvSpPr/>
          <p:nvPr/>
        </p:nvSpPr>
        <p:spPr>
          <a:xfrm>
            <a:off x="5102381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0CE7D4EC-DE93-6B7A-B48B-7900AECDECEE}"/>
              </a:ext>
            </a:extLst>
          </p:cNvPr>
          <p:cNvSpPr/>
          <p:nvPr/>
        </p:nvSpPr>
        <p:spPr>
          <a:xfrm>
            <a:off x="7916725" y="-57633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62367CC4-AB1E-9876-3A91-5B886D3FDED5}"/>
              </a:ext>
            </a:extLst>
          </p:cNvPr>
          <p:cNvSpPr/>
          <p:nvPr/>
        </p:nvSpPr>
        <p:spPr>
          <a:xfrm>
            <a:off x="7916725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A353FD01-3E60-7473-4284-C1E8BACB59EB}"/>
              </a:ext>
            </a:extLst>
          </p:cNvPr>
          <p:cNvSpPr txBox="1">
            <a:spLocks/>
          </p:cNvSpPr>
          <p:nvPr/>
        </p:nvSpPr>
        <p:spPr>
          <a:xfrm>
            <a:off x="6076627" y="-764319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ACCC60CF-09D3-9C5A-C502-3A839B6BE76B}"/>
              </a:ext>
            </a:extLst>
          </p:cNvPr>
          <p:cNvGrpSpPr/>
          <p:nvPr/>
        </p:nvGrpSpPr>
        <p:grpSpPr>
          <a:xfrm>
            <a:off x="3827844" y="-1497438"/>
            <a:ext cx="230452" cy="175910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E452777A-580F-B264-5BD6-67E144BE9FF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2DB5B809-BE33-B2B5-15E0-D3B500F4C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1BB85E41-F87E-A487-95E8-FB183C985C02}"/>
              </a:ext>
            </a:extLst>
          </p:cNvPr>
          <p:cNvGrpSpPr/>
          <p:nvPr/>
        </p:nvGrpSpPr>
        <p:grpSpPr>
          <a:xfrm>
            <a:off x="4840028" y="-1497438"/>
            <a:ext cx="230452" cy="175910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868244AD-876B-AEEA-F995-3D9FDCDB5C9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08F8D9B2-0903-6F95-3791-73D3DA8BA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7CDC94E-4EE2-AD8B-8534-FFDF6AAD6C39}"/>
              </a:ext>
            </a:extLst>
          </p:cNvPr>
          <p:cNvGrpSpPr/>
          <p:nvPr/>
        </p:nvGrpSpPr>
        <p:grpSpPr>
          <a:xfrm>
            <a:off x="5821209" y="-1496839"/>
            <a:ext cx="230452" cy="175910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88CB02D3-6FF1-178D-FDEF-9B4FC89064D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D5993DA9-7E8C-B0D4-AD5C-B68EE6B0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4871F637-C949-D646-C043-627795051302}"/>
              </a:ext>
            </a:extLst>
          </p:cNvPr>
          <p:cNvGrpSpPr/>
          <p:nvPr/>
        </p:nvGrpSpPr>
        <p:grpSpPr>
          <a:xfrm>
            <a:off x="4810664" y="-1030068"/>
            <a:ext cx="230452" cy="175910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399B8685-3F92-FB91-AE2F-8E977D4874D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8B1F45A9-4A93-5E20-FC7F-B75021F7A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9584963D-1850-93A2-98E3-AF0A46934FED}"/>
              </a:ext>
            </a:extLst>
          </p:cNvPr>
          <p:cNvGrpSpPr/>
          <p:nvPr/>
        </p:nvGrpSpPr>
        <p:grpSpPr>
          <a:xfrm>
            <a:off x="4855944" y="-575189"/>
            <a:ext cx="230452" cy="175910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673ACC23-495E-7E64-6E31-02F3BE46DF9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3785A042-DDD7-84D7-1453-B76AE556A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1E0E1FAA-FD30-021E-EBF9-2D106CFBCB4C}"/>
              </a:ext>
            </a:extLst>
          </p:cNvPr>
          <p:cNvGrpSpPr/>
          <p:nvPr/>
        </p:nvGrpSpPr>
        <p:grpSpPr>
          <a:xfrm>
            <a:off x="3837950" y="-1022030"/>
            <a:ext cx="230452" cy="175910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41AB0682-2016-0567-9786-E3F04576894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2F8A32F8-C062-1A4B-BC6A-4B86C8AA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CC9A552E-5049-7E9D-3CA4-17372B104C0C}"/>
              </a:ext>
            </a:extLst>
          </p:cNvPr>
          <p:cNvGrpSpPr/>
          <p:nvPr/>
        </p:nvGrpSpPr>
        <p:grpSpPr>
          <a:xfrm>
            <a:off x="3827844" y="-591070"/>
            <a:ext cx="230452" cy="17591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ECC8AC12-9D1B-D5A3-B14B-3B9429DD51F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7F995BF6-E663-54B0-7EB0-01C38017A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F6D8BEEE-A149-8D60-16AB-70564F6BC0D6}"/>
              </a:ext>
            </a:extLst>
          </p:cNvPr>
          <p:cNvGrpSpPr/>
          <p:nvPr/>
        </p:nvGrpSpPr>
        <p:grpSpPr>
          <a:xfrm>
            <a:off x="8605464" y="-1036556"/>
            <a:ext cx="230452" cy="175910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6D12678A-F3FF-B89E-6A8F-8F9A71F2692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854736EF-0A48-C45E-E36E-16E1BAD7E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285C1A3-A48A-FC9C-590C-D04D1E8737D5}"/>
              </a:ext>
            </a:extLst>
          </p:cNvPr>
          <p:cNvGrpSpPr/>
          <p:nvPr/>
        </p:nvGrpSpPr>
        <p:grpSpPr>
          <a:xfrm>
            <a:off x="8615570" y="-580843"/>
            <a:ext cx="230452" cy="175910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D3688F1D-7375-804E-9397-EB737D2017D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7FF7F6A7-08A2-1A8C-7384-8DCA77C13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8" name="!!Ellipse 9">
            <a:extLst>
              <a:ext uri="{FF2B5EF4-FFF2-40B4-BE49-F238E27FC236}">
                <a16:creationId xmlns:a16="http://schemas.microsoft.com/office/drawing/2014/main" id="{D3CDE0D0-C65D-4440-E33A-A0160AF59615}"/>
              </a:ext>
            </a:extLst>
          </p:cNvPr>
          <p:cNvSpPr/>
          <p:nvPr/>
        </p:nvSpPr>
        <p:spPr>
          <a:xfrm>
            <a:off x="3251200" y="178384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377D558F-DD5B-B548-96D2-11A36089E0DA}"/>
              </a:ext>
            </a:extLst>
          </p:cNvPr>
          <p:cNvSpPr/>
          <p:nvPr/>
        </p:nvSpPr>
        <p:spPr>
          <a:xfrm>
            <a:off x="3251200" y="2176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!!Ellipse 9">
            <a:extLst>
              <a:ext uri="{FF2B5EF4-FFF2-40B4-BE49-F238E27FC236}">
                <a16:creationId xmlns:a16="http://schemas.microsoft.com/office/drawing/2014/main" id="{7751BA6C-9312-39AC-3934-D7794C4E79A0}"/>
              </a:ext>
            </a:extLst>
          </p:cNvPr>
          <p:cNvSpPr/>
          <p:nvPr/>
        </p:nvSpPr>
        <p:spPr>
          <a:xfrm>
            <a:off x="3251200" y="256972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1" name="!!Ellipse 9">
            <a:extLst>
              <a:ext uri="{FF2B5EF4-FFF2-40B4-BE49-F238E27FC236}">
                <a16:creationId xmlns:a16="http://schemas.microsoft.com/office/drawing/2014/main" id="{DC0AAA52-6F16-37AD-0067-E15A2FD8AF89}"/>
              </a:ext>
            </a:extLst>
          </p:cNvPr>
          <p:cNvSpPr/>
          <p:nvPr/>
        </p:nvSpPr>
        <p:spPr>
          <a:xfrm>
            <a:off x="3251200" y="1357910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" name="!!Ellipse 9">
            <a:extLst>
              <a:ext uri="{FF2B5EF4-FFF2-40B4-BE49-F238E27FC236}">
                <a16:creationId xmlns:a16="http://schemas.microsoft.com/office/drawing/2014/main" id="{579119CE-61C1-F457-B3CF-5936E10AD74C}"/>
              </a:ext>
            </a:extLst>
          </p:cNvPr>
          <p:cNvSpPr/>
          <p:nvPr/>
        </p:nvSpPr>
        <p:spPr>
          <a:xfrm>
            <a:off x="4126455" y="1365398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3" name="!!Ellipse 9">
            <a:extLst>
              <a:ext uri="{FF2B5EF4-FFF2-40B4-BE49-F238E27FC236}">
                <a16:creationId xmlns:a16="http://schemas.microsoft.com/office/drawing/2014/main" id="{509F7687-4552-9D4C-7B0C-3ADE53E16D3C}"/>
              </a:ext>
            </a:extLst>
          </p:cNvPr>
          <p:cNvSpPr/>
          <p:nvPr/>
        </p:nvSpPr>
        <p:spPr>
          <a:xfrm>
            <a:off x="4126455" y="178384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4" name="!!Ellipse 9">
            <a:extLst>
              <a:ext uri="{FF2B5EF4-FFF2-40B4-BE49-F238E27FC236}">
                <a16:creationId xmlns:a16="http://schemas.microsoft.com/office/drawing/2014/main" id="{0A551E96-DE3A-5A51-C154-3AD99866225D}"/>
              </a:ext>
            </a:extLst>
          </p:cNvPr>
          <p:cNvSpPr/>
          <p:nvPr/>
        </p:nvSpPr>
        <p:spPr>
          <a:xfrm>
            <a:off x="4116890" y="2176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5" name="!!Ellipse 9">
            <a:extLst>
              <a:ext uri="{FF2B5EF4-FFF2-40B4-BE49-F238E27FC236}">
                <a16:creationId xmlns:a16="http://schemas.microsoft.com/office/drawing/2014/main" id="{9F84AF5A-FFCD-3B29-5752-508262308D4F}"/>
              </a:ext>
            </a:extLst>
          </p:cNvPr>
          <p:cNvSpPr/>
          <p:nvPr/>
        </p:nvSpPr>
        <p:spPr>
          <a:xfrm>
            <a:off x="4116890" y="2587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!!Ellipse 9">
            <a:extLst>
              <a:ext uri="{FF2B5EF4-FFF2-40B4-BE49-F238E27FC236}">
                <a16:creationId xmlns:a16="http://schemas.microsoft.com/office/drawing/2014/main" id="{8A731D8E-0262-85DA-6BA8-B9BBFEE3266E}"/>
              </a:ext>
            </a:extLst>
          </p:cNvPr>
          <p:cNvSpPr/>
          <p:nvPr/>
        </p:nvSpPr>
        <p:spPr>
          <a:xfrm>
            <a:off x="5002310" y="1355771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!!Ellipse 9">
            <a:extLst>
              <a:ext uri="{FF2B5EF4-FFF2-40B4-BE49-F238E27FC236}">
                <a16:creationId xmlns:a16="http://schemas.microsoft.com/office/drawing/2014/main" id="{61650CC1-8019-265E-C1FF-EFF1D39CFBAE}"/>
              </a:ext>
            </a:extLst>
          </p:cNvPr>
          <p:cNvSpPr/>
          <p:nvPr/>
        </p:nvSpPr>
        <p:spPr>
          <a:xfrm>
            <a:off x="7995988" y="2587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8" name="!!Ellipse 9">
            <a:extLst>
              <a:ext uri="{FF2B5EF4-FFF2-40B4-BE49-F238E27FC236}">
                <a16:creationId xmlns:a16="http://schemas.microsoft.com/office/drawing/2014/main" id="{7C33D6B5-0377-DC10-DF18-DA2BDC03AC35}"/>
              </a:ext>
            </a:extLst>
          </p:cNvPr>
          <p:cNvSpPr/>
          <p:nvPr/>
        </p:nvSpPr>
        <p:spPr>
          <a:xfrm>
            <a:off x="7995988" y="2176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9" name="Titel 1">
            <a:extLst>
              <a:ext uri="{FF2B5EF4-FFF2-40B4-BE49-F238E27FC236}">
                <a16:creationId xmlns:a16="http://schemas.microsoft.com/office/drawing/2014/main" id="{84AF1EA6-D4DC-E777-3DBC-C73540ABD6C2}"/>
              </a:ext>
            </a:extLst>
          </p:cNvPr>
          <p:cNvSpPr txBox="1">
            <a:spLocks/>
          </p:cNvSpPr>
          <p:nvPr/>
        </p:nvSpPr>
        <p:spPr>
          <a:xfrm>
            <a:off x="6197792" y="2188681"/>
            <a:ext cx="582832" cy="179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C204341-8F54-3FFA-76A1-9801DA5B0C4A}"/>
              </a:ext>
            </a:extLst>
          </p:cNvPr>
          <p:cNvGrpSpPr/>
          <p:nvPr/>
        </p:nvGrpSpPr>
        <p:grpSpPr>
          <a:xfrm>
            <a:off x="3863705" y="1317453"/>
            <a:ext cx="221365" cy="168974"/>
            <a:chOff x="217350" y="639497"/>
            <a:chExt cx="6516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3F89DBFF-8544-A1FB-01C8-4F7B31E39F9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9656F672-7E29-3084-CBF6-1EB6C2A1C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C73DBD21-D96D-3136-CB80-C80AF627787C}"/>
              </a:ext>
            </a:extLst>
          </p:cNvPr>
          <p:cNvGrpSpPr/>
          <p:nvPr/>
        </p:nvGrpSpPr>
        <p:grpSpPr>
          <a:xfrm>
            <a:off x="4704983" y="1317715"/>
            <a:ext cx="221365" cy="168974"/>
            <a:chOff x="217350" y="639497"/>
            <a:chExt cx="651600" cy="540000"/>
          </a:xfrm>
        </p:grpSpPr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7651B3CA-BC73-99D8-3297-7AF86F99A95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2B44A335-8394-50D3-A060-553FEB10A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0E7F9351-22C5-D3F9-3501-55A7BDB4ED49}"/>
              </a:ext>
            </a:extLst>
          </p:cNvPr>
          <p:cNvGrpSpPr/>
          <p:nvPr/>
        </p:nvGrpSpPr>
        <p:grpSpPr>
          <a:xfrm>
            <a:off x="5584173" y="1311011"/>
            <a:ext cx="221365" cy="168974"/>
            <a:chOff x="217350" y="639497"/>
            <a:chExt cx="651600" cy="54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B0E01818-8C97-1D1F-E980-ACF2B28BA74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E388602F-CBCD-F374-6ADA-8A945A3A5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00525FE2-AA44-9F8D-A9F1-6CB0E1D85B6A}"/>
              </a:ext>
            </a:extLst>
          </p:cNvPr>
          <p:cNvGrpSpPr/>
          <p:nvPr/>
        </p:nvGrpSpPr>
        <p:grpSpPr>
          <a:xfrm>
            <a:off x="3835499" y="1747119"/>
            <a:ext cx="221365" cy="168974"/>
            <a:chOff x="217350" y="639497"/>
            <a:chExt cx="651600" cy="54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DDE04DDF-021E-18D3-8208-2489BD20BDF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78AF4A08-A8C7-89DA-E85D-B26A47591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9DA56F3A-0A49-750A-F06F-5283F4449823}"/>
              </a:ext>
            </a:extLst>
          </p:cNvPr>
          <p:cNvGrpSpPr/>
          <p:nvPr/>
        </p:nvGrpSpPr>
        <p:grpSpPr>
          <a:xfrm>
            <a:off x="4702256" y="1764968"/>
            <a:ext cx="221365" cy="168974"/>
            <a:chOff x="217350" y="639497"/>
            <a:chExt cx="6516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1DD3C8EF-3B2C-F2A9-2AD5-94D7EFEB1BD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D635987E-66E4-5E8A-E012-C3BAB125A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64D0E746-BD78-C0AF-8765-EECF4C6F2BED}"/>
              </a:ext>
            </a:extLst>
          </p:cNvPr>
          <p:cNvGrpSpPr/>
          <p:nvPr/>
        </p:nvGrpSpPr>
        <p:grpSpPr>
          <a:xfrm>
            <a:off x="3822921" y="2138723"/>
            <a:ext cx="221365" cy="168974"/>
            <a:chOff x="217350" y="639497"/>
            <a:chExt cx="651600" cy="540000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3A119DF0-DF37-B006-2F5B-ABA4ACF65B9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FC5438BE-EF85-EF7F-D7AE-F8D0A48F1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15993E9E-64AE-B0D0-018D-C0EAA69D4421}"/>
              </a:ext>
            </a:extLst>
          </p:cNvPr>
          <p:cNvGrpSpPr/>
          <p:nvPr/>
        </p:nvGrpSpPr>
        <p:grpSpPr>
          <a:xfrm>
            <a:off x="4698176" y="2136329"/>
            <a:ext cx="221365" cy="168974"/>
            <a:chOff x="217350" y="639497"/>
            <a:chExt cx="651600" cy="54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14CEA355-57E5-52B0-8B44-35505BF634A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98AF5F8C-1525-0260-4EE5-9AC317CD6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CB51119B-5DC0-777C-A494-4BFA85DE0C5B}"/>
              </a:ext>
            </a:extLst>
          </p:cNvPr>
          <p:cNvGrpSpPr/>
          <p:nvPr/>
        </p:nvGrpSpPr>
        <p:grpSpPr>
          <a:xfrm>
            <a:off x="3799501" y="2529269"/>
            <a:ext cx="221365" cy="168974"/>
            <a:chOff x="217350" y="639497"/>
            <a:chExt cx="651600" cy="540000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7C3A1CA0-ED5A-7AA2-166A-237E937024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2" name="Grafik 111">
              <a:extLst>
                <a:ext uri="{FF2B5EF4-FFF2-40B4-BE49-F238E27FC236}">
                  <a16:creationId xmlns:a16="http://schemas.microsoft.com/office/drawing/2014/main" id="{3CFAF8ED-35A2-C529-93E2-B84A8DA5C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656E988F-7F63-05DE-AE6D-2D7226A4E05B}"/>
              </a:ext>
            </a:extLst>
          </p:cNvPr>
          <p:cNvGrpSpPr/>
          <p:nvPr/>
        </p:nvGrpSpPr>
        <p:grpSpPr>
          <a:xfrm>
            <a:off x="4689677" y="2569726"/>
            <a:ext cx="221365" cy="168974"/>
            <a:chOff x="217350" y="639497"/>
            <a:chExt cx="651600" cy="540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EECD87C0-0367-E2E3-1714-26AB0CA24F6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DE71692B-4BDD-BFBC-F005-AF54E7715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EE82F62D-901D-0AF8-9653-4917055EC959}"/>
              </a:ext>
            </a:extLst>
          </p:cNvPr>
          <p:cNvGrpSpPr/>
          <p:nvPr/>
        </p:nvGrpSpPr>
        <p:grpSpPr>
          <a:xfrm>
            <a:off x="8549262" y="2136329"/>
            <a:ext cx="221365" cy="168974"/>
            <a:chOff x="217350" y="639497"/>
            <a:chExt cx="651600" cy="540000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8848256F-EC2E-4433-AC9E-616299EC3F0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8" name="Grafik 117">
              <a:extLst>
                <a:ext uri="{FF2B5EF4-FFF2-40B4-BE49-F238E27FC236}">
                  <a16:creationId xmlns:a16="http://schemas.microsoft.com/office/drawing/2014/main" id="{CE923419-42B8-01BC-37A8-1B3DACC2C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BE788AA9-717C-B7DB-B63E-C22FE59A7054}"/>
              </a:ext>
            </a:extLst>
          </p:cNvPr>
          <p:cNvGrpSpPr/>
          <p:nvPr/>
        </p:nvGrpSpPr>
        <p:grpSpPr>
          <a:xfrm>
            <a:off x="8559210" y="2569726"/>
            <a:ext cx="221365" cy="168974"/>
            <a:chOff x="217350" y="639497"/>
            <a:chExt cx="651600" cy="540000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457C1FA3-826E-FC69-D089-D1B6C082DDE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1" name="Grafik 120">
              <a:extLst>
                <a:ext uri="{FF2B5EF4-FFF2-40B4-BE49-F238E27FC236}">
                  <a16:creationId xmlns:a16="http://schemas.microsoft.com/office/drawing/2014/main" id="{F7291E65-E6C3-4DE4-B6AC-57EA16355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23" name="!!Ellipse 9">
            <a:extLst>
              <a:ext uri="{FF2B5EF4-FFF2-40B4-BE49-F238E27FC236}">
                <a16:creationId xmlns:a16="http://schemas.microsoft.com/office/drawing/2014/main" id="{20CAC1FD-6DA3-316C-C5CF-A2F210AE3C7E}"/>
              </a:ext>
            </a:extLst>
          </p:cNvPr>
          <p:cNvSpPr/>
          <p:nvPr/>
        </p:nvSpPr>
        <p:spPr>
          <a:xfrm>
            <a:off x="1715440" y="33311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9734C6BE-6BD3-33EA-92D4-D3AD34AF297A}"/>
              </a:ext>
            </a:extLst>
          </p:cNvPr>
          <p:cNvSpPr/>
          <p:nvPr/>
        </p:nvSpPr>
        <p:spPr>
          <a:xfrm>
            <a:off x="1715440" y="41947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5C895E3E-0432-823D-3E7E-2A53481295D4}"/>
              </a:ext>
            </a:extLst>
          </p:cNvPr>
          <p:cNvSpPr/>
          <p:nvPr/>
        </p:nvSpPr>
        <p:spPr>
          <a:xfrm>
            <a:off x="1715440" y="50583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A,B,C,F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D89C120B-8934-BACC-A2BD-67BFA6009983}"/>
              </a:ext>
            </a:extLst>
          </p:cNvPr>
          <p:cNvSpPr/>
          <p:nvPr/>
        </p:nvSpPr>
        <p:spPr>
          <a:xfrm>
            <a:off x="1715440" y="59219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A,B,C,G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F94D9A51-615E-0CA4-BBE9-DA3AE8665ED7}"/>
              </a:ext>
            </a:extLst>
          </p:cNvPr>
          <p:cNvSpPr/>
          <p:nvPr/>
        </p:nvSpPr>
        <p:spPr>
          <a:xfrm>
            <a:off x="3523920" y="33311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A,B,C,H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5CCF48D6-92BC-F052-2F6B-D3067F88144D}"/>
              </a:ext>
            </a:extLst>
          </p:cNvPr>
          <p:cNvSpPr/>
          <p:nvPr/>
        </p:nvSpPr>
        <p:spPr>
          <a:xfrm>
            <a:off x="3523920" y="41947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A,B,D,E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24E3C38E-621C-87E6-7D9B-AFB9BAD43656}"/>
              </a:ext>
            </a:extLst>
          </p:cNvPr>
          <p:cNvSpPr/>
          <p:nvPr/>
        </p:nvSpPr>
        <p:spPr>
          <a:xfrm>
            <a:off x="3523920" y="50583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A,B,D,F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C577D72F-7772-D38D-3F73-94273879F0A2}"/>
              </a:ext>
            </a:extLst>
          </p:cNvPr>
          <p:cNvSpPr/>
          <p:nvPr/>
        </p:nvSpPr>
        <p:spPr>
          <a:xfrm>
            <a:off x="3523920" y="59219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A,B,D,G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74265DE9-A4AD-37F9-71C5-231578E39521}"/>
              </a:ext>
            </a:extLst>
          </p:cNvPr>
          <p:cNvSpPr/>
          <p:nvPr/>
        </p:nvSpPr>
        <p:spPr>
          <a:xfrm>
            <a:off x="5297816" y="33311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A,B,D,H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91742313-A330-A3CA-169B-1AAADDFB3211}"/>
              </a:ext>
            </a:extLst>
          </p:cNvPr>
          <p:cNvSpPr/>
          <p:nvPr/>
        </p:nvSpPr>
        <p:spPr>
          <a:xfrm>
            <a:off x="9784214" y="50583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D,F,G,H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522ED9C7-32F1-3411-6E66-AE288C1D48FB}"/>
              </a:ext>
            </a:extLst>
          </p:cNvPr>
          <p:cNvSpPr/>
          <p:nvPr/>
        </p:nvSpPr>
        <p:spPr>
          <a:xfrm>
            <a:off x="9784214" y="5921920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E,F,G,H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360EADA0-8681-BFC6-3C70-2CA1A1872887}"/>
              </a:ext>
            </a:extLst>
          </p:cNvPr>
          <p:cNvSpPr txBox="1">
            <a:spLocks/>
          </p:cNvSpPr>
          <p:nvPr/>
        </p:nvSpPr>
        <p:spPr>
          <a:xfrm>
            <a:off x="6626666" y="5227944"/>
            <a:ext cx="582832" cy="179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0649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6A30-A600-6B7D-D4A8-9C2A660B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80A1DF5D-3003-559D-542B-64FE5CB2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4: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D3A2B57F-B758-8CEB-A6EF-9E6285C5250F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42C71B0-BB9E-6A3C-9926-BDF90728E1BA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DC022A5-22FD-51EB-34D8-7355DEE9850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3BB2EC3B-2AB3-2D50-E901-9A70E6BA8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741A20FB-AB0F-0C0D-CB58-53D013FE9EE5}"/>
              </a:ext>
            </a:extLst>
          </p:cNvPr>
          <p:cNvSpPr/>
          <p:nvPr/>
        </p:nvSpPr>
        <p:spPr>
          <a:xfrm>
            <a:off x="250952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1A14BA4A-E86C-7D7B-DD24-6939CDF25632}"/>
              </a:ext>
            </a:extLst>
          </p:cNvPr>
          <p:cNvSpPr/>
          <p:nvPr/>
        </p:nvSpPr>
        <p:spPr>
          <a:xfrm>
            <a:off x="4018313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8E0A4C0C-5536-7593-6B14-72CB25192982}"/>
              </a:ext>
            </a:extLst>
          </p:cNvPr>
          <p:cNvSpPr/>
          <p:nvPr/>
        </p:nvSpPr>
        <p:spPr>
          <a:xfrm>
            <a:off x="5527107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01D36838-DB2D-D447-7EE7-6EE33D2E8386}"/>
              </a:ext>
            </a:extLst>
          </p:cNvPr>
          <p:cNvSpPr/>
          <p:nvPr/>
        </p:nvSpPr>
        <p:spPr>
          <a:xfrm>
            <a:off x="703590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CDD024C2-02E3-F178-F34B-45C4F9FF088C}"/>
              </a:ext>
            </a:extLst>
          </p:cNvPr>
          <p:cNvSpPr/>
          <p:nvPr/>
        </p:nvSpPr>
        <p:spPr>
          <a:xfrm>
            <a:off x="8544694" y="-2012861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FE52CE3B-7CF4-FE9B-FC82-17721683AA7C}"/>
              </a:ext>
            </a:extLst>
          </p:cNvPr>
          <p:cNvSpPr/>
          <p:nvPr/>
        </p:nvSpPr>
        <p:spPr>
          <a:xfrm>
            <a:off x="4018313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5C9F571F-56F4-36F5-A87D-7E784A1767D8}"/>
              </a:ext>
            </a:extLst>
          </p:cNvPr>
          <p:cNvSpPr/>
          <p:nvPr/>
        </p:nvSpPr>
        <p:spPr>
          <a:xfrm>
            <a:off x="5527107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18B4FE81-BA03-87A1-A125-40F0BE87CA0A}"/>
              </a:ext>
            </a:extLst>
          </p:cNvPr>
          <p:cNvSpPr/>
          <p:nvPr/>
        </p:nvSpPr>
        <p:spPr>
          <a:xfrm>
            <a:off x="7035900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31B938B9-D8EE-C991-90B4-C392DBD197C3}"/>
              </a:ext>
            </a:extLst>
          </p:cNvPr>
          <p:cNvGrpSpPr/>
          <p:nvPr/>
        </p:nvGrpSpPr>
        <p:grpSpPr>
          <a:xfrm>
            <a:off x="3564809" y="-2102078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D5F4456F-3D95-6821-BD37-6346B5ED2BE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4B71ADF8-56B7-D556-BC79-D2F9119D4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397F1BE-11AD-CB6D-C68B-9989A2C8E6AE}"/>
              </a:ext>
            </a:extLst>
          </p:cNvPr>
          <p:cNvGrpSpPr/>
          <p:nvPr/>
        </p:nvGrpSpPr>
        <p:grpSpPr>
          <a:xfrm>
            <a:off x="5074935" y="-2131736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EE962060-8747-C534-1CB3-4BF42060306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891153CE-626D-D2A6-4874-45978DACE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24E82C3-03C2-4AC2-2C63-886E293CE1A9}"/>
              </a:ext>
            </a:extLst>
          </p:cNvPr>
          <p:cNvGrpSpPr/>
          <p:nvPr/>
        </p:nvGrpSpPr>
        <p:grpSpPr>
          <a:xfrm>
            <a:off x="6583729" y="-2131736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F594461-2ADA-98D9-AA35-1EC0EB1F4B9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8E8B2E21-3079-BDEB-D5E9-1E3AC0A3D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19B3DB2-3234-7447-045E-0CD2005CDED3}"/>
              </a:ext>
            </a:extLst>
          </p:cNvPr>
          <p:cNvGrpSpPr/>
          <p:nvPr/>
        </p:nvGrpSpPr>
        <p:grpSpPr>
          <a:xfrm>
            <a:off x="8085139" y="-2091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73688F43-198A-F4EA-6B6D-81E4622DEB2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11F025B2-BBA0-64B3-153F-52C10F0A2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23B2F38-3535-B9E9-D544-008275B75F65}"/>
              </a:ext>
            </a:extLst>
          </p:cNvPr>
          <p:cNvGrpSpPr/>
          <p:nvPr/>
        </p:nvGrpSpPr>
        <p:grpSpPr>
          <a:xfrm>
            <a:off x="9620468" y="-2133621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1C10E318-C4E6-71FE-9B1B-3AAFED8D1F0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E4897783-AD63-82BE-4F9F-9572FDE3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F3021DE5-DD6A-F581-78D7-23707CCC1893}"/>
              </a:ext>
            </a:extLst>
          </p:cNvPr>
          <p:cNvGrpSpPr/>
          <p:nvPr/>
        </p:nvGrpSpPr>
        <p:grpSpPr>
          <a:xfrm>
            <a:off x="5117710" y="-1284297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8D1A5382-D4CF-B2AE-6FD8-C0A80AFDA09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3BECBA2E-68E1-4D90-BEFF-83B4C330E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157A35CE-FAA2-8992-75E2-6D24B2E317DE}"/>
              </a:ext>
            </a:extLst>
          </p:cNvPr>
          <p:cNvGrpSpPr/>
          <p:nvPr/>
        </p:nvGrpSpPr>
        <p:grpSpPr>
          <a:xfrm>
            <a:off x="6573061" y="-1284297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867C8E3C-1123-7F48-7642-BF45B684F0A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D5DCE8AE-5CE1-B18D-687F-32D8A5935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F3090E0-4BCE-56B7-882C-279F0B740165}"/>
              </a:ext>
            </a:extLst>
          </p:cNvPr>
          <p:cNvGrpSpPr/>
          <p:nvPr/>
        </p:nvGrpSpPr>
        <p:grpSpPr>
          <a:xfrm>
            <a:off x="8104968" y="-1284297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F41A95C-EAA3-14AC-FA26-C8B89438991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6871A3BB-9E9F-D15D-2B1E-026EE3653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19C19789-EA8C-297D-8BCF-FFD799F8BF81}"/>
              </a:ext>
            </a:extLst>
          </p:cNvPr>
          <p:cNvSpPr/>
          <p:nvPr/>
        </p:nvSpPr>
        <p:spPr>
          <a:xfrm>
            <a:off x="3119120" y="-146368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4591B7DD-6A51-00BE-A74F-E11544F440F8}"/>
              </a:ext>
            </a:extLst>
          </p:cNvPr>
          <p:cNvSpPr/>
          <p:nvPr/>
        </p:nvSpPr>
        <p:spPr>
          <a:xfrm>
            <a:off x="3119120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B8191F2F-8B01-E6D9-5711-EC1AF097675D}"/>
              </a:ext>
            </a:extLst>
          </p:cNvPr>
          <p:cNvSpPr/>
          <p:nvPr/>
        </p:nvSpPr>
        <p:spPr>
          <a:xfrm>
            <a:off x="311912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C8767987-FC10-C4AC-6A7F-522DFC7AE62E}"/>
              </a:ext>
            </a:extLst>
          </p:cNvPr>
          <p:cNvSpPr/>
          <p:nvPr/>
        </p:nvSpPr>
        <p:spPr>
          <a:xfrm>
            <a:off x="4125863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A6FFDEF5-45EE-FBDB-E67F-32553402C49B}"/>
              </a:ext>
            </a:extLst>
          </p:cNvPr>
          <p:cNvSpPr/>
          <p:nvPr/>
        </p:nvSpPr>
        <p:spPr>
          <a:xfrm>
            <a:off x="4125863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680DA3CD-CADC-54EB-27E6-B465BB805E2A}"/>
              </a:ext>
            </a:extLst>
          </p:cNvPr>
          <p:cNvSpPr/>
          <p:nvPr/>
        </p:nvSpPr>
        <p:spPr>
          <a:xfrm>
            <a:off x="415310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040E9273-CF20-FD83-674F-56B98E474A36}"/>
              </a:ext>
            </a:extLst>
          </p:cNvPr>
          <p:cNvSpPr/>
          <p:nvPr/>
        </p:nvSpPr>
        <p:spPr>
          <a:xfrm>
            <a:off x="5102381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1B7E1FAC-45CA-61A3-75AE-6E89945E0E48}"/>
              </a:ext>
            </a:extLst>
          </p:cNvPr>
          <p:cNvSpPr/>
          <p:nvPr/>
        </p:nvSpPr>
        <p:spPr>
          <a:xfrm>
            <a:off x="7916725" y="-57633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F2AE9D89-B34F-A497-6D44-29AC369CBDFB}"/>
              </a:ext>
            </a:extLst>
          </p:cNvPr>
          <p:cNvSpPr/>
          <p:nvPr/>
        </p:nvSpPr>
        <p:spPr>
          <a:xfrm>
            <a:off x="7916725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AADD0C5D-8547-0300-DCFF-3A84234E5456}"/>
              </a:ext>
            </a:extLst>
          </p:cNvPr>
          <p:cNvSpPr txBox="1">
            <a:spLocks/>
          </p:cNvSpPr>
          <p:nvPr/>
        </p:nvSpPr>
        <p:spPr>
          <a:xfrm>
            <a:off x="6076627" y="-764319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374C1D8-6AF3-573D-7EA2-E34CA8A587BB}"/>
              </a:ext>
            </a:extLst>
          </p:cNvPr>
          <p:cNvGrpSpPr/>
          <p:nvPr/>
        </p:nvGrpSpPr>
        <p:grpSpPr>
          <a:xfrm>
            <a:off x="3827844" y="-1497438"/>
            <a:ext cx="230452" cy="175910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F216D5F6-1010-FD6B-3F06-AA3707BEC8C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748C3BFD-D89A-F9B7-CC88-8F9AB29A2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35F2AA9-492F-6F48-BBA6-BA36CB995081}"/>
              </a:ext>
            </a:extLst>
          </p:cNvPr>
          <p:cNvGrpSpPr/>
          <p:nvPr/>
        </p:nvGrpSpPr>
        <p:grpSpPr>
          <a:xfrm>
            <a:off x="4840028" y="-1497438"/>
            <a:ext cx="230452" cy="175910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8B6F1AAE-CE4C-7F5C-A3BF-B3714A9BF4E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A9F80A1A-6356-B25C-05A6-7BF334797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68BD9EEA-212D-74AE-D357-276DFAA7E00D}"/>
              </a:ext>
            </a:extLst>
          </p:cNvPr>
          <p:cNvGrpSpPr/>
          <p:nvPr/>
        </p:nvGrpSpPr>
        <p:grpSpPr>
          <a:xfrm>
            <a:off x="5821209" y="-1496839"/>
            <a:ext cx="230452" cy="175910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B16C7710-F825-0DF6-77B1-C701A9D723C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D2707590-78EF-3C31-7A9B-C22510D7B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49A87A5-FA2D-9620-8474-8A3CF410062B}"/>
              </a:ext>
            </a:extLst>
          </p:cNvPr>
          <p:cNvGrpSpPr/>
          <p:nvPr/>
        </p:nvGrpSpPr>
        <p:grpSpPr>
          <a:xfrm>
            <a:off x="4810664" y="-1030068"/>
            <a:ext cx="230452" cy="175910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1703B747-CD89-1AB7-7B24-667D08B35E1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7ACCE821-5ABD-F263-52C6-2FA4BB323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23D371B3-0090-4BCD-BBC1-A323E1DF35FF}"/>
              </a:ext>
            </a:extLst>
          </p:cNvPr>
          <p:cNvGrpSpPr/>
          <p:nvPr/>
        </p:nvGrpSpPr>
        <p:grpSpPr>
          <a:xfrm>
            <a:off x="4855944" y="-575189"/>
            <a:ext cx="230452" cy="175910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314CE1C4-7E95-2459-4E56-7F372CBD4D2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CEA371D0-B9CE-E510-5815-43C7FF0A5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A9E47342-8F10-1A33-ABEA-78074D862218}"/>
              </a:ext>
            </a:extLst>
          </p:cNvPr>
          <p:cNvGrpSpPr/>
          <p:nvPr/>
        </p:nvGrpSpPr>
        <p:grpSpPr>
          <a:xfrm>
            <a:off x="3837950" y="-1022030"/>
            <a:ext cx="230452" cy="175910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35AB6735-0957-D222-CA48-FA4F9A65566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D016DC0A-CB8E-2883-E039-3F8868280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0E72A481-D85B-44E0-F8D9-6E804BD60384}"/>
              </a:ext>
            </a:extLst>
          </p:cNvPr>
          <p:cNvGrpSpPr/>
          <p:nvPr/>
        </p:nvGrpSpPr>
        <p:grpSpPr>
          <a:xfrm>
            <a:off x="3827844" y="-591070"/>
            <a:ext cx="230452" cy="17591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866E48C4-E6AC-00A9-8BEE-A62AC3E9E6D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C0176D0A-17FF-203E-3E9B-6BB706FB5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C27FA3C-C79F-0387-4D86-3F09CFE7EB00}"/>
              </a:ext>
            </a:extLst>
          </p:cNvPr>
          <p:cNvGrpSpPr/>
          <p:nvPr/>
        </p:nvGrpSpPr>
        <p:grpSpPr>
          <a:xfrm>
            <a:off x="8605464" y="-1036556"/>
            <a:ext cx="230452" cy="175910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7BA561DE-8DE3-9D09-4A21-ACD9151F00E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3D097263-6B36-BF1E-74FD-22C36D290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BFB9B70C-8704-F1EC-8105-431B0AF3DD2C}"/>
              </a:ext>
            </a:extLst>
          </p:cNvPr>
          <p:cNvGrpSpPr/>
          <p:nvPr/>
        </p:nvGrpSpPr>
        <p:grpSpPr>
          <a:xfrm>
            <a:off x="8615570" y="-580843"/>
            <a:ext cx="230452" cy="175910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D0B98C32-6902-FEE0-4692-1F49DBD6410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CAFDF2E3-93A3-B47F-0CCF-7D0F5EF11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8" name="!!Ellipse 9">
            <a:extLst>
              <a:ext uri="{FF2B5EF4-FFF2-40B4-BE49-F238E27FC236}">
                <a16:creationId xmlns:a16="http://schemas.microsoft.com/office/drawing/2014/main" id="{353E3467-998C-CAFB-23A6-D175DB06251F}"/>
              </a:ext>
            </a:extLst>
          </p:cNvPr>
          <p:cNvSpPr/>
          <p:nvPr/>
        </p:nvSpPr>
        <p:spPr>
          <a:xfrm>
            <a:off x="3251200" y="178384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C811ECD1-B00C-35CE-B4FE-732D92FC8410}"/>
              </a:ext>
            </a:extLst>
          </p:cNvPr>
          <p:cNvSpPr/>
          <p:nvPr/>
        </p:nvSpPr>
        <p:spPr>
          <a:xfrm>
            <a:off x="3251200" y="2176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!!Ellipse 9">
            <a:extLst>
              <a:ext uri="{FF2B5EF4-FFF2-40B4-BE49-F238E27FC236}">
                <a16:creationId xmlns:a16="http://schemas.microsoft.com/office/drawing/2014/main" id="{AD1CF16E-4A21-5141-D7D0-26465D086F4F}"/>
              </a:ext>
            </a:extLst>
          </p:cNvPr>
          <p:cNvSpPr/>
          <p:nvPr/>
        </p:nvSpPr>
        <p:spPr>
          <a:xfrm>
            <a:off x="3251200" y="256972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1" name="!!Ellipse 9">
            <a:extLst>
              <a:ext uri="{FF2B5EF4-FFF2-40B4-BE49-F238E27FC236}">
                <a16:creationId xmlns:a16="http://schemas.microsoft.com/office/drawing/2014/main" id="{1136EDEE-F224-63F4-0B00-FB0722865033}"/>
              </a:ext>
            </a:extLst>
          </p:cNvPr>
          <p:cNvSpPr/>
          <p:nvPr/>
        </p:nvSpPr>
        <p:spPr>
          <a:xfrm>
            <a:off x="3251200" y="1357910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" name="!!Ellipse 9">
            <a:extLst>
              <a:ext uri="{FF2B5EF4-FFF2-40B4-BE49-F238E27FC236}">
                <a16:creationId xmlns:a16="http://schemas.microsoft.com/office/drawing/2014/main" id="{08F5DF5A-53A0-94BA-4CBF-7F4D7D458606}"/>
              </a:ext>
            </a:extLst>
          </p:cNvPr>
          <p:cNvSpPr/>
          <p:nvPr/>
        </p:nvSpPr>
        <p:spPr>
          <a:xfrm>
            <a:off x="4126455" y="1365398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3" name="!!Ellipse 9">
            <a:extLst>
              <a:ext uri="{FF2B5EF4-FFF2-40B4-BE49-F238E27FC236}">
                <a16:creationId xmlns:a16="http://schemas.microsoft.com/office/drawing/2014/main" id="{0CDAD40C-838B-DC51-910C-23669A793D7A}"/>
              </a:ext>
            </a:extLst>
          </p:cNvPr>
          <p:cNvSpPr/>
          <p:nvPr/>
        </p:nvSpPr>
        <p:spPr>
          <a:xfrm>
            <a:off x="4126455" y="178384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4" name="!!Ellipse 9">
            <a:extLst>
              <a:ext uri="{FF2B5EF4-FFF2-40B4-BE49-F238E27FC236}">
                <a16:creationId xmlns:a16="http://schemas.microsoft.com/office/drawing/2014/main" id="{F88035EA-C484-642F-5863-183A3981ABEC}"/>
              </a:ext>
            </a:extLst>
          </p:cNvPr>
          <p:cNvSpPr/>
          <p:nvPr/>
        </p:nvSpPr>
        <p:spPr>
          <a:xfrm>
            <a:off x="4116890" y="2176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5" name="!!Ellipse 9">
            <a:extLst>
              <a:ext uri="{FF2B5EF4-FFF2-40B4-BE49-F238E27FC236}">
                <a16:creationId xmlns:a16="http://schemas.microsoft.com/office/drawing/2014/main" id="{CD37DE63-535B-8BC4-06F0-CE2CAB871837}"/>
              </a:ext>
            </a:extLst>
          </p:cNvPr>
          <p:cNvSpPr/>
          <p:nvPr/>
        </p:nvSpPr>
        <p:spPr>
          <a:xfrm>
            <a:off x="4116890" y="2587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!!Ellipse 9">
            <a:extLst>
              <a:ext uri="{FF2B5EF4-FFF2-40B4-BE49-F238E27FC236}">
                <a16:creationId xmlns:a16="http://schemas.microsoft.com/office/drawing/2014/main" id="{598D0D5F-9F99-FC4F-B3BD-29E638F563F9}"/>
              </a:ext>
            </a:extLst>
          </p:cNvPr>
          <p:cNvSpPr/>
          <p:nvPr/>
        </p:nvSpPr>
        <p:spPr>
          <a:xfrm>
            <a:off x="5002310" y="1355771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!!Ellipse 9">
            <a:extLst>
              <a:ext uri="{FF2B5EF4-FFF2-40B4-BE49-F238E27FC236}">
                <a16:creationId xmlns:a16="http://schemas.microsoft.com/office/drawing/2014/main" id="{B8117F3A-073E-C5B7-5133-84D2FA833D37}"/>
              </a:ext>
            </a:extLst>
          </p:cNvPr>
          <p:cNvSpPr/>
          <p:nvPr/>
        </p:nvSpPr>
        <p:spPr>
          <a:xfrm>
            <a:off x="7995988" y="2587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8" name="!!Ellipse 9">
            <a:extLst>
              <a:ext uri="{FF2B5EF4-FFF2-40B4-BE49-F238E27FC236}">
                <a16:creationId xmlns:a16="http://schemas.microsoft.com/office/drawing/2014/main" id="{3470B879-121E-B8A9-6349-9FA6F6FA1754}"/>
              </a:ext>
            </a:extLst>
          </p:cNvPr>
          <p:cNvSpPr/>
          <p:nvPr/>
        </p:nvSpPr>
        <p:spPr>
          <a:xfrm>
            <a:off x="7995988" y="2176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9" name="Titel 1">
            <a:extLst>
              <a:ext uri="{FF2B5EF4-FFF2-40B4-BE49-F238E27FC236}">
                <a16:creationId xmlns:a16="http://schemas.microsoft.com/office/drawing/2014/main" id="{5D937B51-D49A-C10A-6C47-CB955CF34C9B}"/>
              </a:ext>
            </a:extLst>
          </p:cNvPr>
          <p:cNvSpPr txBox="1">
            <a:spLocks/>
          </p:cNvSpPr>
          <p:nvPr/>
        </p:nvSpPr>
        <p:spPr>
          <a:xfrm>
            <a:off x="6197792" y="2188681"/>
            <a:ext cx="582832" cy="179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242B8848-E780-FB6D-93F2-FA138A9F158C}"/>
              </a:ext>
            </a:extLst>
          </p:cNvPr>
          <p:cNvGrpSpPr/>
          <p:nvPr/>
        </p:nvGrpSpPr>
        <p:grpSpPr>
          <a:xfrm>
            <a:off x="3863705" y="1317453"/>
            <a:ext cx="221365" cy="168974"/>
            <a:chOff x="217350" y="639497"/>
            <a:chExt cx="6516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CF82D1C2-D943-507A-7A22-1165E93B2EC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3C8C15CB-532B-DF45-E23A-B2A34573B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6B34A5B-9012-7FE7-E520-7A83837586D5}"/>
              </a:ext>
            </a:extLst>
          </p:cNvPr>
          <p:cNvGrpSpPr/>
          <p:nvPr/>
        </p:nvGrpSpPr>
        <p:grpSpPr>
          <a:xfrm>
            <a:off x="4704983" y="1317715"/>
            <a:ext cx="221365" cy="168974"/>
            <a:chOff x="217350" y="639497"/>
            <a:chExt cx="651600" cy="540000"/>
          </a:xfrm>
        </p:grpSpPr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0875A846-DC05-AD9D-5296-55A7C9EF515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12DFD594-7DF3-2159-744E-B88FF13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408F744B-DE81-69CD-3EF5-0C0846D69875}"/>
              </a:ext>
            </a:extLst>
          </p:cNvPr>
          <p:cNvGrpSpPr/>
          <p:nvPr/>
        </p:nvGrpSpPr>
        <p:grpSpPr>
          <a:xfrm>
            <a:off x="5584173" y="1311011"/>
            <a:ext cx="221365" cy="168974"/>
            <a:chOff x="217350" y="639497"/>
            <a:chExt cx="651600" cy="54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C573445C-6D5E-67D2-7974-7CB962BA229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C249D349-0590-6EA4-C343-771657CB9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F6D49193-4895-2427-C2EA-456AF30586E9}"/>
              </a:ext>
            </a:extLst>
          </p:cNvPr>
          <p:cNvGrpSpPr/>
          <p:nvPr/>
        </p:nvGrpSpPr>
        <p:grpSpPr>
          <a:xfrm>
            <a:off x="3835499" y="1747119"/>
            <a:ext cx="221365" cy="168974"/>
            <a:chOff x="217350" y="639497"/>
            <a:chExt cx="651600" cy="54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EB553AD9-52B1-3974-E025-79853FD82C4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ECE90E30-04F9-A4B3-A1D8-879D62EDA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BBF5C695-8897-7746-30EE-747BD060E2E8}"/>
              </a:ext>
            </a:extLst>
          </p:cNvPr>
          <p:cNvGrpSpPr/>
          <p:nvPr/>
        </p:nvGrpSpPr>
        <p:grpSpPr>
          <a:xfrm>
            <a:off x="4702256" y="1764968"/>
            <a:ext cx="221365" cy="168974"/>
            <a:chOff x="217350" y="639497"/>
            <a:chExt cx="6516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E9455233-E948-2069-D4DF-4A915FF9129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0D2A05F4-3A6D-4E6A-93DB-C5E05EA9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2E663F57-350B-72B3-7402-027AC5E08FCB}"/>
              </a:ext>
            </a:extLst>
          </p:cNvPr>
          <p:cNvGrpSpPr/>
          <p:nvPr/>
        </p:nvGrpSpPr>
        <p:grpSpPr>
          <a:xfrm>
            <a:off x="3822921" y="2138723"/>
            <a:ext cx="221365" cy="168974"/>
            <a:chOff x="217350" y="639497"/>
            <a:chExt cx="651600" cy="540000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86FF48DD-FC2E-F123-F15E-76879F77E23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1A3660ED-268A-5727-C6D8-D43F74F98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65CB73BB-AAE3-7E3F-DA76-C4105E0093F6}"/>
              </a:ext>
            </a:extLst>
          </p:cNvPr>
          <p:cNvGrpSpPr/>
          <p:nvPr/>
        </p:nvGrpSpPr>
        <p:grpSpPr>
          <a:xfrm>
            <a:off x="4698176" y="2136329"/>
            <a:ext cx="221365" cy="168974"/>
            <a:chOff x="217350" y="639497"/>
            <a:chExt cx="651600" cy="54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A42ECE22-3652-65E1-2755-CEA2103320E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CF917AFB-1D71-8384-363A-80A9DEEFE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66810BC2-486C-ED3C-C00B-59BFCA28A06A}"/>
              </a:ext>
            </a:extLst>
          </p:cNvPr>
          <p:cNvGrpSpPr/>
          <p:nvPr/>
        </p:nvGrpSpPr>
        <p:grpSpPr>
          <a:xfrm>
            <a:off x="3799501" y="2529269"/>
            <a:ext cx="221365" cy="168974"/>
            <a:chOff x="217350" y="639497"/>
            <a:chExt cx="651600" cy="540000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27CE3E4A-0359-0CEE-32D0-0CE8CB96D1F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2" name="Grafik 111">
              <a:extLst>
                <a:ext uri="{FF2B5EF4-FFF2-40B4-BE49-F238E27FC236}">
                  <a16:creationId xmlns:a16="http://schemas.microsoft.com/office/drawing/2014/main" id="{31BC4509-A101-D69F-9C91-E74022FF8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506020BC-3098-4052-DB8F-895A362FE320}"/>
              </a:ext>
            </a:extLst>
          </p:cNvPr>
          <p:cNvGrpSpPr/>
          <p:nvPr/>
        </p:nvGrpSpPr>
        <p:grpSpPr>
          <a:xfrm>
            <a:off x="4689677" y="2569726"/>
            <a:ext cx="221365" cy="168974"/>
            <a:chOff x="217350" y="639497"/>
            <a:chExt cx="651600" cy="540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4B7CA516-CE80-EF3C-08FE-53349C85616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8F9169C8-871E-6D15-550A-8EDFD2AB1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BAEECC9E-159F-C256-A24D-9D32DAFAE1E4}"/>
              </a:ext>
            </a:extLst>
          </p:cNvPr>
          <p:cNvGrpSpPr/>
          <p:nvPr/>
        </p:nvGrpSpPr>
        <p:grpSpPr>
          <a:xfrm>
            <a:off x="8549262" y="2136329"/>
            <a:ext cx="221365" cy="168974"/>
            <a:chOff x="217350" y="639497"/>
            <a:chExt cx="651600" cy="540000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5AA6D045-4CFC-36C7-B92E-B893EE5319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8" name="Grafik 117">
              <a:extLst>
                <a:ext uri="{FF2B5EF4-FFF2-40B4-BE49-F238E27FC236}">
                  <a16:creationId xmlns:a16="http://schemas.microsoft.com/office/drawing/2014/main" id="{1801553F-CEBC-0500-99C0-20A903C5E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EFC0A033-1EB8-DDB0-C2C2-EA55F0034115}"/>
              </a:ext>
            </a:extLst>
          </p:cNvPr>
          <p:cNvGrpSpPr/>
          <p:nvPr/>
        </p:nvGrpSpPr>
        <p:grpSpPr>
          <a:xfrm>
            <a:off x="8559210" y="2569726"/>
            <a:ext cx="221365" cy="168974"/>
            <a:chOff x="217350" y="639497"/>
            <a:chExt cx="651600" cy="540000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A978EBBB-5035-D549-BD6E-16142C3B6D7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1" name="Grafik 120">
              <a:extLst>
                <a:ext uri="{FF2B5EF4-FFF2-40B4-BE49-F238E27FC236}">
                  <a16:creationId xmlns:a16="http://schemas.microsoft.com/office/drawing/2014/main" id="{ACEC1C6A-C9BC-552B-CFAF-B76E000CC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23" name="!!Ellipse 9">
            <a:extLst>
              <a:ext uri="{FF2B5EF4-FFF2-40B4-BE49-F238E27FC236}">
                <a16:creationId xmlns:a16="http://schemas.microsoft.com/office/drawing/2014/main" id="{AF5A21DA-641B-A507-7BC4-77CF28B812B5}"/>
              </a:ext>
            </a:extLst>
          </p:cNvPr>
          <p:cNvSpPr/>
          <p:nvPr/>
        </p:nvSpPr>
        <p:spPr>
          <a:xfrm>
            <a:off x="1715440" y="33311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A9D89EB4-9F64-8606-6C97-8A71CB6A9D46}"/>
              </a:ext>
            </a:extLst>
          </p:cNvPr>
          <p:cNvSpPr/>
          <p:nvPr/>
        </p:nvSpPr>
        <p:spPr>
          <a:xfrm>
            <a:off x="1715440" y="41947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FE464C97-E1BC-8F54-9139-767CADFCE8F6}"/>
              </a:ext>
            </a:extLst>
          </p:cNvPr>
          <p:cNvSpPr/>
          <p:nvPr/>
        </p:nvSpPr>
        <p:spPr>
          <a:xfrm>
            <a:off x="1715440" y="50583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2579709F-16AD-667F-31E2-58E1402BD72E}"/>
              </a:ext>
            </a:extLst>
          </p:cNvPr>
          <p:cNvSpPr/>
          <p:nvPr/>
        </p:nvSpPr>
        <p:spPr>
          <a:xfrm>
            <a:off x="1715440" y="59219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CA106DC2-C19F-598C-F8F6-9F496BD99DE7}"/>
              </a:ext>
            </a:extLst>
          </p:cNvPr>
          <p:cNvSpPr/>
          <p:nvPr/>
        </p:nvSpPr>
        <p:spPr>
          <a:xfrm>
            <a:off x="3523920" y="33311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0B995AC2-B9D2-DE07-CFF1-6E5FD90342E0}"/>
              </a:ext>
            </a:extLst>
          </p:cNvPr>
          <p:cNvSpPr/>
          <p:nvPr/>
        </p:nvSpPr>
        <p:spPr>
          <a:xfrm>
            <a:off x="3523920" y="41947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8E58BD51-9E23-AC03-E4C9-CA755FBB325B}"/>
              </a:ext>
            </a:extLst>
          </p:cNvPr>
          <p:cNvSpPr/>
          <p:nvPr/>
        </p:nvSpPr>
        <p:spPr>
          <a:xfrm>
            <a:off x="3523920" y="50583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2A77ABA9-F828-B7E2-2538-E593A20DC42F}"/>
              </a:ext>
            </a:extLst>
          </p:cNvPr>
          <p:cNvSpPr/>
          <p:nvPr/>
        </p:nvSpPr>
        <p:spPr>
          <a:xfrm>
            <a:off x="3523920" y="59219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13DAD79B-523D-C3FF-2E35-A3A0246A26EA}"/>
              </a:ext>
            </a:extLst>
          </p:cNvPr>
          <p:cNvSpPr/>
          <p:nvPr/>
        </p:nvSpPr>
        <p:spPr>
          <a:xfrm>
            <a:off x="5297816" y="33311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8536E558-CFF5-533B-F62E-15E61DD8DFD3}"/>
              </a:ext>
            </a:extLst>
          </p:cNvPr>
          <p:cNvSpPr/>
          <p:nvPr/>
        </p:nvSpPr>
        <p:spPr>
          <a:xfrm>
            <a:off x="9784214" y="50583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F940D01B-D9B6-329C-303C-8AE3DCE42DA8}"/>
              </a:ext>
            </a:extLst>
          </p:cNvPr>
          <p:cNvSpPr/>
          <p:nvPr/>
        </p:nvSpPr>
        <p:spPr>
          <a:xfrm>
            <a:off x="9784214" y="5921920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10773238-B548-1B5E-9D6F-185455429492}"/>
              </a:ext>
            </a:extLst>
          </p:cNvPr>
          <p:cNvSpPr txBox="1">
            <a:spLocks/>
          </p:cNvSpPr>
          <p:nvPr/>
        </p:nvSpPr>
        <p:spPr>
          <a:xfrm>
            <a:off x="6626666" y="5227944"/>
            <a:ext cx="582832" cy="179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78F918-2D32-5C01-B3A1-C9508E70CA5B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A4BDF517-EB52-1981-1117-3F16966C2F10}"/>
              </a:ext>
            </a:extLst>
          </p:cNvPr>
          <p:cNvGrpSpPr/>
          <p:nvPr/>
        </p:nvGrpSpPr>
        <p:grpSpPr>
          <a:xfrm>
            <a:off x="4504210" y="3256422"/>
            <a:ext cx="452172" cy="345155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2D7D723B-C94B-ED82-F475-A407C87FDA6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62D4DAB8-2516-7B71-8027-49CA30366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97CCEABD-5EA2-36F4-CB72-7DB9C395D3CA}"/>
              </a:ext>
            </a:extLst>
          </p:cNvPr>
          <p:cNvGrpSpPr/>
          <p:nvPr/>
        </p:nvGrpSpPr>
        <p:grpSpPr>
          <a:xfrm>
            <a:off x="6229944" y="3256422"/>
            <a:ext cx="452172" cy="345155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51C25810-C23B-F843-9281-4BDD855E09A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9756DFB6-6579-1A0E-B254-EC9B25465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1A245541-86F3-CCB8-616E-A24637B673C0}"/>
              </a:ext>
            </a:extLst>
          </p:cNvPr>
          <p:cNvGrpSpPr/>
          <p:nvPr/>
        </p:nvGrpSpPr>
        <p:grpSpPr>
          <a:xfrm>
            <a:off x="2661422" y="4143920"/>
            <a:ext cx="452172" cy="345155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8E607F1D-EAAE-C50D-EBA2-F0E535F47A2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C2741F37-4D1B-DAF2-9C3F-5ABCFC18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BFB74D15-05B1-1015-3404-316CA44C47AD}"/>
              </a:ext>
            </a:extLst>
          </p:cNvPr>
          <p:cNvGrpSpPr/>
          <p:nvPr/>
        </p:nvGrpSpPr>
        <p:grpSpPr>
          <a:xfrm>
            <a:off x="4527788" y="4149996"/>
            <a:ext cx="452172" cy="345155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C440F0FA-3D46-1210-0165-0C588C215FA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4F895027-3373-84DB-7FFC-1CC981FBA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1E1B5A87-C9A0-F0C2-7FB9-DB28F2B19EE1}"/>
              </a:ext>
            </a:extLst>
          </p:cNvPr>
          <p:cNvGrpSpPr/>
          <p:nvPr/>
        </p:nvGrpSpPr>
        <p:grpSpPr>
          <a:xfrm>
            <a:off x="4550138" y="4984480"/>
            <a:ext cx="452172" cy="345155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C0DDF7E0-32B2-3AB6-7C75-1A674D55CF9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D7737BC6-3619-2B23-15FF-116676532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3A376F09-CF9B-51E9-FC23-60A201818BB2}"/>
              </a:ext>
            </a:extLst>
          </p:cNvPr>
          <p:cNvGrpSpPr/>
          <p:nvPr/>
        </p:nvGrpSpPr>
        <p:grpSpPr>
          <a:xfrm>
            <a:off x="2703268" y="4972611"/>
            <a:ext cx="452172" cy="345155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EB0B0995-8781-BD01-D6E5-FC7BC4ADE8E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87A682D3-F8BA-526B-D378-BDDAF0819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554F23BD-69F8-1F9E-D5BB-6C45952C19B7}"/>
              </a:ext>
            </a:extLst>
          </p:cNvPr>
          <p:cNvGrpSpPr/>
          <p:nvPr/>
        </p:nvGrpSpPr>
        <p:grpSpPr>
          <a:xfrm>
            <a:off x="2709221" y="5850360"/>
            <a:ext cx="452172" cy="345155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6B2C8BF7-7DBB-89C8-2CE0-63F1F906697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48D45707-2C90-E942-DB93-9CB21BB64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E96DC2AE-7F64-253E-6094-631EFBE3FC2C}"/>
              </a:ext>
            </a:extLst>
          </p:cNvPr>
          <p:cNvGrpSpPr/>
          <p:nvPr/>
        </p:nvGrpSpPr>
        <p:grpSpPr>
          <a:xfrm>
            <a:off x="4591070" y="5878845"/>
            <a:ext cx="452172" cy="345155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D3E2B9CA-B7DE-A140-7C6D-2E6B10072A3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307FFEDF-03CE-8607-7B96-63E41FBAA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85C3B0F4-94D0-C80B-7E4D-0B6F184182CB}"/>
              </a:ext>
            </a:extLst>
          </p:cNvPr>
          <p:cNvGrpSpPr/>
          <p:nvPr/>
        </p:nvGrpSpPr>
        <p:grpSpPr>
          <a:xfrm>
            <a:off x="10870014" y="5921920"/>
            <a:ext cx="452172" cy="345155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2EE3870E-2F1B-7DD9-866B-D5F1270DA69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6700A8BA-7ABA-5CCD-972E-760BB8B41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10A5AED8-6181-7ACB-6057-AE632CEBAF96}"/>
              </a:ext>
            </a:extLst>
          </p:cNvPr>
          <p:cNvGrpSpPr/>
          <p:nvPr/>
        </p:nvGrpSpPr>
        <p:grpSpPr>
          <a:xfrm>
            <a:off x="10849694" y="5055366"/>
            <a:ext cx="452172" cy="345155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83D5B3D3-B5AD-25A9-5B80-6D2C7E53405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62292A18-BCD2-06C3-FA1E-CF063375E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6DE18ED9-6E7F-C3A2-8E0C-9AE304ED4464}"/>
              </a:ext>
            </a:extLst>
          </p:cNvPr>
          <p:cNvGrpSpPr/>
          <p:nvPr/>
        </p:nvGrpSpPr>
        <p:grpSpPr>
          <a:xfrm>
            <a:off x="2608536" y="3267456"/>
            <a:ext cx="452172" cy="345155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367BA41C-4F27-D3C5-5933-48A30A9732A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B2947391-3CFD-818C-9991-80EEC572C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714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776F-5352-758D-7438-BD71FC2A9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02895E95-EEF7-4E34-9746-D1D716FC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3: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3A3A4F2E-3735-67ED-07B5-497D632B8C7D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6695689-0F42-CFFB-FDF9-265EC3A7C8CC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D98DD5C-71E2-427F-FFB8-CA0E53CD629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2CF5F7C-DD9C-D2E3-096A-B038C4305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53280B21-BFB4-5933-8BBB-C78D2B4D735F}"/>
              </a:ext>
            </a:extLst>
          </p:cNvPr>
          <p:cNvSpPr/>
          <p:nvPr/>
        </p:nvSpPr>
        <p:spPr>
          <a:xfrm>
            <a:off x="250952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9BADD4FD-E0A1-788A-13B7-20C257C8A5A2}"/>
              </a:ext>
            </a:extLst>
          </p:cNvPr>
          <p:cNvSpPr/>
          <p:nvPr/>
        </p:nvSpPr>
        <p:spPr>
          <a:xfrm>
            <a:off x="4018313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9A18D4BA-8633-7137-92A5-BA97EA7F4182}"/>
              </a:ext>
            </a:extLst>
          </p:cNvPr>
          <p:cNvSpPr/>
          <p:nvPr/>
        </p:nvSpPr>
        <p:spPr>
          <a:xfrm>
            <a:off x="5527107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62C7F11C-39D2-94DB-1B30-E190D034DCAA}"/>
              </a:ext>
            </a:extLst>
          </p:cNvPr>
          <p:cNvSpPr/>
          <p:nvPr/>
        </p:nvSpPr>
        <p:spPr>
          <a:xfrm>
            <a:off x="703590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36CED845-99D2-2D09-17F3-8BEF7F8C78A0}"/>
              </a:ext>
            </a:extLst>
          </p:cNvPr>
          <p:cNvSpPr/>
          <p:nvPr/>
        </p:nvSpPr>
        <p:spPr>
          <a:xfrm>
            <a:off x="8544694" y="-2012861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72947D22-7522-8B7F-A669-A8BD38D001EF}"/>
              </a:ext>
            </a:extLst>
          </p:cNvPr>
          <p:cNvSpPr/>
          <p:nvPr/>
        </p:nvSpPr>
        <p:spPr>
          <a:xfrm>
            <a:off x="4018313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3EC7AB91-BA88-350D-1706-E6A2350E94C7}"/>
              </a:ext>
            </a:extLst>
          </p:cNvPr>
          <p:cNvSpPr/>
          <p:nvPr/>
        </p:nvSpPr>
        <p:spPr>
          <a:xfrm>
            <a:off x="5527107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AF13EF7D-7EC1-67CD-48A5-4D40A4391C16}"/>
              </a:ext>
            </a:extLst>
          </p:cNvPr>
          <p:cNvSpPr/>
          <p:nvPr/>
        </p:nvSpPr>
        <p:spPr>
          <a:xfrm>
            <a:off x="7035900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980AF17-7820-C407-0EFD-ECDF28038D0A}"/>
              </a:ext>
            </a:extLst>
          </p:cNvPr>
          <p:cNvGrpSpPr/>
          <p:nvPr/>
        </p:nvGrpSpPr>
        <p:grpSpPr>
          <a:xfrm>
            <a:off x="3564809" y="-2102078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51BCE197-7949-A5C8-1AB7-6201CF4B4BF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CFCE8039-965C-4267-9B99-867415781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27214CB-E509-C2E7-2500-26064C31A816}"/>
              </a:ext>
            </a:extLst>
          </p:cNvPr>
          <p:cNvGrpSpPr/>
          <p:nvPr/>
        </p:nvGrpSpPr>
        <p:grpSpPr>
          <a:xfrm>
            <a:off x="5074935" y="-2131736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861CBED-999D-070A-60AB-4228548B3A2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9A57C143-EC79-1186-9027-006ACB650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B67E6A6-B9A9-641A-6873-32FC975DC4B8}"/>
              </a:ext>
            </a:extLst>
          </p:cNvPr>
          <p:cNvGrpSpPr/>
          <p:nvPr/>
        </p:nvGrpSpPr>
        <p:grpSpPr>
          <a:xfrm>
            <a:off x="6583729" y="-2131736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DD5FFEDB-E1F3-89B4-3CFA-0F78E2C4253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45F9AB04-0989-0BA0-E3F2-37C6C22A2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4CA729F-920F-8D84-D821-D6FB2FBD27A7}"/>
              </a:ext>
            </a:extLst>
          </p:cNvPr>
          <p:cNvGrpSpPr/>
          <p:nvPr/>
        </p:nvGrpSpPr>
        <p:grpSpPr>
          <a:xfrm>
            <a:off x="8085139" y="-2091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2B8ED371-A765-691F-A59F-40638E7DB3E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56FD0BF6-7BEF-4843-616D-BB22B6CE3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713BE39-7B80-4450-E39C-E37A19774AFB}"/>
              </a:ext>
            </a:extLst>
          </p:cNvPr>
          <p:cNvGrpSpPr/>
          <p:nvPr/>
        </p:nvGrpSpPr>
        <p:grpSpPr>
          <a:xfrm>
            <a:off x="9620468" y="-2133621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17FDCE6D-5C6B-0247-820F-3647E0D4880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186EE441-1839-1789-58AA-843DB6E19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299DC9F7-4C88-8BAD-0445-A134EC3AED4A}"/>
              </a:ext>
            </a:extLst>
          </p:cNvPr>
          <p:cNvGrpSpPr/>
          <p:nvPr/>
        </p:nvGrpSpPr>
        <p:grpSpPr>
          <a:xfrm>
            <a:off x="5117710" y="-1284297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A62164B9-6560-4395-451A-4181FDC06CB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7F4B0025-BC39-C4D9-2DFE-E84B2E21F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50D08877-D86E-6E21-0D5D-6772B23BF6DF}"/>
              </a:ext>
            </a:extLst>
          </p:cNvPr>
          <p:cNvGrpSpPr/>
          <p:nvPr/>
        </p:nvGrpSpPr>
        <p:grpSpPr>
          <a:xfrm>
            <a:off x="6573061" y="-1284297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9E6998E9-62E4-23A3-54A5-B1C88D9A38F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9D4BB37A-6B1D-F3F7-F7CB-35EAD14E1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C3330795-9601-197E-03EF-4FF290091F6D}"/>
              </a:ext>
            </a:extLst>
          </p:cNvPr>
          <p:cNvGrpSpPr/>
          <p:nvPr/>
        </p:nvGrpSpPr>
        <p:grpSpPr>
          <a:xfrm>
            <a:off x="8104968" y="-1284297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3BE775E-6CBA-9CBD-1AD4-DD6347B01B8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B02C34C8-683B-8516-B131-50005EA3D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63424E01-671D-1655-3B8B-158D6E3697BD}"/>
              </a:ext>
            </a:extLst>
          </p:cNvPr>
          <p:cNvSpPr/>
          <p:nvPr/>
        </p:nvSpPr>
        <p:spPr>
          <a:xfrm>
            <a:off x="3119120" y="-146368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18F8A938-2CC3-B8B8-5CC6-3D143F9CC7B4}"/>
              </a:ext>
            </a:extLst>
          </p:cNvPr>
          <p:cNvSpPr/>
          <p:nvPr/>
        </p:nvSpPr>
        <p:spPr>
          <a:xfrm>
            <a:off x="3119120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B702718C-234E-E7ED-3615-74331BE6EBE4}"/>
              </a:ext>
            </a:extLst>
          </p:cNvPr>
          <p:cNvSpPr/>
          <p:nvPr/>
        </p:nvSpPr>
        <p:spPr>
          <a:xfrm>
            <a:off x="311912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0E85C2AE-13E8-D4B0-0D8F-BE7B4DA1A1B2}"/>
              </a:ext>
            </a:extLst>
          </p:cNvPr>
          <p:cNvSpPr/>
          <p:nvPr/>
        </p:nvSpPr>
        <p:spPr>
          <a:xfrm>
            <a:off x="4125863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838B78A6-C804-7FD1-71EA-3850A766CFE3}"/>
              </a:ext>
            </a:extLst>
          </p:cNvPr>
          <p:cNvSpPr/>
          <p:nvPr/>
        </p:nvSpPr>
        <p:spPr>
          <a:xfrm>
            <a:off x="4125863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50AC4E9F-433B-F290-0676-AEE10DE396A4}"/>
              </a:ext>
            </a:extLst>
          </p:cNvPr>
          <p:cNvSpPr/>
          <p:nvPr/>
        </p:nvSpPr>
        <p:spPr>
          <a:xfrm>
            <a:off x="415310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6C8B02CF-A4BB-BBDE-FFD6-3EB1BA9C512A}"/>
              </a:ext>
            </a:extLst>
          </p:cNvPr>
          <p:cNvSpPr/>
          <p:nvPr/>
        </p:nvSpPr>
        <p:spPr>
          <a:xfrm>
            <a:off x="5102381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3F8204D4-E88F-BDF7-B346-EB8F3336470E}"/>
              </a:ext>
            </a:extLst>
          </p:cNvPr>
          <p:cNvSpPr/>
          <p:nvPr/>
        </p:nvSpPr>
        <p:spPr>
          <a:xfrm>
            <a:off x="7916725" y="-57633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F4BB37AE-2272-CBF6-D198-50E88F1049FE}"/>
              </a:ext>
            </a:extLst>
          </p:cNvPr>
          <p:cNvSpPr/>
          <p:nvPr/>
        </p:nvSpPr>
        <p:spPr>
          <a:xfrm>
            <a:off x="7916725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8B73AA57-0C5B-E298-F8FD-CFA4D6F11B3E}"/>
              </a:ext>
            </a:extLst>
          </p:cNvPr>
          <p:cNvSpPr txBox="1">
            <a:spLocks/>
          </p:cNvSpPr>
          <p:nvPr/>
        </p:nvSpPr>
        <p:spPr>
          <a:xfrm>
            <a:off x="6076627" y="-764319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F3AC64BF-E632-95CE-B22B-1C76B4F9BE27}"/>
              </a:ext>
            </a:extLst>
          </p:cNvPr>
          <p:cNvGrpSpPr/>
          <p:nvPr/>
        </p:nvGrpSpPr>
        <p:grpSpPr>
          <a:xfrm>
            <a:off x="3827844" y="-1497438"/>
            <a:ext cx="230452" cy="175910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14ADD62E-259A-9A0E-65C3-631683682B3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8945E503-EC14-2C64-00AC-887F91D91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43E1FEB-05C6-9CB5-7148-F3D97C360EA3}"/>
              </a:ext>
            </a:extLst>
          </p:cNvPr>
          <p:cNvGrpSpPr/>
          <p:nvPr/>
        </p:nvGrpSpPr>
        <p:grpSpPr>
          <a:xfrm>
            <a:off x="4840028" y="-1497438"/>
            <a:ext cx="230452" cy="175910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A09AE91C-6A7B-F7D1-0FF0-BE6FD08E420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41DA27A8-3F0F-B9D1-43C6-93EB4696E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90A823B1-31C9-69AA-5E7C-5118834F99A1}"/>
              </a:ext>
            </a:extLst>
          </p:cNvPr>
          <p:cNvGrpSpPr/>
          <p:nvPr/>
        </p:nvGrpSpPr>
        <p:grpSpPr>
          <a:xfrm>
            <a:off x="5821209" y="-1496839"/>
            <a:ext cx="230452" cy="175910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A2F0EB07-D3E3-10EC-3EEF-D186527D9BA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9F10A4FD-1638-5CAF-B662-E10F754BC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A943132C-3BC9-655A-2DF0-27300E81276C}"/>
              </a:ext>
            </a:extLst>
          </p:cNvPr>
          <p:cNvGrpSpPr/>
          <p:nvPr/>
        </p:nvGrpSpPr>
        <p:grpSpPr>
          <a:xfrm>
            <a:off x="4810664" y="-1030068"/>
            <a:ext cx="230452" cy="175910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2A089E15-6C1E-6BA4-8FBE-6A90BC7ABF6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4A665C37-AB4A-6612-0592-F804DDEF8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3EF51FA0-4FBC-A41D-C23A-154DCEC19E64}"/>
              </a:ext>
            </a:extLst>
          </p:cNvPr>
          <p:cNvGrpSpPr/>
          <p:nvPr/>
        </p:nvGrpSpPr>
        <p:grpSpPr>
          <a:xfrm>
            <a:off x="4855944" y="-575189"/>
            <a:ext cx="230452" cy="175910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617C4BD7-37EF-A997-4487-C1FC706EFD0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838191FB-F001-0FA8-D88C-8275F9573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338B2B1F-6567-7769-8D22-FD942FD2D406}"/>
              </a:ext>
            </a:extLst>
          </p:cNvPr>
          <p:cNvGrpSpPr/>
          <p:nvPr/>
        </p:nvGrpSpPr>
        <p:grpSpPr>
          <a:xfrm>
            <a:off x="3837950" y="-1022030"/>
            <a:ext cx="230452" cy="175910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1CAF4684-539A-6F57-F263-51D70E6DC75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BC97701C-63F8-EF34-DBCF-D48200445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F7AC72BA-978E-BEF7-8D2F-6CA33D750A31}"/>
              </a:ext>
            </a:extLst>
          </p:cNvPr>
          <p:cNvGrpSpPr/>
          <p:nvPr/>
        </p:nvGrpSpPr>
        <p:grpSpPr>
          <a:xfrm>
            <a:off x="3827844" y="-591070"/>
            <a:ext cx="230452" cy="17591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E85ABFAF-27E1-8BB9-B09C-56AEB4E4080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525F5860-CBC4-BFE0-A3A7-57CFB15FB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5132429C-6A0F-B928-A6C1-738610469B7F}"/>
              </a:ext>
            </a:extLst>
          </p:cNvPr>
          <p:cNvGrpSpPr/>
          <p:nvPr/>
        </p:nvGrpSpPr>
        <p:grpSpPr>
          <a:xfrm>
            <a:off x="8605464" y="-1036556"/>
            <a:ext cx="230452" cy="175910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FA4EBE06-0173-CBAB-CE01-D6E95BE10AA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ADA839AD-8702-EB39-795E-648FF0C66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B185AC8B-9C0F-7E9A-37B5-BDA9C43AAE83}"/>
              </a:ext>
            </a:extLst>
          </p:cNvPr>
          <p:cNvGrpSpPr/>
          <p:nvPr/>
        </p:nvGrpSpPr>
        <p:grpSpPr>
          <a:xfrm>
            <a:off x="8615570" y="-580843"/>
            <a:ext cx="230452" cy="175910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3A0C8AD6-45CC-1E07-F4A3-49B2F626F71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D7BD7AA1-C797-AA14-C4B2-A571D5614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8" name="!!Ellipse 9">
            <a:extLst>
              <a:ext uri="{FF2B5EF4-FFF2-40B4-BE49-F238E27FC236}">
                <a16:creationId xmlns:a16="http://schemas.microsoft.com/office/drawing/2014/main" id="{000AAF6B-548C-663A-ED09-3D3E218E07FB}"/>
              </a:ext>
            </a:extLst>
          </p:cNvPr>
          <p:cNvSpPr/>
          <p:nvPr/>
        </p:nvSpPr>
        <p:spPr>
          <a:xfrm>
            <a:off x="3251200" y="-193471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F9084521-B278-8CF3-9475-6CCD969987CE}"/>
              </a:ext>
            </a:extLst>
          </p:cNvPr>
          <p:cNvSpPr/>
          <p:nvPr/>
        </p:nvSpPr>
        <p:spPr>
          <a:xfrm>
            <a:off x="3251200" y="-1541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!!Ellipse 9">
            <a:extLst>
              <a:ext uri="{FF2B5EF4-FFF2-40B4-BE49-F238E27FC236}">
                <a16:creationId xmlns:a16="http://schemas.microsoft.com/office/drawing/2014/main" id="{EAF677F2-9C48-763A-E55F-9A91F6179FC4}"/>
              </a:ext>
            </a:extLst>
          </p:cNvPr>
          <p:cNvSpPr/>
          <p:nvPr/>
        </p:nvSpPr>
        <p:spPr>
          <a:xfrm>
            <a:off x="3251200" y="-114883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1" name="!!Ellipse 9">
            <a:extLst>
              <a:ext uri="{FF2B5EF4-FFF2-40B4-BE49-F238E27FC236}">
                <a16:creationId xmlns:a16="http://schemas.microsoft.com/office/drawing/2014/main" id="{8926F906-A7BC-BEE3-05DD-4DFB3DEEA70E}"/>
              </a:ext>
            </a:extLst>
          </p:cNvPr>
          <p:cNvSpPr/>
          <p:nvPr/>
        </p:nvSpPr>
        <p:spPr>
          <a:xfrm>
            <a:off x="3251200" y="-2360650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" name="!!Ellipse 9">
            <a:extLst>
              <a:ext uri="{FF2B5EF4-FFF2-40B4-BE49-F238E27FC236}">
                <a16:creationId xmlns:a16="http://schemas.microsoft.com/office/drawing/2014/main" id="{79838CAC-66ED-1A60-2122-18D827C150B2}"/>
              </a:ext>
            </a:extLst>
          </p:cNvPr>
          <p:cNvSpPr/>
          <p:nvPr/>
        </p:nvSpPr>
        <p:spPr>
          <a:xfrm>
            <a:off x="4126455" y="-2353162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3" name="!!Ellipse 9">
            <a:extLst>
              <a:ext uri="{FF2B5EF4-FFF2-40B4-BE49-F238E27FC236}">
                <a16:creationId xmlns:a16="http://schemas.microsoft.com/office/drawing/2014/main" id="{6F350D5A-E4A0-4EBF-7F64-8EDCFB24B2FA}"/>
              </a:ext>
            </a:extLst>
          </p:cNvPr>
          <p:cNvSpPr/>
          <p:nvPr/>
        </p:nvSpPr>
        <p:spPr>
          <a:xfrm>
            <a:off x="4126455" y="-193471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4" name="!!Ellipse 9">
            <a:extLst>
              <a:ext uri="{FF2B5EF4-FFF2-40B4-BE49-F238E27FC236}">
                <a16:creationId xmlns:a16="http://schemas.microsoft.com/office/drawing/2014/main" id="{FCCA5901-CDB7-7D5E-BE03-733E81D52E6F}"/>
              </a:ext>
            </a:extLst>
          </p:cNvPr>
          <p:cNvSpPr/>
          <p:nvPr/>
        </p:nvSpPr>
        <p:spPr>
          <a:xfrm>
            <a:off x="4116890" y="-1541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5" name="!!Ellipse 9">
            <a:extLst>
              <a:ext uri="{FF2B5EF4-FFF2-40B4-BE49-F238E27FC236}">
                <a16:creationId xmlns:a16="http://schemas.microsoft.com/office/drawing/2014/main" id="{83BAADE8-3FB5-5AB8-7095-9725C91D2611}"/>
              </a:ext>
            </a:extLst>
          </p:cNvPr>
          <p:cNvSpPr/>
          <p:nvPr/>
        </p:nvSpPr>
        <p:spPr>
          <a:xfrm>
            <a:off x="4116890" y="-1130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!!Ellipse 9">
            <a:extLst>
              <a:ext uri="{FF2B5EF4-FFF2-40B4-BE49-F238E27FC236}">
                <a16:creationId xmlns:a16="http://schemas.microsoft.com/office/drawing/2014/main" id="{42DA9D8B-72A7-31C9-590F-D04A1EAA4712}"/>
              </a:ext>
            </a:extLst>
          </p:cNvPr>
          <p:cNvSpPr/>
          <p:nvPr/>
        </p:nvSpPr>
        <p:spPr>
          <a:xfrm>
            <a:off x="5002310" y="-2362789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!!Ellipse 9">
            <a:extLst>
              <a:ext uri="{FF2B5EF4-FFF2-40B4-BE49-F238E27FC236}">
                <a16:creationId xmlns:a16="http://schemas.microsoft.com/office/drawing/2014/main" id="{6599649A-262F-6028-E7F5-F39A3ACAFD79}"/>
              </a:ext>
            </a:extLst>
          </p:cNvPr>
          <p:cNvSpPr/>
          <p:nvPr/>
        </p:nvSpPr>
        <p:spPr>
          <a:xfrm>
            <a:off x="7995988" y="-1130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8" name="!!Ellipse 9">
            <a:extLst>
              <a:ext uri="{FF2B5EF4-FFF2-40B4-BE49-F238E27FC236}">
                <a16:creationId xmlns:a16="http://schemas.microsoft.com/office/drawing/2014/main" id="{8325FE88-BC0E-115F-4488-3DC4B4D91F9E}"/>
              </a:ext>
            </a:extLst>
          </p:cNvPr>
          <p:cNvSpPr/>
          <p:nvPr/>
        </p:nvSpPr>
        <p:spPr>
          <a:xfrm>
            <a:off x="7995988" y="-1541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9" name="Titel 1">
            <a:extLst>
              <a:ext uri="{FF2B5EF4-FFF2-40B4-BE49-F238E27FC236}">
                <a16:creationId xmlns:a16="http://schemas.microsoft.com/office/drawing/2014/main" id="{E13CE875-791B-6B1C-6A69-D366BA7E824F}"/>
              </a:ext>
            </a:extLst>
          </p:cNvPr>
          <p:cNvSpPr txBox="1">
            <a:spLocks/>
          </p:cNvSpPr>
          <p:nvPr/>
        </p:nvSpPr>
        <p:spPr>
          <a:xfrm>
            <a:off x="6197792" y="-1529879"/>
            <a:ext cx="582832" cy="179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009D88F1-681A-DAB6-C540-D47B6E3199C1}"/>
              </a:ext>
            </a:extLst>
          </p:cNvPr>
          <p:cNvGrpSpPr/>
          <p:nvPr/>
        </p:nvGrpSpPr>
        <p:grpSpPr>
          <a:xfrm>
            <a:off x="3863705" y="-2401107"/>
            <a:ext cx="221365" cy="168974"/>
            <a:chOff x="217350" y="639497"/>
            <a:chExt cx="6516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1D491564-6946-8853-D764-424FAB800F6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E76B6D8F-0BC0-C0FA-0030-6C6A02CBC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48DB53DE-8BBE-72EE-575A-B14C36AEA6C9}"/>
              </a:ext>
            </a:extLst>
          </p:cNvPr>
          <p:cNvGrpSpPr/>
          <p:nvPr/>
        </p:nvGrpSpPr>
        <p:grpSpPr>
          <a:xfrm>
            <a:off x="4704983" y="-2400845"/>
            <a:ext cx="221365" cy="168974"/>
            <a:chOff x="217350" y="639497"/>
            <a:chExt cx="651600" cy="540000"/>
          </a:xfrm>
        </p:grpSpPr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3071AC6B-32F2-160F-F29B-3827D96F501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B660ADA0-E418-8C89-C70A-DDB8D4DFD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CB4BFFE1-BEE2-0FE0-2ADB-9FD910E4372C}"/>
              </a:ext>
            </a:extLst>
          </p:cNvPr>
          <p:cNvGrpSpPr/>
          <p:nvPr/>
        </p:nvGrpSpPr>
        <p:grpSpPr>
          <a:xfrm>
            <a:off x="5584173" y="-2407549"/>
            <a:ext cx="221365" cy="168974"/>
            <a:chOff x="217350" y="639497"/>
            <a:chExt cx="651600" cy="54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10A30A27-8A4A-6E89-F386-2D51572F0CC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3BE5BD38-4097-C8A0-145D-9C5E522DD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2F737566-F616-74AE-FAB3-DD886BA0532E}"/>
              </a:ext>
            </a:extLst>
          </p:cNvPr>
          <p:cNvGrpSpPr/>
          <p:nvPr/>
        </p:nvGrpSpPr>
        <p:grpSpPr>
          <a:xfrm>
            <a:off x="3835499" y="-1971441"/>
            <a:ext cx="221365" cy="168974"/>
            <a:chOff x="217350" y="639497"/>
            <a:chExt cx="651600" cy="54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8FFD2F09-4DC0-8E05-8B61-2CB6C004F04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BFF19347-24C7-5097-8203-2DA305286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B25CA4E9-AF12-C702-5471-407B36DDE7A0}"/>
              </a:ext>
            </a:extLst>
          </p:cNvPr>
          <p:cNvGrpSpPr/>
          <p:nvPr/>
        </p:nvGrpSpPr>
        <p:grpSpPr>
          <a:xfrm>
            <a:off x="4702256" y="-1953592"/>
            <a:ext cx="221365" cy="168974"/>
            <a:chOff x="217350" y="639497"/>
            <a:chExt cx="6516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1A7B3C8D-831F-A358-1531-4FF014ABF53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D76CF255-3AFB-13F7-748F-D978AF2DE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9BF3725A-34EE-8A8D-F002-F94FA7CB2CCC}"/>
              </a:ext>
            </a:extLst>
          </p:cNvPr>
          <p:cNvGrpSpPr/>
          <p:nvPr/>
        </p:nvGrpSpPr>
        <p:grpSpPr>
          <a:xfrm>
            <a:off x="3822921" y="-1579837"/>
            <a:ext cx="221365" cy="168974"/>
            <a:chOff x="217350" y="639497"/>
            <a:chExt cx="651600" cy="540000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71A95847-67DD-B707-6769-0DEA123DEC5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645A413C-09C5-6A64-436E-BC73B182C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0AEB1360-241B-931E-5265-9AD1F223B35B}"/>
              </a:ext>
            </a:extLst>
          </p:cNvPr>
          <p:cNvGrpSpPr/>
          <p:nvPr/>
        </p:nvGrpSpPr>
        <p:grpSpPr>
          <a:xfrm>
            <a:off x="4698176" y="-1582231"/>
            <a:ext cx="221365" cy="168974"/>
            <a:chOff x="217350" y="639497"/>
            <a:chExt cx="651600" cy="54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807FE856-F8B4-F75B-58D0-1C57AE64B03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CED39117-6C71-E9A0-9974-F442F9637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81D297C9-8849-59C5-47A7-D2F7DB10BAA6}"/>
              </a:ext>
            </a:extLst>
          </p:cNvPr>
          <p:cNvGrpSpPr/>
          <p:nvPr/>
        </p:nvGrpSpPr>
        <p:grpSpPr>
          <a:xfrm>
            <a:off x="3799501" y="-1189291"/>
            <a:ext cx="221365" cy="168974"/>
            <a:chOff x="217350" y="639497"/>
            <a:chExt cx="651600" cy="540000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67164A67-8E22-5A10-28D3-D0A8EBA24CB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2" name="Grafik 111">
              <a:extLst>
                <a:ext uri="{FF2B5EF4-FFF2-40B4-BE49-F238E27FC236}">
                  <a16:creationId xmlns:a16="http://schemas.microsoft.com/office/drawing/2014/main" id="{FCAD06BC-F560-DBC8-E6CC-1160C28B6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DCA760A-E51A-E8B3-8D65-671A972DF7B3}"/>
              </a:ext>
            </a:extLst>
          </p:cNvPr>
          <p:cNvGrpSpPr/>
          <p:nvPr/>
        </p:nvGrpSpPr>
        <p:grpSpPr>
          <a:xfrm>
            <a:off x="4689677" y="-1148834"/>
            <a:ext cx="221365" cy="168974"/>
            <a:chOff x="217350" y="639497"/>
            <a:chExt cx="651600" cy="540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0CBC365F-E970-3280-2914-E0396FEE146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BFF00012-BD09-03D0-414A-28AD34C1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97A46C2F-B6FF-DDC8-2344-1A9F70D3E9BE}"/>
              </a:ext>
            </a:extLst>
          </p:cNvPr>
          <p:cNvGrpSpPr/>
          <p:nvPr/>
        </p:nvGrpSpPr>
        <p:grpSpPr>
          <a:xfrm>
            <a:off x="8549262" y="-1582231"/>
            <a:ext cx="221365" cy="168974"/>
            <a:chOff x="217350" y="639497"/>
            <a:chExt cx="651600" cy="540000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B392B428-1830-C88E-4CB5-069506F9C97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8" name="Grafik 117">
              <a:extLst>
                <a:ext uri="{FF2B5EF4-FFF2-40B4-BE49-F238E27FC236}">
                  <a16:creationId xmlns:a16="http://schemas.microsoft.com/office/drawing/2014/main" id="{6E40A2BF-B058-457E-7108-C2416BA6C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8DF802D2-CDC0-4025-1606-8B2F1A84F15E}"/>
              </a:ext>
            </a:extLst>
          </p:cNvPr>
          <p:cNvGrpSpPr/>
          <p:nvPr/>
        </p:nvGrpSpPr>
        <p:grpSpPr>
          <a:xfrm>
            <a:off x="8559210" y="-1148834"/>
            <a:ext cx="221365" cy="168974"/>
            <a:chOff x="217350" y="639497"/>
            <a:chExt cx="651600" cy="540000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FE212203-BCA9-86D8-2D4B-86AEE4D3F5E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1" name="Grafik 120">
              <a:extLst>
                <a:ext uri="{FF2B5EF4-FFF2-40B4-BE49-F238E27FC236}">
                  <a16:creationId xmlns:a16="http://schemas.microsoft.com/office/drawing/2014/main" id="{DA8519F6-D20F-9C41-DD59-2AD66EE10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23" name="!!Ellipse 9">
            <a:extLst>
              <a:ext uri="{FF2B5EF4-FFF2-40B4-BE49-F238E27FC236}">
                <a16:creationId xmlns:a16="http://schemas.microsoft.com/office/drawing/2014/main" id="{5AE0B902-8F2A-F25F-8B94-4328876741B0}"/>
              </a:ext>
            </a:extLst>
          </p:cNvPr>
          <p:cNvSpPr/>
          <p:nvPr/>
        </p:nvSpPr>
        <p:spPr>
          <a:xfrm>
            <a:off x="4153100" y="14090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58E4C1AF-25D1-B4F3-5D2E-9F6C635AE767}"/>
              </a:ext>
            </a:extLst>
          </p:cNvPr>
          <p:cNvSpPr/>
          <p:nvPr/>
        </p:nvSpPr>
        <p:spPr>
          <a:xfrm>
            <a:off x="4153100" y="18343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8EBFFD1E-990F-F8D2-BD58-E13C806AEC89}"/>
              </a:ext>
            </a:extLst>
          </p:cNvPr>
          <p:cNvSpPr/>
          <p:nvPr/>
        </p:nvSpPr>
        <p:spPr>
          <a:xfrm>
            <a:off x="4153100" y="2259728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1ED18545-636E-C985-5A17-837BDA4E0C0A}"/>
              </a:ext>
            </a:extLst>
          </p:cNvPr>
          <p:cNvSpPr/>
          <p:nvPr/>
        </p:nvSpPr>
        <p:spPr>
          <a:xfrm>
            <a:off x="4153100" y="268506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0820C8C5-A49E-E61D-43FC-6251145867E9}"/>
              </a:ext>
            </a:extLst>
          </p:cNvPr>
          <p:cNvSpPr/>
          <p:nvPr/>
        </p:nvSpPr>
        <p:spPr>
          <a:xfrm>
            <a:off x="5043796" y="14090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159F8D42-C23E-53DD-A321-48B1CB43CB7D}"/>
              </a:ext>
            </a:extLst>
          </p:cNvPr>
          <p:cNvSpPr/>
          <p:nvPr/>
        </p:nvSpPr>
        <p:spPr>
          <a:xfrm>
            <a:off x="5043796" y="18343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28841942-A7DE-7EB3-2218-678BB94526A6}"/>
              </a:ext>
            </a:extLst>
          </p:cNvPr>
          <p:cNvSpPr/>
          <p:nvPr/>
        </p:nvSpPr>
        <p:spPr>
          <a:xfrm>
            <a:off x="5043796" y="2259728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FA607D37-B997-D45E-F15D-5E3994CF40C9}"/>
              </a:ext>
            </a:extLst>
          </p:cNvPr>
          <p:cNvSpPr/>
          <p:nvPr/>
        </p:nvSpPr>
        <p:spPr>
          <a:xfrm>
            <a:off x="5043796" y="268506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94035980-3B56-445D-3A67-8EB7D37F52DA}"/>
              </a:ext>
            </a:extLst>
          </p:cNvPr>
          <p:cNvSpPr/>
          <p:nvPr/>
        </p:nvSpPr>
        <p:spPr>
          <a:xfrm>
            <a:off x="5917459" y="14090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1518282F-F456-1176-9F1C-2FC32E4255AA}"/>
              </a:ext>
            </a:extLst>
          </p:cNvPr>
          <p:cNvSpPr/>
          <p:nvPr/>
        </p:nvSpPr>
        <p:spPr>
          <a:xfrm>
            <a:off x="8127058" y="2259728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5DA8DF92-9BF3-5916-0D4C-75AE104A8701}"/>
              </a:ext>
            </a:extLst>
          </p:cNvPr>
          <p:cNvSpPr/>
          <p:nvPr/>
        </p:nvSpPr>
        <p:spPr>
          <a:xfrm>
            <a:off x="8127058" y="268506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C396D4B2-9745-F230-8B63-170969317D56}"/>
              </a:ext>
            </a:extLst>
          </p:cNvPr>
          <p:cNvSpPr txBox="1">
            <a:spLocks/>
          </p:cNvSpPr>
          <p:nvPr/>
        </p:nvSpPr>
        <p:spPr>
          <a:xfrm>
            <a:off x="6571932" y="234327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77A8E38-04C1-F490-516B-2A1BA5D90B6D}"/>
              </a:ext>
            </a:extLst>
          </p:cNvPr>
          <p:cNvGrpSpPr/>
          <p:nvPr/>
        </p:nvGrpSpPr>
        <p:grpSpPr>
          <a:xfrm>
            <a:off x="5526599" y="1372274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D2FCD4DD-6CBF-C5F2-439A-D775104C568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4B918640-247B-B559-65F5-AECC3C57A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C55AFBAA-C27B-D47E-0083-85C620839CD6}"/>
              </a:ext>
            </a:extLst>
          </p:cNvPr>
          <p:cNvGrpSpPr/>
          <p:nvPr/>
        </p:nvGrpSpPr>
        <p:grpSpPr>
          <a:xfrm>
            <a:off x="6376542" y="1372274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9987F560-E6AC-2BBE-CD2E-E0BABA2F235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A902F9E2-B5FF-7B84-2036-300CCB64D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5C4665F4-20C2-0434-872B-651BB011C0AA}"/>
              </a:ext>
            </a:extLst>
          </p:cNvPr>
          <p:cNvGrpSpPr/>
          <p:nvPr/>
        </p:nvGrpSpPr>
        <p:grpSpPr>
          <a:xfrm>
            <a:off x="4619006" y="1809376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02FED4B4-C0DF-45F5-266A-332234619B6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2A446A95-7C12-ED71-1098-78CDE12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8365E7A6-6DF5-940D-87AB-9C8D6279E371}"/>
              </a:ext>
            </a:extLst>
          </p:cNvPr>
          <p:cNvGrpSpPr/>
          <p:nvPr/>
        </p:nvGrpSpPr>
        <p:grpSpPr>
          <a:xfrm>
            <a:off x="5538212" y="1812369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02C41480-2667-8668-581D-9393F384B63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9CFA59F9-0E1C-FF56-EF78-9DB9E482D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C59B23E3-68A9-C863-6A4D-6248386DCF9D}"/>
              </a:ext>
            </a:extLst>
          </p:cNvPr>
          <p:cNvGrpSpPr/>
          <p:nvPr/>
        </p:nvGrpSpPr>
        <p:grpSpPr>
          <a:xfrm>
            <a:off x="5549219" y="2223361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B99079EB-ED4E-D7AD-58F2-05E5FF1E454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EEB87603-0C5F-6B0E-30DF-999FF8FB1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6092CF22-EDF6-2741-7F35-B4E196951594}"/>
              </a:ext>
            </a:extLst>
          </p:cNvPr>
          <p:cNvGrpSpPr/>
          <p:nvPr/>
        </p:nvGrpSpPr>
        <p:grpSpPr>
          <a:xfrm>
            <a:off x="4639616" y="221751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9A1965DA-E194-0E99-9A1D-AD145CCE009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2AB293E9-0A40-3322-A0E9-1D14DD49C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1E2C8EEA-99E2-CDDB-BD9A-E39A6E0711B1}"/>
              </a:ext>
            </a:extLst>
          </p:cNvPr>
          <p:cNvGrpSpPr/>
          <p:nvPr/>
        </p:nvGrpSpPr>
        <p:grpSpPr>
          <a:xfrm>
            <a:off x="4642548" y="2649816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D1E873BC-FAFC-765D-8B61-9BD2BF8CCF8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7025042A-1025-4E28-B537-71FD5575A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611D3E3D-DFDD-417C-CD6B-76F6BBD4233E}"/>
              </a:ext>
            </a:extLst>
          </p:cNvPr>
          <p:cNvGrpSpPr/>
          <p:nvPr/>
        </p:nvGrpSpPr>
        <p:grpSpPr>
          <a:xfrm>
            <a:off x="5569379" y="266384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E8AC642A-72B4-EADE-B2F9-45E1CFAE2AC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A4ADD8FB-5641-719F-A62D-9007DDC23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A840FE65-B25A-5C81-A663-5ABB65078E0D}"/>
              </a:ext>
            </a:extLst>
          </p:cNvPr>
          <p:cNvGrpSpPr/>
          <p:nvPr/>
        </p:nvGrpSpPr>
        <p:grpSpPr>
          <a:xfrm>
            <a:off x="8661826" y="268506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1FB59CB7-30B0-21E4-E68E-691DC7A6B57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0F1623F1-4409-665E-9C47-AAF7B4A4D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10D8DF06-7F2F-224B-5381-200FFB512A71}"/>
              </a:ext>
            </a:extLst>
          </p:cNvPr>
          <p:cNvGrpSpPr/>
          <p:nvPr/>
        </p:nvGrpSpPr>
        <p:grpSpPr>
          <a:xfrm>
            <a:off x="8651819" y="2258273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2BFD0CBF-1A71-26F1-2175-615C66ED3A0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EC7BA96B-0A6D-E069-C15E-A33C8ED2E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9AE3D784-41E0-76AF-1203-8F6E219D0F22}"/>
              </a:ext>
            </a:extLst>
          </p:cNvPr>
          <p:cNvGrpSpPr/>
          <p:nvPr/>
        </p:nvGrpSpPr>
        <p:grpSpPr>
          <a:xfrm>
            <a:off x="4592959" y="1377708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68F0FB21-ED4F-C1B6-2E89-773C3FFDE96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BDAC5CBF-487A-5522-09EC-A17995E40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68" name="!!Ellipse 9">
            <a:extLst>
              <a:ext uri="{FF2B5EF4-FFF2-40B4-BE49-F238E27FC236}">
                <a16:creationId xmlns:a16="http://schemas.microsoft.com/office/drawing/2014/main" id="{03AA5BE5-54D4-C946-31F0-9371EFCADBB8}"/>
              </a:ext>
            </a:extLst>
          </p:cNvPr>
          <p:cNvSpPr/>
          <p:nvPr/>
        </p:nvSpPr>
        <p:spPr>
          <a:xfrm>
            <a:off x="1364640" y="355464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169" name="!!Ellipse 9">
            <a:extLst>
              <a:ext uri="{FF2B5EF4-FFF2-40B4-BE49-F238E27FC236}">
                <a16:creationId xmlns:a16="http://schemas.microsoft.com/office/drawing/2014/main" id="{3B616669-9872-0491-84F4-73C59F761B31}"/>
              </a:ext>
            </a:extLst>
          </p:cNvPr>
          <p:cNvSpPr/>
          <p:nvPr/>
        </p:nvSpPr>
        <p:spPr>
          <a:xfrm>
            <a:off x="1364640" y="424552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</a:t>
            </a:r>
          </a:p>
        </p:txBody>
      </p:sp>
      <p:sp>
        <p:nvSpPr>
          <p:cNvPr id="170" name="!!Ellipse 9">
            <a:extLst>
              <a:ext uri="{FF2B5EF4-FFF2-40B4-BE49-F238E27FC236}">
                <a16:creationId xmlns:a16="http://schemas.microsoft.com/office/drawing/2014/main" id="{0F669A72-789A-8E60-6546-7CFA772DD9F7}"/>
              </a:ext>
            </a:extLst>
          </p:cNvPr>
          <p:cNvSpPr/>
          <p:nvPr/>
        </p:nvSpPr>
        <p:spPr>
          <a:xfrm>
            <a:off x="1364640" y="493640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A,B,E</a:t>
            </a:r>
          </a:p>
        </p:txBody>
      </p:sp>
      <p:sp>
        <p:nvSpPr>
          <p:cNvPr id="171" name="!!Ellipse 9">
            <a:extLst>
              <a:ext uri="{FF2B5EF4-FFF2-40B4-BE49-F238E27FC236}">
                <a16:creationId xmlns:a16="http://schemas.microsoft.com/office/drawing/2014/main" id="{922586DF-040B-4EC0-1CB6-30049FB2DA23}"/>
              </a:ext>
            </a:extLst>
          </p:cNvPr>
          <p:cNvSpPr/>
          <p:nvPr/>
        </p:nvSpPr>
        <p:spPr>
          <a:xfrm>
            <a:off x="1413760" y="562728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A,B,F</a:t>
            </a:r>
          </a:p>
        </p:txBody>
      </p:sp>
      <p:sp>
        <p:nvSpPr>
          <p:cNvPr id="172" name="!!Ellipse 9">
            <a:extLst>
              <a:ext uri="{FF2B5EF4-FFF2-40B4-BE49-F238E27FC236}">
                <a16:creationId xmlns:a16="http://schemas.microsoft.com/office/drawing/2014/main" id="{86CDBAE6-F2F4-38C9-656F-D2D61F7FD0F1}"/>
              </a:ext>
            </a:extLst>
          </p:cNvPr>
          <p:cNvSpPr/>
          <p:nvPr/>
        </p:nvSpPr>
        <p:spPr>
          <a:xfrm>
            <a:off x="2856890" y="355464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A,B,G</a:t>
            </a:r>
          </a:p>
        </p:txBody>
      </p:sp>
      <p:sp>
        <p:nvSpPr>
          <p:cNvPr id="173" name="!!Ellipse 9">
            <a:extLst>
              <a:ext uri="{FF2B5EF4-FFF2-40B4-BE49-F238E27FC236}">
                <a16:creationId xmlns:a16="http://schemas.microsoft.com/office/drawing/2014/main" id="{49D2A3C3-D0E1-D876-C5DC-EA0AECE8E047}"/>
              </a:ext>
            </a:extLst>
          </p:cNvPr>
          <p:cNvSpPr/>
          <p:nvPr/>
        </p:nvSpPr>
        <p:spPr>
          <a:xfrm>
            <a:off x="2856890" y="424552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A,B,H</a:t>
            </a:r>
          </a:p>
        </p:txBody>
      </p:sp>
      <p:sp>
        <p:nvSpPr>
          <p:cNvPr id="174" name="!!Ellipse 9">
            <a:extLst>
              <a:ext uri="{FF2B5EF4-FFF2-40B4-BE49-F238E27FC236}">
                <a16:creationId xmlns:a16="http://schemas.microsoft.com/office/drawing/2014/main" id="{C9B20ECD-5734-78BF-7FFD-34482D26EFB4}"/>
              </a:ext>
            </a:extLst>
          </p:cNvPr>
          <p:cNvSpPr/>
          <p:nvPr/>
        </p:nvSpPr>
        <p:spPr>
          <a:xfrm>
            <a:off x="2856890" y="493640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175" name="!!Ellipse 9">
            <a:extLst>
              <a:ext uri="{FF2B5EF4-FFF2-40B4-BE49-F238E27FC236}">
                <a16:creationId xmlns:a16="http://schemas.microsoft.com/office/drawing/2014/main" id="{30722AB2-F822-5E5B-6E64-91C63905B9D7}"/>
              </a:ext>
            </a:extLst>
          </p:cNvPr>
          <p:cNvSpPr/>
          <p:nvPr/>
        </p:nvSpPr>
        <p:spPr>
          <a:xfrm>
            <a:off x="2906010" y="562728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176" name="!!Ellipse 9">
            <a:extLst>
              <a:ext uri="{FF2B5EF4-FFF2-40B4-BE49-F238E27FC236}">
                <a16:creationId xmlns:a16="http://schemas.microsoft.com/office/drawing/2014/main" id="{351B8265-2333-EF93-C71A-CEA999D9A0D1}"/>
              </a:ext>
            </a:extLst>
          </p:cNvPr>
          <p:cNvSpPr/>
          <p:nvPr/>
        </p:nvSpPr>
        <p:spPr>
          <a:xfrm>
            <a:off x="4267107" y="355464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A,C,F</a:t>
            </a:r>
          </a:p>
        </p:txBody>
      </p:sp>
      <p:sp>
        <p:nvSpPr>
          <p:cNvPr id="182" name="!!Ellipse 9">
            <a:extLst>
              <a:ext uri="{FF2B5EF4-FFF2-40B4-BE49-F238E27FC236}">
                <a16:creationId xmlns:a16="http://schemas.microsoft.com/office/drawing/2014/main" id="{950FD9B2-99D3-9877-795F-2BFA7BD7033F}"/>
              </a:ext>
            </a:extLst>
          </p:cNvPr>
          <p:cNvSpPr/>
          <p:nvPr/>
        </p:nvSpPr>
        <p:spPr>
          <a:xfrm>
            <a:off x="9518240" y="493640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183" name="!!Ellipse 9">
            <a:extLst>
              <a:ext uri="{FF2B5EF4-FFF2-40B4-BE49-F238E27FC236}">
                <a16:creationId xmlns:a16="http://schemas.microsoft.com/office/drawing/2014/main" id="{D2090783-6F9E-0FBB-16B5-19FC76C8C305}"/>
              </a:ext>
            </a:extLst>
          </p:cNvPr>
          <p:cNvSpPr/>
          <p:nvPr/>
        </p:nvSpPr>
        <p:spPr>
          <a:xfrm>
            <a:off x="9567360" y="562728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186" name="!!Ellipse 9">
            <a:extLst>
              <a:ext uri="{FF2B5EF4-FFF2-40B4-BE49-F238E27FC236}">
                <a16:creationId xmlns:a16="http://schemas.microsoft.com/office/drawing/2014/main" id="{7FAAD413-8014-985F-C61B-C50967ED7F6A}"/>
              </a:ext>
            </a:extLst>
          </p:cNvPr>
          <p:cNvSpPr/>
          <p:nvPr/>
        </p:nvSpPr>
        <p:spPr>
          <a:xfrm>
            <a:off x="6917233" y="4936400"/>
            <a:ext cx="126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B,F,H</a:t>
            </a:r>
          </a:p>
        </p:txBody>
      </p:sp>
      <p:sp>
        <p:nvSpPr>
          <p:cNvPr id="188" name="Titel 1">
            <a:extLst>
              <a:ext uri="{FF2B5EF4-FFF2-40B4-BE49-F238E27FC236}">
                <a16:creationId xmlns:a16="http://schemas.microsoft.com/office/drawing/2014/main" id="{CE2E7876-F222-F3E4-46A2-5BB1A0ADAE77}"/>
              </a:ext>
            </a:extLst>
          </p:cNvPr>
          <p:cNvSpPr txBox="1">
            <a:spLocks/>
          </p:cNvSpPr>
          <p:nvPr/>
        </p:nvSpPr>
        <p:spPr>
          <a:xfrm>
            <a:off x="7123625" y="4390883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89" name="Titel 1">
            <a:extLst>
              <a:ext uri="{FF2B5EF4-FFF2-40B4-BE49-F238E27FC236}">
                <a16:creationId xmlns:a16="http://schemas.microsoft.com/office/drawing/2014/main" id="{2AA70094-7816-CD49-391F-0694A7C28FC5}"/>
              </a:ext>
            </a:extLst>
          </p:cNvPr>
          <p:cNvSpPr txBox="1">
            <a:spLocks/>
          </p:cNvSpPr>
          <p:nvPr/>
        </p:nvSpPr>
        <p:spPr>
          <a:xfrm>
            <a:off x="7260182" y="5808803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90" name="Titel 1">
            <a:extLst>
              <a:ext uri="{FF2B5EF4-FFF2-40B4-BE49-F238E27FC236}">
                <a16:creationId xmlns:a16="http://schemas.microsoft.com/office/drawing/2014/main" id="{63D89C21-C10B-2D42-9B71-6C096FBFAFB9}"/>
              </a:ext>
            </a:extLst>
          </p:cNvPr>
          <p:cNvSpPr txBox="1">
            <a:spLocks/>
          </p:cNvSpPr>
          <p:nvPr/>
        </p:nvSpPr>
        <p:spPr>
          <a:xfrm>
            <a:off x="4554461" y="4224294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91" name="Titel 1">
            <a:extLst>
              <a:ext uri="{FF2B5EF4-FFF2-40B4-BE49-F238E27FC236}">
                <a16:creationId xmlns:a16="http://schemas.microsoft.com/office/drawing/2014/main" id="{F073CA60-B0B8-FE8A-8C4B-10B33D37454D}"/>
              </a:ext>
            </a:extLst>
          </p:cNvPr>
          <p:cNvSpPr txBox="1">
            <a:spLocks/>
          </p:cNvSpPr>
          <p:nvPr/>
        </p:nvSpPr>
        <p:spPr>
          <a:xfrm>
            <a:off x="9644873" y="4427043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80958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C5F3-0767-F237-9BED-EBFF963C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FB4056C9-BCE5-70A8-1FAB-558EBC2A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3: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DE45A8A1-C8DD-7D23-C29D-B68022FCC6ED}"/>
              </a:ext>
            </a:extLst>
          </p:cNvPr>
          <p:cNvSpPr/>
          <p:nvPr/>
        </p:nvSpPr>
        <p:spPr>
          <a:xfrm>
            <a:off x="5343796" y="-925832"/>
            <a:ext cx="1623821" cy="69031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61FE233-011E-1014-22C9-40AE40044904}"/>
              </a:ext>
            </a:extLst>
          </p:cNvPr>
          <p:cNvGrpSpPr/>
          <p:nvPr/>
        </p:nvGrpSpPr>
        <p:grpSpPr>
          <a:xfrm>
            <a:off x="6639008" y="-987181"/>
            <a:ext cx="452172" cy="345155"/>
            <a:chOff x="217350" y="639497"/>
            <a:chExt cx="651600" cy="540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7DFB976-C176-8E27-B694-F99A1FD94A9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006FE371-F99E-F31E-720F-32EC60C91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" name="!!Ellipse 9">
            <a:extLst>
              <a:ext uri="{FF2B5EF4-FFF2-40B4-BE49-F238E27FC236}">
                <a16:creationId xmlns:a16="http://schemas.microsoft.com/office/drawing/2014/main" id="{EB95A48E-1A0A-D516-ADB0-543953BCC964}"/>
              </a:ext>
            </a:extLst>
          </p:cNvPr>
          <p:cNvSpPr/>
          <p:nvPr/>
        </p:nvSpPr>
        <p:spPr>
          <a:xfrm>
            <a:off x="250952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B7FDFB51-9565-7219-CEC6-FD902C18D590}"/>
              </a:ext>
            </a:extLst>
          </p:cNvPr>
          <p:cNvSpPr/>
          <p:nvPr/>
        </p:nvSpPr>
        <p:spPr>
          <a:xfrm>
            <a:off x="4018313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C8A34C6D-672B-3DC9-FF21-2AF94DCB184A}"/>
              </a:ext>
            </a:extLst>
          </p:cNvPr>
          <p:cNvSpPr/>
          <p:nvPr/>
        </p:nvSpPr>
        <p:spPr>
          <a:xfrm>
            <a:off x="5527107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A640BB6B-C810-AA1C-5DCE-B79D3A59C511}"/>
              </a:ext>
            </a:extLst>
          </p:cNvPr>
          <p:cNvSpPr/>
          <p:nvPr/>
        </p:nvSpPr>
        <p:spPr>
          <a:xfrm>
            <a:off x="7035900" y="-2005933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5ED85F40-03F8-B0CC-FDA7-F63D5F8F9D75}"/>
              </a:ext>
            </a:extLst>
          </p:cNvPr>
          <p:cNvSpPr/>
          <p:nvPr/>
        </p:nvSpPr>
        <p:spPr>
          <a:xfrm>
            <a:off x="8544694" y="-2012861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6660B487-4E2C-3BDD-AE95-1D736D40A9CF}"/>
              </a:ext>
            </a:extLst>
          </p:cNvPr>
          <p:cNvSpPr/>
          <p:nvPr/>
        </p:nvSpPr>
        <p:spPr>
          <a:xfrm>
            <a:off x="4018313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9E163404-CD85-81F7-342C-0FA7F93588F3}"/>
              </a:ext>
            </a:extLst>
          </p:cNvPr>
          <p:cNvSpPr/>
          <p:nvPr/>
        </p:nvSpPr>
        <p:spPr>
          <a:xfrm>
            <a:off x="5527107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6EE3BEF4-1D87-FF7D-6E6C-6B38A031DEF2}"/>
              </a:ext>
            </a:extLst>
          </p:cNvPr>
          <p:cNvSpPr/>
          <p:nvPr/>
        </p:nvSpPr>
        <p:spPr>
          <a:xfrm>
            <a:off x="7035900" y="-1174697"/>
            <a:ext cx="1423966" cy="57525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A9D4DD4-F92B-7CAF-5BBC-69BD913EF907}"/>
              </a:ext>
            </a:extLst>
          </p:cNvPr>
          <p:cNvGrpSpPr/>
          <p:nvPr/>
        </p:nvGrpSpPr>
        <p:grpSpPr>
          <a:xfrm>
            <a:off x="3564809" y="-2102078"/>
            <a:ext cx="452172" cy="345155"/>
            <a:chOff x="217350" y="639497"/>
            <a:chExt cx="651600" cy="5400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3E741BC7-45D2-69B9-EC61-8B4F17B9E53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79D26BEA-C659-AB68-382F-FE37E00BC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B16EFF3-FD65-1CFB-DD70-EF30E7CF1420}"/>
              </a:ext>
            </a:extLst>
          </p:cNvPr>
          <p:cNvGrpSpPr/>
          <p:nvPr/>
        </p:nvGrpSpPr>
        <p:grpSpPr>
          <a:xfrm>
            <a:off x="5074935" y="-2131736"/>
            <a:ext cx="452172" cy="345155"/>
            <a:chOff x="217350" y="639497"/>
            <a:chExt cx="6516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AEA376E6-33B9-9B35-B0E2-A5D3C342DA3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77643A1B-EE1F-9C23-C4F0-35E29A4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B0D2EC3-3472-64A8-61AE-B3B04A75F569}"/>
              </a:ext>
            </a:extLst>
          </p:cNvPr>
          <p:cNvGrpSpPr/>
          <p:nvPr/>
        </p:nvGrpSpPr>
        <p:grpSpPr>
          <a:xfrm>
            <a:off x="6583729" y="-2131736"/>
            <a:ext cx="452172" cy="345155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A44FA1A-8962-C639-AD7D-A2E098398DA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A40B97D3-C07A-61FE-0B89-EA386E2A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C753065-ECF3-55B0-57C6-EABAED4CC165}"/>
              </a:ext>
            </a:extLst>
          </p:cNvPr>
          <p:cNvGrpSpPr/>
          <p:nvPr/>
        </p:nvGrpSpPr>
        <p:grpSpPr>
          <a:xfrm>
            <a:off x="8085139" y="-2091500"/>
            <a:ext cx="452172" cy="345155"/>
            <a:chOff x="217350" y="639497"/>
            <a:chExt cx="6516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64A7E230-159B-F3E0-CBF1-56FDE68D2DF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59C39C26-47DA-3F4F-ACAF-8802E1FA4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B99CC17B-7F68-7358-9823-2021B0596A20}"/>
              </a:ext>
            </a:extLst>
          </p:cNvPr>
          <p:cNvGrpSpPr/>
          <p:nvPr/>
        </p:nvGrpSpPr>
        <p:grpSpPr>
          <a:xfrm>
            <a:off x="9620468" y="-2133621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259E16F1-09C9-391D-04EA-5A0C3D31055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D0289740-0CAA-7780-61D4-F41884AB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792FF416-1C2E-6152-04E2-2BE2F00394DE}"/>
              </a:ext>
            </a:extLst>
          </p:cNvPr>
          <p:cNvGrpSpPr/>
          <p:nvPr/>
        </p:nvGrpSpPr>
        <p:grpSpPr>
          <a:xfrm>
            <a:off x="5117710" y="-1284297"/>
            <a:ext cx="452172" cy="345155"/>
            <a:chOff x="217350" y="639497"/>
            <a:chExt cx="651600" cy="54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936A6161-9FF0-096B-07E0-703DEC0B7AF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E45AF573-F674-5A0F-1C25-DBA1D81B9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B14FCFF6-0F05-2960-CA7A-C37A28DF6534}"/>
              </a:ext>
            </a:extLst>
          </p:cNvPr>
          <p:cNvGrpSpPr/>
          <p:nvPr/>
        </p:nvGrpSpPr>
        <p:grpSpPr>
          <a:xfrm>
            <a:off x="6573061" y="-1284297"/>
            <a:ext cx="452172" cy="345155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A25CC2B0-7DC9-AFA6-F34F-B03BA854BD3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2D33B6F9-56D4-704B-D17D-67B45C22E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98D80381-E928-ED6F-B09E-704B2DDBC567}"/>
              </a:ext>
            </a:extLst>
          </p:cNvPr>
          <p:cNvGrpSpPr/>
          <p:nvPr/>
        </p:nvGrpSpPr>
        <p:grpSpPr>
          <a:xfrm>
            <a:off x="8104968" y="-1284297"/>
            <a:ext cx="452172" cy="345155"/>
            <a:chOff x="217350" y="639497"/>
            <a:chExt cx="651600" cy="54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8F54D82-5C17-3ACD-7F20-33DC4AA5EF9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85ABCE46-D815-0813-609F-5D80FD789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D718A04E-2B2C-9614-321B-2A4AF01BF3A8}"/>
              </a:ext>
            </a:extLst>
          </p:cNvPr>
          <p:cNvSpPr/>
          <p:nvPr/>
        </p:nvSpPr>
        <p:spPr>
          <a:xfrm>
            <a:off x="3119120" y="-146368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911D3FE6-E5C6-65F9-8CED-0CB659778BF2}"/>
              </a:ext>
            </a:extLst>
          </p:cNvPr>
          <p:cNvSpPr/>
          <p:nvPr/>
        </p:nvSpPr>
        <p:spPr>
          <a:xfrm>
            <a:off x="3119120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4814DC9B-4CE9-C675-52FB-F17963C4891E}"/>
              </a:ext>
            </a:extLst>
          </p:cNvPr>
          <p:cNvSpPr/>
          <p:nvPr/>
        </p:nvSpPr>
        <p:spPr>
          <a:xfrm>
            <a:off x="311912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C53B3F18-17F8-A50B-5BC9-71AF8001AF76}"/>
              </a:ext>
            </a:extLst>
          </p:cNvPr>
          <p:cNvSpPr/>
          <p:nvPr/>
        </p:nvSpPr>
        <p:spPr>
          <a:xfrm>
            <a:off x="4125863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!!Ellipse 9">
            <a:extLst>
              <a:ext uri="{FF2B5EF4-FFF2-40B4-BE49-F238E27FC236}">
                <a16:creationId xmlns:a16="http://schemas.microsoft.com/office/drawing/2014/main" id="{0BB7CC43-A2F2-02F6-7AFF-5EC90EC2FE82}"/>
              </a:ext>
            </a:extLst>
          </p:cNvPr>
          <p:cNvSpPr/>
          <p:nvPr/>
        </p:nvSpPr>
        <p:spPr>
          <a:xfrm>
            <a:off x="4125863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D7E2BE2C-B3A4-3E3E-4E6F-A32F9A6E18B7}"/>
              </a:ext>
            </a:extLst>
          </p:cNvPr>
          <p:cNvSpPr/>
          <p:nvPr/>
        </p:nvSpPr>
        <p:spPr>
          <a:xfrm>
            <a:off x="4153100" y="-56269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!!Ellipse 9">
            <a:extLst>
              <a:ext uri="{FF2B5EF4-FFF2-40B4-BE49-F238E27FC236}">
                <a16:creationId xmlns:a16="http://schemas.microsoft.com/office/drawing/2014/main" id="{077AE98E-E68B-5C0E-400C-D254CDF91A0C}"/>
              </a:ext>
            </a:extLst>
          </p:cNvPr>
          <p:cNvSpPr/>
          <p:nvPr/>
        </p:nvSpPr>
        <p:spPr>
          <a:xfrm>
            <a:off x="5102381" y="-1466968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396482BE-B32F-3993-58FC-0BE7FF22775C}"/>
              </a:ext>
            </a:extLst>
          </p:cNvPr>
          <p:cNvSpPr/>
          <p:nvPr/>
        </p:nvSpPr>
        <p:spPr>
          <a:xfrm>
            <a:off x="7916725" y="-576336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3C12F90B-03DF-6107-C9FE-9DC8A5619FB7}"/>
              </a:ext>
            </a:extLst>
          </p:cNvPr>
          <p:cNvSpPr/>
          <p:nvPr/>
        </p:nvSpPr>
        <p:spPr>
          <a:xfrm>
            <a:off x="7916725" y="-1013192"/>
            <a:ext cx="917379" cy="36695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CC5AB5B6-6D24-DA16-2780-13AC918BC250}"/>
              </a:ext>
            </a:extLst>
          </p:cNvPr>
          <p:cNvSpPr txBox="1">
            <a:spLocks/>
          </p:cNvSpPr>
          <p:nvPr/>
        </p:nvSpPr>
        <p:spPr>
          <a:xfrm>
            <a:off x="6076627" y="-764319"/>
            <a:ext cx="1190524" cy="366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05518820-EAE3-F3B0-EC1C-A39597EB652E}"/>
              </a:ext>
            </a:extLst>
          </p:cNvPr>
          <p:cNvGrpSpPr/>
          <p:nvPr/>
        </p:nvGrpSpPr>
        <p:grpSpPr>
          <a:xfrm>
            <a:off x="3827844" y="-1497438"/>
            <a:ext cx="230452" cy="175910"/>
            <a:chOff x="217350" y="639497"/>
            <a:chExt cx="651600" cy="54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3DA6E152-BA56-2EC9-D2BC-27C2A2C758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DFBB969-A0C8-F3A0-DE42-C9EAF8DD4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78A4C69D-0C2F-4C49-407A-4C396C904306}"/>
              </a:ext>
            </a:extLst>
          </p:cNvPr>
          <p:cNvGrpSpPr/>
          <p:nvPr/>
        </p:nvGrpSpPr>
        <p:grpSpPr>
          <a:xfrm>
            <a:off x="4840028" y="-1497438"/>
            <a:ext cx="230452" cy="175910"/>
            <a:chOff x="217350" y="639497"/>
            <a:chExt cx="651600" cy="54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053525CC-847B-CCB4-DFA1-CB2D86A726E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F88D773D-C322-4903-AB89-23C8BF807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980CC8A5-7C90-507B-B69F-25EAED2A03B5}"/>
              </a:ext>
            </a:extLst>
          </p:cNvPr>
          <p:cNvGrpSpPr/>
          <p:nvPr/>
        </p:nvGrpSpPr>
        <p:grpSpPr>
          <a:xfrm>
            <a:off x="5821209" y="-1496839"/>
            <a:ext cx="230452" cy="175910"/>
            <a:chOff x="217350" y="639497"/>
            <a:chExt cx="651600" cy="54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7307BB2D-3DE7-27C5-8467-3E9EE46654E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CE242340-A866-79C5-EAB2-2BD7FBF16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AF10E192-80FB-0663-041B-28E22D3F87E5}"/>
              </a:ext>
            </a:extLst>
          </p:cNvPr>
          <p:cNvGrpSpPr/>
          <p:nvPr/>
        </p:nvGrpSpPr>
        <p:grpSpPr>
          <a:xfrm>
            <a:off x="4810664" y="-1030068"/>
            <a:ext cx="230452" cy="175910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30414E56-7E5C-19A4-CEE1-74A2C719736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CCE360D8-754D-76D8-E6F7-83E1C5965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613BB78-5563-DEE2-7FEE-36C525E28E8F}"/>
              </a:ext>
            </a:extLst>
          </p:cNvPr>
          <p:cNvGrpSpPr/>
          <p:nvPr/>
        </p:nvGrpSpPr>
        <p:grpSpPr>
          <a:xfrm>
            <a:off x="4855944" y="-575189"/>
            <a:ext cx="230452" cy="175910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25E81B4F-CFCD-3BBD-3707-B75167BAAA8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38FCDA08-D075-3A78-2A90-A11A9E476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7C5B6CDF-EFC1-4EF2-5D8C-A4680460B801}"/>
              </a:ext>
            </a:extLst>
          </p:cNvPr>
          <p:cNvGrpSpPr/>
          <p:nvPr/>
        </p:nvGrpSpPr>
        <p:grpSpPr>
          <a:xfrm>
            <a:off x="3837950" y="-1022030"/>
            <a:ext cx="230452" cy="175910"/>
            <a:chOff x="217350" y="639497"/>
            <a:chExt cx="651600" cy="54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09888110-C152-494F-FA35-DBD860EE57C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5C245CB-3DC7-0D0E-A4F2-8E3240673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7FEB7D48-3355-2CAC-4C7C-AB496E708F3A}"/>
              </a:ext>
            </a:extLst>
          </p:cNvPr>
          <p:cNvGrpSpPr/>
          <p:nvPr/>
        </p:nvGrpSpPr>
        <p:grpSpPr>
          <a:xfrm>
            <a:off x="3827844" y="-591070"/>
            <a:ext cx="230452" cy="17591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95CD9E8-E918-2956-1C9B-64F33E2EB1A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D9ADFA9F-6E5B-42D2-C353-2264BD15D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CD04471-8847-E058-56DA-08ED53BC8756}"/>
              </a:ext>
            </a:extLst>
          </p:cNvPr>
          <p:cNvGrpSpPr/>
          <p:nvPr/>
        </p:nvGrpSpPr>
        <p:grpSpPr>
          <a:xfrm>
            <a:off x="8605464" y="-1036556"/>
            <a:ext cx="230452" cy="175910"/>
            <a:chOff x="217350" y="639497"/>
            <a:chExt cx="651600" cy="540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EA052BD0-4113-79D7-533B-741D356F4F3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17003D46-A750-0404-F541-F13FCADDB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DEEF732-24E9-C164-37C6-6C6136E28C1B}"/>
              </a:ext>
            </a:extLst>
          </p:cNvPr>
          <p:cNvGrpSpPr/>
          <p:nvPr/>
        </p:nvGrpSpPr>
        <p:grpSpPr>
          <a:xfrm>
            <a:off x="8615570" y="-580843"/>
            <a:ext cx="230452" cy="175910"/>
            <a:chOff x="217350" y="639497"/>
            <a:chExt cx="651600" cy="54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616AFD97-1346-F86B-0183-2BD0AF372F3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33A5DEC6-9A54-2001-684D-377FD876C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8" name="!!Ellipse 9">
            <a:extLst>
              <a:ext uri="{FF2B5EF4-FFF2-40B4-BE49-F238E27FC236}">
                <a16:creationId xmlns:a16="http://schemas.microsoft.com/office/drawing/2014/main" id="{63137F1E-77F4-0A61-3549-32B4008930EA}"/>
              </a:ext>
            </a:extLst>
          </p:cNvPr>
          <p:cNvSpPr/>
          <p:nvPr/>
        </p:nvSpPr>
        <p:spPr>
          <a:xfrm>
            <a:off x="3251200" y="-193471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41B5FF63-0F07-9F1F-330F-763887AB5563}"/>
              </a:ext>
            </a:extLst>
          </p:cNvPr>
          <p:cNvSpPr/>
          <p:nvPr/>
        </p:nvSpPr>
        <p:spPr>
          <a:xfrm>
            <a:off x="3251200" y="-1541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!!Ellipse 9">
            <a:extLst>
              <a:ext uri="{FF2B5EF4-FFF2-40B4-BE49-F238E27FC236}">
                <a16:creationId xmlns:a16="http://schemas.microsoft.com/office/drawing/2014/main" id="{FF1294BA-8E69-E8A2-5995-9E50175EE3C5}"/>
              </a:ext>
            </a:extLst>
          </p:cNvPr>
          <p:cNvSpPr/>
          <p:nvPr/>
        </p:nvSpPr>
        <p:spPr>
          <a:xfrm>
            <a:off x="3251200" y="-114883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1" name="!!Ellipse 9">
            <a:extLst>
              <a:ext uri="{FF2B5EF4-FFF2-40B4-BE49-F238E27FC236}">
                <a16:creationId xmlns:a16="http://schemas.microsoft.com/office/drawing/2014/main" id="{B2DF2842-8660-89C1-7ACD-D19102726076}"/>
              </a:ext>
            </a:extLst>
          </p:cNvPr>
          <p:cNvSpPr/>
          <p:nvPr/>
        </p:nvSpPr>
        <p:spPr>
          <a:xfrm>
            <a:off x="3251200" y="-2360650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" name="!!Ellipse 9">
            <a:extLst>
              <a:ext uri="{FF2B5EF4-FFF2-40B4-BE49-F238E27FC236}">
                <a16:creationId xmlns:a16="http://schemas.microsoft.com/office/drawing/2014/main" id="{AF85464A-104C-A5F9-3462-9A2CB82E430B}"/>
              </a:ext>
            </a:extLst>
          </p:cNvPr>
          <p:cNvSpPr/>
          <p:nvPr/>
        </p:nvSpPr>
        <p:spPr>
          <a:xfrm>
            <a:off x="4126455" y="-2353162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3" name="!!Ellipse 9">
            <a:extLst>
              <a:ext uri="{FF2B5EF4-FFF2-40B4-BE49-F238E27FC236}">
                <a16:creationId xmlns:a16="http://schemas.microsoft.com/office/drawing/2014/main" id="{FD0B773D-F9EB-5450-128A-EF38992D131C}"/>
              </a:ext>
            </a:extLst>
          </p:cNvPr>
          <p:cNvSpPr/>
          <p:nvPr/>
        </p:nvSpPr>
        <p:spPr>
          <a:xfrm>
            <a:off x="4126455" y="-193471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4" name="!!Ellipse 9">
            <a:extLst>
              <a:ext uri="{FF2B5EF4-FFF2-40B4-BE49-F238E27FC236}">
                <a16:creationId xmlns:a16="http://schemas.microsoft.com/office/drawing/2014/main" id="{16DEFEFF-EC22-D2E7-BE7C-ACEDFFE77857}"/>
              </a:ext>
            </a:extLst>
          </p:cNvPr>
          <p:cNvSpPr/>
          <p:nvPr/>
        </p:nvSpPr>
        <p:spPr>
          <a:xfrm>
            <a:off x="4116890" y="-1541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5" name="!!Ellipse 9">
            <a:extLst>
              <a:ext uri="{FF2B5EF4-FFF2-40B4-BE49-F238E27FC236}">
                <a16:creationId xmlns:a16="http://schemas.microsoft.com/office/drawing/2014/main" id="{FE35CA40-329C-6C5F-2B11-504627EBB40C}"/>
              </a:ext>
            </a:extLst>
          </p:cNvPr>
          <p:cNvSpPr/>
          <p:nvPr/>
        </p:nvSpPr>
        <p:spPr>
          <a:xfrm>
            <a:off x="4116890" y="-1130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!!Ellipse 9">
            <a:extLst>
              <a:ext uri="{FF2B5EF4-FFF2-40B4-BE49-F238E27FC236}">
                <a16:creationId xmlns:a16="http://schemas.microsoft.com/office/drawing/2014/main" id="{E4F9AFFE-D7AB-FB72-5FEF-42214358121C}"/>
              </a:ext>
            </a:extLst>
          </p:cNvPr>
          <p:cNvSpPr/>
          <p:nvPr/>
        </p:nvSpPr>
        <p:spPr>
          <a:xfrm>
            <a:off x="5002310" y="-2362789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!!Ellipse 9">
            <a:extLst>
              <a:ext uri="{FF2B5EF4-FFF2-40B4-BE49-F238E27FC236}">
                <a16:creationId xmlns:a16="http://schemas.microsoft.com/office/drawing/2014/main" id="{E7431A17-ECB4-697F-3468-005454EF70D8}"/>
              </a:ext>
            </a:extLst>
          </p:cNvPr>
          <p:cNvSpPr/>
          <p:nvPr/>
        </p:nvSpPr>
        <p:spPr>
          <a:xfrm>
            <a:off x="7995988" y="-1130786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8" name="!!Ellipse 9">
            <a:extLst>
              <a:ext uri="{FF2B5EF4-FFF2-40B4-BE49-F238E27FC236}">
                <a16:creationId xmlns:a16="http://schemas.microsoft.com/office/drawing/2014/main" id="{D630F5D9-D138-AF87-E5B7-165CCFEF37F8}"/>
              </a:ext>
            </a:extLst>
          </p:cNvPr>
          <p:cNvSpPr/>
          <p:nvPr/>
        </p:nvSpPr>
        <p:spPr>
          <a:xfrm>
            <a:off x="7995988" y="-1541774"/>
            <a:ext cx="793086" cy="35248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9" name="Titel 1">
            <a:extLst>
              <a:ext uri="{FF2B5EF4-FFF2-40B4-BE49-F238E27FC236}">
                <a16:creationId xmlns:a16="http://schemas.microsoft.com/office/drawing/2014/main" id="{C2C4FE6A-F1CA-C45C-642C-21E51BC3519C}"/>
              </a:ext>
            </a:extLst>
          </p:cNvPr>
          <p:cNvSpPr txBox="1">
            <a:spLocks/>
          </p:cNvSpPr>
          <p:nvPr/>
        </p:nvSpPr>
        <p:spPr>
          <a:xfrm>
            <a:off x="6197792" y="-1529879"/>
            <a:ext cx="582832" cy="179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088680DF-3E75-9FD2-B67C-F9C78C74CC02}"/>
              </a:ext>
            </a:extLst>
          </p:cNvPr>
          <p:cNvGrpSpPr/>
          <p:nvPr/>
        </p:nvGrpSpPr>
        <p:grpSpPr>
          <a:xfrm>
            <a:off x="3863705" y="-2401107"/>
            <a:ext cx="221365" cy="168974"/>
            <a:chOff x="217350" y="639497"/>
            <a:chExt cx="6516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5B06F162-9CCB-7E1E-7407-3A5BAA57051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B4D02FF4-3426-625D-18E3-7A4CB2B2C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132FC8B-32AF-9E96-437D-4A88266F7DB1}"/>
              </a:ext>
            </a:extLst>
          </p:cNvPr>
          <p:cNvGrpSpPr/>
          <p:nvPr/>
        </p:nvGrpSpPr>
        <p:grpSpPr>
          <a:xfrm>
            <a:off x="4704983" y="-2400845"/>
            <a:ext cx="221365" cy="168974"/>
            <a:chOff x="217350" y="639497"/>
            <a:chExt cx="651600" cy="540000"/>
          </a:xfrm>
        </p:grpSpPr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200B5BA0-A570-AF20-AA3D-2F746097D8D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1C8DC29B-CBC7-9F54-EB69-D27777277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E5434D6E-4CBD-7091-862F-DB287D2D9A85}"/>
              </a:ext>
            </a:extLst>
          </p:cNvPr>
          <p:cNvGrpSpPr/>
          <p:nvPr/>
        </p:nvGrpSpPr>
        <p:grpSpPr>
          <a:xfrm>
            <a:off x="5584173" y="-2407549"/>
            <a:ext cx="221365" cy="168974"/>
            <a:chOff x="217350" y="639497"/>
            <a:chExt cx="651600" cy="54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B1993AFD-2D46-8798-38F7-7CB78CE07D0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0D2FAF3B-AF5B-8844-99AE-E24E3BE46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B154EE25-6E7B-EE8A-EE3E-BE703B2E5CE9}"/>
              </a:ext>
            </a:extLst>
          </p:cNvPr>
          <p:cNvGrpSpPr/>
          <p:nvPr/>
        </p:nvGrpSpPr>
        <p:grpSpPr>
          <a:xfrm>
            <a:off x="3835499" y="-1971441"/>
            <a:ext cx="221365" cy="168974"/>
            <a:chOff x="217350" y="639497"/>
            <a:chExt cx="651600" cy="54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E9317CB5-DC13-A837-4493-2F7DFC7064F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1D678850-2AA0-4398-A6A9-6A9C60573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877314C8-C106-0EF0-170A-1D828C429D05}"/>
              </a:ext>
            </a:extLst>
          </p:cNvPr>
          <p:cNvGrpSpPr/>
          <p:nvPr/>
        </p:nvGrpSpPr>
        <p:grpSpPr>
          <a:xfrm>
            <a:off x="4702256" y="-1953592"/>
            <a:ext cx="221365" cy="168974"/>
            <a:chOff x="217350" y="639497"/>
            <a:chExt cx="6516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6AC605B5-65A7-89F2-26BC-CFC1E27157D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EE42FF14-4561-6433-E71D-E84D79039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B888EAA5-8F33-2DFE-5B54-9289BE992174}"/>
              </a:ext>
            </a:extLst>
          </p:cNvPr>
          <p:cNvGrpSpPr/>
          <p:nvPr/>
        </p:nvGrpSpPr>
        <p:grpSpPr>
          <a:xfrm>
            <a:off x="3822921" y="-1579837"/>
            <a:ext cx="221365" cy="168974"/>
            <a:chOff x="217350" y="639497"/>
            <a:chExt cx="651600" cy="540000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7B4CC71E-6CE9-6F9A-49C4-4F880A4E290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5DEC1548-217D-F6A9-5E17-E003098A6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2893C405-46D8-5324-AE54-73D71EB12B54}"/>
              </a:ext>
            </a:extLst>
          </p:cNvPr>
          <p:cNvGrpSpPr/>
          <p:nvPr/>
        </p:nvGrpSpPr>
        <p:grpSpPr>
          <a:xfrm>
            <a:off x="4698176" y="-1582231"/>
            <a:ext cx="221365" cy="168974"/>
            <a:chOff x="217350" y="639497"/>
            <a:chExt cx="651600" cy="54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90343ADA-9B28-E903-DE3D-FBF79F57044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DC6B3F89-EE01-80E9-C522-8646D9FCE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F9FEFDBA-9F68-98E9-FF0E-67D034300B82}"/>
              </a:ext>
            </a:extLst>
          </p:cNvPr>
          <p:cNvGrpSpPr/>
          <p:nvPr/>
        </p:nvGrpSpPr>
        <p:grpSpPr>
          <a:xfrm>
            <a:off x="3799501" y="-1189291"/>
            <a:ext cx="221365" cy="168974"/>
            <a:chOff x="217350" y="639497"/>
            <a:chExt cx="651600" cy="540000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6FC71EEC-9280-A575-F14B-C44D5ED35CC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2" name="Grafik 111">
              <a:extLst>
                <a:ext uri="{FF2B5EF4-FFF2-40B4-BE49-F238E27FC236}">
                  <a16:creationId xmlns:a16="http://schemas.microsoft.com/office/drawing/2014/main" id="{7F4D53D6-F87B-5710-06D7-0A5702B40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A414218B-2023-3AD5-9BA6-38AC6BAA255B}"/>
              </a:ext>
            </a:extLst>
          </p:cNvPr>
          <p:cNvGrpSpPr/>
          <p:nvPr/>
        </p:nvGrpSpPr>
        <p:grpSpPr>
          <a:xfrm>
            <a:off x="4689677" y="-1148834"/>
            <a:ext cx="221365" cy="168974"/>
            <a:chOff x="217350" y="639497"/>
            <a:chExt cx="651600" cy="540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8A0F7353-DFB4-AE04-BA71-21DC37020DA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DC9F1A21-EEE3-66FA-6B78-37720B40E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9CB57183-7EBE-0BC8-31B5-4A82FADA70E1}"/>
              </a:ext>
            </a:extLst>
          </p:cNvPr>
          <p:cNvGrpSpPr/>
          <p:nvPr/>
        </p:nvGrpSpPr>
        <p:grpSpPr>
          <a:xfrm>
            <a:off x="8549262" y="-1582231"/>
            <a:ext cx="221365" cy="168974"/>
            <a:chOff x="217350" y="639497"/>
            <a:chExt cx="651600" cy="540000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908C6894-ED9A-2552-14AB-EFB0091D453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8" name="Grafik 117">
              <a:extLst>
                <a:ext uri="{FF2B5EF4-FFF2-40B4-BE49-F238E27FC236}">
                  <a16:creationId xmlns:a16="http://schemas.microsoft.com/office/drawing/2014/main" id="{E18A860D-A6DF-6D20-5F2B-3731C87E0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B4DD56DE-8980-8E97-589B-0DFAEE2AAAD2}"/>
              </a:ext>
            </a:extLst>
          </p:cNvPr>
          <p:cNvGrpSpPr/>
          <p:nvPr/>
        </p:nvGrpSpPr>
        <p:grpSpPr>
          <a:xfrm>
            <a:off x="8559210" y="-1148834"/>
            <a:ext cx="221365" cy="168974"/>
            <a:chOff x="217350" y="639497"/>
            <a:chExt cx="651600" cy="540000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A3AD6720-C40E-A517-73FB-D3E28EBA766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1" name="Grafik 120">
              <a:extLst>
                <a:ext uri="{FF2B5EF4-FFF2-40B4-BE49-F238E27FC236}">
                  <a16:creationId xmlns:a16="http://schemas.microsoft.com/office/drawing/2014/main" id="{B4673E08-998E-FCD0-67D8-2C15FB8CC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23" name="!!Ellipse 9">
            <a:extLst>
              <a:ext uri="{FF2B5EF4-FFF2-40B4-BE49-F238E27FC236}">
                <a16:creationId xmlns:a16="http://schemas.microsoft.com/office/drawing/2014/main" id="{7EB4BBB7-849D-23F4-3EB9-81C0BDB9A40A}"/>
              </a:ext>
            </a:extLst>
          </p:cNvPr>
          <p:cNvSpPr/>
          <p:nvPr/>
        </p:nvSpPr>
        <p:spPr>
          <a:xfrm>
            <a:off x="4153100" y="14090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72D74E45-4F81-953B-18B6-31EED0D3240B}"/>
              </a:ext>
            </a:extLst>
          </p:cNvPr>
          <p:cNvSpPr/>
          <p:nvPr/>
        </p:nvSpPr>
        <p:spPr>
          <a:xfrm>
            <a:off x="4153100" y="18343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F9990A38-03C0-F45F-FEBD-25569F072EC7}"/>
              </a:ext>
            </a:extLst>
          </p:cNvPr>
          <p:cNvSpPr/>
          <p:nvPr/>
        </p:nvSpPr>
        <p:spPr>
          <a:xfrm>
            <a:off x="4153100" y="2259728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A7F05B64-BD94-1825-FA8A-FA15197FEA94}"/>
              </a:ext>
            </a:extLst>
          </p:cNvPr>
          <p:cNvSpPr/>
          <p:nvPr/>
        </p:nvSpPr>
        <p:spPr>
          <a:xfrm>
            <a:off x="4153100" y="268506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F1422437-761D-8CEE-0C4A-5ED5EDBB61F4}"/>
              </a:ext>
            </a:extLst>
          </p:cNvPr>
          <p:cNvSpPr/>
          <p:nvPr/>
        </p:nvSpPr>
        <p:spPr>
          <a:xfrm>
            <a:off x="5043796" y="14090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348E9BFD-5C29-B7BD-B955-0940737D8EB6}"/>
              </a:ext>
            </a:extLst>
          </p:cNvPr>
          <p:cNvSpPr/>
          <p:nvPr/>
        </p:nvSpPr>
        <p:spPr>
          <a:xfrm>
            <a:off x="5043796" y="18343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582D8747-2C2D-485B-5992-F56D1CCC5670}"/>
              </a:ext>
            </a:extLst>
          </p:cNvPr>
          <p:cNvSpPr/>
          <p:nvPr/>
        </p:nvSpPr>
        <p:spPr>
          <a:xfrm>
            <a:off x="5043796" y="2259728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288AE3C1-21E2-54BB-6F72-8BE0D8292AB6}"/>
              </a:ext>
            </a:extLst>
          </p:cNvPr>
          <p:cNvSpPr/>
          <p:nvPr/>
        </p:nvSpPr>
        <p:spPr>
          <a:xfrm>
            <a:off x="5043796" y="268506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6371145E-A43A-D528-E108-1621BB259DB5}"/>
              </a:ext>
            </a:extLst>
          </p:cNvPr>
          <p:cNvSpPr/>
          <p:nvPr/>
        </p:nvSpPr>
        <p:spPr>
          <a:xfrm>
            <a:off x="5917459" y="14090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9CB1AFAA-85E3-F67A-7679-B0EA104DF8ED}"/>
              </a:ext>
            </a:extLst>
          </p:cNvPr>
          <p:cNvSpPr/>
          <p:nvPr/>
        </p:nvSpPr>
        <p:spPr>
          <a:xfrm>
            <a:off x="8127058" y="2259728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78ECE16C-67EE-3B7C-2EF5-AEBD717AF5E6}"/>
              </a:ext>
            </a:extLst>
          </p:cNvPr>
          <p:cNvSpPr/>
          <p:nvPr/>
        </p:nvSpPr>
        <p:spPr>
          <a:xfrm>
            <a:off x="8127058" y="268506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9493CA81-5DFD-2304-9D6E-0B7BDF3EEBAE}"/>
              </a:ext>
            </a:extLst>
          </p:cNvPr>
          <p:cNvSpPr txBox="1">
            <a:spLocks/>
          </p:cNvSpPr>
          <p:nvPr/>
        </p:nvSpPr>
        <p:spPr>
          <a:xfrm>
            <a:off x="6571932" y="234327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570C831A-199E-DB02-B4A2-2227BF5FEDA0}"/>
              </a:ext>
            </a:extLst>
          </p:cNvPr>
          <p:cNvGrpSpPr/>
          <p:nvPr/>
        </p:nvGrpSpPr>
        <p:grpSpPr>
          <a:xfrm>
            <a:off x="5526599" y="1372274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5AFA9ED6-9B9A-873C-4852-A9AB3AB7845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225155CD-B2B1-6E16-4F27-373715C0F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B066DD86-B207-E034-7194-F3CE2C1A9181}"/>
              </a:ext>
            </a:extLst>
          </p:cNvPr>
          <p:cNvGrpSpPr/>
          <p:nvPr/>
        </p:nvGrpSpPr>
        <p:grpSpPr>
          <a:xfrm>
            <a:off x="6376542" y="1372274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DDAAFC06-0175-EC3A-387E-45B98857492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680C08BB-0049-4541-7C70-FDA2BB15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22FED39A-0B7A-81C6-88EB-697D9E0F4902}"/>
              </a:ext>
            </a:extLst>
          </p:cNvPr>
          <p:cNvGrpSpPr/>
          <p:nvPr/>
        </p:nvGrpSpPr>
        <p:grpSpPr>
          <a:xfrm>
            <a:off x="4619006" y="1809376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0E10D7D7-A6F0-F774-C791-F752F54B550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8EBC2C7C-345D-2BF3-5859-6EF635D32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DBB35E0A-D54C-8C17-2F08-96DBFE0EA386}"/>
              </a:ext>
            </a:extLst>
          </p:cNvPr>
          <p:cNvGrpSpPr/>
          <p:nvPr/>
        </p:nvGrpSpPr>
        <p:grpSpPr>
          <a:xfrm>
            <a:off x="5538212" y="1812369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E05624BD-3DDF-198B-9A5B-E91011CDE1B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C4D75AD9-CA0D-8C33-46E1-D16DB7B03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73559EA-30F2-3C65-595F-6256712AE664}"/>
              </a:ext>
            </a:extLst>
          </p:cNvPr>
          <p:cNvGrpSpPr/>
          <p:nvPr/>
        </p:nvGrpSpPr>
        <p:grpSpPr>
          <a:xfrm>
            <a:off x="5549219" y="2223361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47CDDA2D-B615-F157-C11A-A07A58888A6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F5BA8810-0479-5DFB-E265-3F2C94CE2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59042BDB-3314-7F83-0432-8A1946585516}"/>
              </a:ext>
            </a:extLst>
          </p:cNvPr>
          <p:cNvGrpSpPr/>
          <p:nvPr/>
        </p:nvGrpSpPr>
        <p:grpSpPr>
          <a:xfrm>
            <a:off x="4639616" y="221751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D2C99011-61AD-BF40-ED12-B1B431448C9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C9A161A0-2DC1-7BD0-2E02-7A961DBA7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287328B2-5F6D-E548-347E-B072D498E10C}"/>
              </a:ext>
            </a:extLst>
          </p:cNvPr>
          <p:cNvGrpSpPr/>
          <p:nvPr/>
        </p:nvGrpSpPr>
        <p:grpSpPr>
          <a:xfrm>
            <a:off x="4642548" y="2649816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1643352C-516F-4EE6-B16C-E1CFA99C1F5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64BC7FF7-F0A6-9D6D-038D-3F70AF080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A738494F-F04B-176C-0A05-0775E429B2DD}"/>
              </a:ext>
            </a:extLst>
          </p:cNvPr>
          <p:cNvGrpSpPr/>
          <p:nvPr/>
        </p:nvGrpSpPr>
        <p:grpSpPr>
          <a:xfrm>
            <a:off x="5569379" y="266384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773AD7A4-655D-EE60-15D7-CD46DC33A81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AF831701-82DF-CEE4-AE26-627F8B97A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15791B7F-05B6-FE15-3EB9-40E569261690}"/>
              </a:ext>
            </a:extLst>
          </p:cNvPr>
          <p:cNvGrpSpPr/>
          <p:nvPr/>
        </p:nvGrpSpPr>
        <p:grpSpPr>
          <a:xfrm>
            <a:off x="8661826" y="268506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8D219D18-CDF9-CA3B-9A47-38E6D5A4DF4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069A4DA0-08E3-16D7-791F-ACF1E0A29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5F680516-5E07-5C35-6473-7160F006AD68}"/>
              </a:ext>
            </a:extLst>
          </p:cNvPr>
          <p:cNvGrpSpPr/>
          <p:nvPr/>
        </p:nvGrpSpPr>
        <p:grpSpPr>
          <a:xfrm>
            <a:off x="8651819" y="2258273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0D358915-035C-6323-9CA2-EAD9910AE4C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DC6BF965-96ED-2826-00A6-2AB4A6D30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42676C54-98E6-1767-455B-911604EE34BD}"/>
              </a:ext>
            </a:extLst>
          </p:cNvPr>
          <p:cNvGrpSpPr/>
          <p:nvPr/>
        </p:nvGrpSpPr>
        <p:grpSpPr>
          <a:xfrm>
            <a:off x="4592959" y="1377708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66EB64C0-AB8D-70D9-3789-FE3C0BFA6B2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07FD0724-069D-0018-EA67-82618F345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68" name="!!Ellipse 9">
            <a:extLst>
              <a:ext uri="{FF2B5EF4-FFF2-40B4-BE49-F238E27FC236}">
                <a16:creationId xmlns:a16="http://schemas.microsoft.com/office/drawing/2014/main" id="{FE115DD8-D94F-4C2E-6C01-963686287D5A}"/>
              </a:ext>
            </a:extLst>
          </p:cNvPr>
          <p:cNvSpPr/>
          <p:nvPr/>
        </p:nvSpPr>
        <p:spPr>
          <a:xfrm>
            <a:off x="1364640" y="355464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9" name="!!Ellipse 9">
            <a:extLst>
              <a:ext uri="{FF2B5EF4-FFF2-40B4-BE49-F238E27FC236}">
                <a16:creationId xmlns:a16="http://schemas.microsoft.com/office/drawing/2014/main" id="{010D37E8-B5AE-858F-527B-6A3EE74010AF}"/>
              </a:ext>
            </a:extLst>
          </p:cNvPr>
          <p:cNvSpPr/>
          <p:nvPr/>
        </p:nvSpPr>
        <p:spPr>
          <a:xfrm>
            <a:off x="1364640" y="424552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70" name="!!Ellipse 9">
            <a:extLst>
              <a:ext uri="{FF2B5EF4-FFF2-40B4-BE49-F238E27FC236}">
                <a16:creationId xmlns:a16="http://schemas.microsoft.com/office/drawing/2014/main" id="{97E7F941-434B-9069-7733-CCF8062E1BAF}"/>
              </a:ext>
            </a:extLst>
          </p:cNvPr>
          <p:cNvSpPr/>
          <p:nvPr/>
        </p:nvSpPr>
        <p:spPr>
          <a:xfrm>
            <a:off x="1364640" y="493640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1" name="!!Ellipse 9">
            <a:extLst>
              <a:ext uri="{FF2B5EF4-FFF2-40B4-BE49-F238E27FC236}">
                <a16:creationId xmlns:a16="http://schemas.microsoft.com/office/drawing/2014/main" id="{4CCF971B-21CB-D2EF-5F00-A31FD40B9359}"/>
              </a:ext>
            </a:extLst>
          </p:cNvPr>
          <p:cNvSpPr/>
          <p:nvPr/>
        </p:nvSpPr>
        <p:spPr>
          <a:xfrm>
            <a:off x="1413760" y="562728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2" name="!!Ellipse 9">
            <a:extLst>
              <a:ext uri="{FF2B5EF4-FFF2-40B4-BE49-F238E27FC236}">
                <a16:creationId xmlns:a16="http://schemas.microsoft.com/office/drawing/2014/main" id="{772A522C-EB5C-6164-E6A7-FCBC79828AEC}"/>
              </a:ext>
            </a:extLst>
          </p:cNvPr>
          <p:cNvSpPr/>
          <p:nvPr/>
        </p:nvSpPr>
        <p:spPr>
          <a:xfrm>
            <a:off x="2856890" y="355464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73" name="!!Ellipse 9">
            <a:extLst>
              <a:ext uri="{FF2B5EF4-FFF2-40B4-BE49-F238E27FC236}">
                <a16:creationId xmlns:a16="http://schemas.microsoft.com/office/drawing/2014/main" id="{97F2E1AB-B608-FFDE-C84B-026740F2D5D0}"/>
              </a:ext>
            </a:extLst>
          </p:cNvPr>
          <p:cNvSpPr/>
          <p:nvPr/>
        </p:nvSpPr>
        <p:spPr>
          <a:xfrm>
            <a:off x="2856890" y="424552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4" name="!!Ellipse 9">
            <a:extLst>
              <a:ext uri="{FF2B5EF4-FFF2-40B4-BE49-F238E27FC236}">
                <a16:creationId xmlns:a16="http://schemas.microsoft.com/office/drawing/2014/main" id="{DB07B609-8589-8882-3014-839C632912DF}"/>
              </a:ext>
            </a:extLst>
          </p:cNvPr>
          <p:cNvSpPr/>
          <p:nvPr/>
        </p:nvSpPr>
        <p:spPr>
          <a:xfrm>
            <a:off x="2856890" y="493640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75" name="!!Ellipse 9">
            <a:extLst>
              <a:ext uri="{FF2B5EF4-FFF2-40B4-BE49-F238E27FC236}">
                <a16:creationId xmlns:a16="http://schemas.microsoft.com/office/drawing/2014/main" id="{0EA5A0AF-34B9-64A0-9BE6-ABE404B254FF}"/>
              </a:ext>
            </a:extLst>
          </p:cNvPr>
          <p:cNvSpPr/>
          <p:nvPr/>
        </p:nvSpPr>
        <p:spPr>
          <a:xfrm>
            <a:off x="2906010" y="562728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76" name="!!Ellipse 9">
            <a:extLst>
              <a:ext uri="{FF2B5EF4-FFF2-40B4-BE49-F238E27FC236}">
                <a16:creationId xmlns:a16="http://schemas.microsoft.com/office/drawing/2014/main" id="{FC1E394E-09DA-8C86-A6C3-731ED57F5CD8}"/>
              </a:ext>
            </a:extLst>
          </p:cNvPr>
          <p:cNvSpPr/>
          <p:nvPr/>
        </p:nvSpPr>
        <p:spPr>
          <a:xfrm>
            <a:off x="4267107" y="355464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82" name="!!Ellipse 9">
            <a:extLst>
              <a:ext uri="{FF2B5EF4-FFF2-40B4-BE49-F238E27FC236}">
                <a16:creationId xmlns:a16="http://schemas.microsoft.com/office/drawing/2014/main" id="{1CAF7866-475D-7CCD-52B7-39F4BAFE0D60}"/>
              </a:ext>
            </a:extLst>
          </p:cNvPr>
          <p:cNvSpPr/>
          <p:nvPr/>
        </p:nvSpPr>
        <p:spPr>
          <a:xfrm>
            <a:off x="9518240" y="493640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3" name="!!Ellipse 9">
            <a:extLst>
              <a:ext uri="{FF2B5EF4-FFF2-40B4-BE49-F238E27FC236}">
                <a16:creationId xmlns:a16="http://schemas.microsoft.com/office/drawing/2014/main" id="{3613E4D9-D6C8-B821-D59F-45CD84C6BB59}"/>
              </a:ext>
            </a:extLst>
          </p:cNvPr>
          <p:cNvSpPr/>
          <p:nvPr/>
        </p:nvSpPr>
        <p:spPr>
          <a:xfrm>
            <a:off x="9567360" y="5627280"/>
            <a:ext cx="126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86" name="!!Ellipse 9">
            <a:extLst>
              <a:ext uri="{FF2B5EF4-FFF2-40B4-BE49-F238E27FC236}">
                <a16:creationId xmlns:a16="http://schemas.microsoft.com/office/drawing/2014/main" id="{74FF53D7-B157-70EC-60BA-D886CE79FA9F}"/>
              </a:ext>
            </a:extLst>
          </p:cNvPr>
          <p:cNvSpPr/>
          <p:nvPr/>
        </p:nvSpPr>
        <p:spPr>
          <a:xfrm>
            <a:off x="6917233" y="4936400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8" name="Titel 1">
            <a:extLst>
              <a:ext uri="{FF2B5EF4-FFF2-40B4-BE49-F238E27FC236}">
                <a16:creationId xmlns:a16="http://schemas.microsoft.com/office/drawing/2014/main" id="{96D01CA6-16EF-0AFE-08C4-D39E63FD71E8}"/>
              </a:ext>
            </a:extLst>
          </p:cNvPr>
          <p:cNvSpPr txBox="1">
            <a:spLocks/>
          </p:cNvSpPr>
          <p:nvPr/>
        </p:nvSpPr>
        <p:spPr>
          <a:xfrm>
            <a:off x="7123625" y="4390883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89" name="Titel 1">
            <a:extLst>
              <a:ext uri="{FF2B5EF4-FFF2-40B4-BE49-F238E27FC236}">
                <a16:creationId xmlns:a16="http://schemas.microsoft.com/office/drawing/2014/main" id="{AA4CE9E6-67D3-F0EB-D750-E607042642B3}"/>
              </a:ext>
            </a:extLst>
          </p:cNvPr>
          <p:cNvSpPr txBox="1">
            <a:spLocks/>
          </p:cNvSpPr>
          <p:nvPr/>
        </p:nvSpPr>
        <p:spPr>
          <a:xfrm>
            <a:off x="7260182" y="5808803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90" name="Titel 1">
            <a:extLst>
              <a:ext uri="{FF2B5EF4-FFF2-40B4-BE49-F238E27FC236}">
                <a16:creationId xmlns:a16="http://schemas.microsoft.com/office/drawing/2014/main" id="{02E834E5-443A-5E1D-A95A-BF251F4FBC81}"/>
              </a:ext>
            </a:extLst>
          </p:cNvPr>
          <p:cNvSpPr txBox="1">
            <a:spLocks/>
          </p:cNvSpPr>
          <p:nvPr/>
        </p:nvSpPr>
        <p:spPr>
          <a:xfrm>
            <a:off x="4554461" y="4224294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91" name="Titel 1">
            <a:extLst>
              <a:ext uri="{FF2B5EF4-FFF2-40B4-BE49-F238E27FC236}">
                <a16:creationId xmlns:a16="http://schemas.microsoft.com/office/drawing/2014/main" id="{E12AB7DD-DE95-C800-37CD-DFB22E09D058}"/>
              </a:ext>
            </a:extLst>
          </p:cNvPr>
          <p:cNvSpPr txBox="1">
            <a:spLocks/>
          </p:cNvSpPr>
          <p:nvPr/>
        </p:nvSpPr>
        <p:spPr>
          <a:xfrm>
            <a:off x="9644873" y="4427043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E106EE-F1E6-A30F-BC9B-A9A94A198733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5BBFD26F-05B3-D111-C88F-060DB5DE9F05}"/>
              </a:ext>
            </a:extLst>
          </p:cNvPr>
          <p:cNvGrpSpPr/>
          <p:nvPr/>
        </p:nvGrpSpPr>
        <p:grpSpPr>
          <a:xfrm>
            <a:off x="2283434" y="3453200"/>
            <a:ext cx="452172" cy="345155"/>
            <a:chOff x="217350" y="639497"/>
            <a:chExt cx="651600" cy="540000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81B29EE8-AD5A-B0DC-98FB-0EF8DE07137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8" name="Grafik 177">
              <a:extLst>
                <a:ext uri="{FF2B5EF4-FFF2-40B4-BE49-F238E27FC236}">
                  <a16:creationId xmlns:a16="http://schemas.microsoft.com/office/drawing/2014/main" id="{231D1106-4179-EB0F-334D-55AE3D92D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79" name="Gruppieren 178">
            <a:extLst>
              <a:ext uri="{FF2B5EF4-FFF2-40B4-BE49-F238E27FC236}">
                <a16:creationId xmlns:a16="http://schemas.microsoft.com/office/drawing/2014/main" id="{BDACE8C0-F012-14E9-FA5F-7EFFEB0446B7}"/>
              </a:ext>
            </a:extLst>
          </p:cNvPr>
          <p:cNvGrpSpPr/>
          <p:nvPr/>
        </p:nvGrpSpPr>
        <p:grpSpPr>
          <a:xfrm>
            <a:off x="2221588" y="4140193"/>
            <a:ext cx="452172" cy="345155"/>
            <a:chOff x="217350" y="639497"/>
            <a:chExt cx="651600" cy="540000"/>
          </a:xfrm>
        </p:grpSpPr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BF667453-B908-FDF1-5A59-ED070004B51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1" name="Grafik 180">
              <a:extLst>
                <a:ext uri="{FF2B5EF4-FFF2-40B4-BE49-F238E27FC236}">
                  <a16:creationId xmlns:a16="http://schemas.microsoft.com/office/drawing/2014/main" id="{51481B7C-A5F0-21EE-8A56-7645928D7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84" name="Gruppieren 183">
            <a:extLst>
              <a:ext uri="{FF2B5EF4-FFF2-40B4-BE49-F238E27FC236}">
                <a16:creationId xmlns:a16="http://schemas.microsoft.com/office/drawing/2014/main" id="{C1404FE7-3E64-5C9F-40AC-CD61CB2DEB4C}"/>
              </a:ext>
            </a:extLst>
          </p:cNvPr>
          <p:cNvGrpSpPr/>
          <p:nvPr/>
        </p:nvGrpSpPr>
        <p:grpSpPr>
          <a:xfrm>
            <a:off x="2283434" y="5552125"/>
            <a:ext cx="452172" cy="345155"/>
            <a:chOff x="217350" y="639497"/>
            <a:chExt cx="651600" cy="540000"/>
          </a:xfrm>
        </p:grpSpPr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B25D00AE-12EF-7C7E-9D37-5F8EDA97705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7" name="Grafik 186">
              <a:extLst>
                <a:ext uri="{FF2B5EF4-FFF2-40B4-BE49-F238E27FC236}">
                  <a16:creationId xmlns:a16="http://schemas.microsoft.com/office/drawing/2014/main" id="{DDA62E24-9472-6855-57CE-086E1CA40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2" name="Gruppieren 191">
            <a:extLst>
              <a:ext uri="{FF2B5EF4-FFF2-40B4-BE49-F238E27FC236}">
                <a16:creationId xmlns:a16="http://schemas.microsoft.com/office/drawing/2014/main" id="{689EF3D3-E64B-A9E8-7959-F25CC630EC92}"/>
              </a:ext>
            </a:extLst>
          </p:cNvPr>
          <p:cNvGrpSpPr/>
          <p:nvPr/>
        </p:nvGrpSpPr>
        <p:grpSpPr>
          <a:xfrm>
            <a:off x="5108898" y="3424986"/>
            <a:ext cx="452172" cy="345155"/>
            <a:chOff x="217350" y="639497"/>
            <a:chExt cx="651600" cy="540000"/>
          </a:xfrm>
        </p:grpSpPr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5BD2EF85-7A2E-A1CA-3487-0AC6BBB2DC8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94" name="Grafik 193">
              <a:extLst>
                <a:ext uri="{FF2B5EF4-FFF2-40B4-BE49-F238E27FC236}">
                  <a16:creationId xmlns:a16="http://schemas.microsoft.com/office/drawing/2014/main" id="{65194D85-DEAB-7229-28CE-217E7674B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5" name="Gruppieren 194">
            <a:extLst>
              <a:ext uri="{FF2B5EF4-FFF2-40B4-BE49-F238E27FC236}">
                <a16:creationId xmlns:a16="http://schemas.microsoft.com/office/drawing/2014/main" id="{D948F65B-B0A1-5AC2-03AE-B0C7D9B1F224}"/>
              </a:ext>
            </a:extLst>
          </p:cNvPr>
          <p:cNvGrpSpPr/>
          <p:nvPr/>
        </p:nvGrpSpPr>
        <p:grpSpPr>
          <a:xfrm>
            <a:off x="3675371" y="3437800"/>
            <a:ext cx="452172" cy="345155"/>
            <a:chOff x="217350" y="639497"/>
            <a:chExt cx="651600" cy="540000"/>
          </a:xfrm>
        </p:grpSpPr>
        <p:sp>
          <p:nvSpPr>
            <p:cNvPr id="196" name="Ellipse 195">
              <a:extLst>
                <a:ext uri="{FF2B5EF4-FFF2-40B4-BE49-F238E27FC236}">
                  <a16:creationId xmlns:a16="http://schemas.microsoft.com/office/drawing/2014/main" id="{5DFB5EDC-08D5-ED26-63A7-D6F4D7F5F5D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97" name="Grafik 196">
              <a:extLst>
                <a:ext uri="{FF2B5EF4-FFF2-40B4-BE49-F238E27FC236}">
                  <a16:creationId xmlns:a16="http://schemas.microsoft.com/office/drawing/2014/main" id="{D3EF117A-6B2B-1086-AE82-ADC029209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0A3A4FB0-804A-22A9-161D-32A88BF5B8C6}"/>
              </a:ext>
            </a:extLst>
          </p:cNvPr>
          <p:cNvGrpSpPr/>
          <p:nvPr/>
        </p:nvGrpSpPr>
        <p:grpSpPr>
          <a:xfrm>
            <a:off x="3713838" y="4169059"/>
            <a:ext cx="452172" cy="345155"/>
            <a:chOff x="217350" y="639497"/>
            <a:chExt cx="651600" cy="540000"/>
          </a:xfrm>
        </p:grpSpPr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E7F06078-1038-C14B-1CD8-D58F5F9383D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A75EF68B-483D-02CA-7424-0256F688B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9875E4F6-EA90-7937-A55E-D7A06ABB28A4}"/>
              </a:ext>
            </a:extLst>
          </p:cNvPr>
          <p:cNvGrpSpPr/>
          <p:nvPr/>
        </p:nvGrpSpPr>
        <p:grpSpPr>
          <a:xfrm>
            <a:off x="3715768" y="4855867"/>
            <a:ext cx="452172" cy="345155"/>
            <a:chOff x="217350" y="639497"/>
            <a:chExt cx="651600" cy="540000"/>
          </a:xfrm>
        </p:grpSpPr>
        <p:sp>
          <p:nvSpPr>
            <p:cNvPr id="202" name="Ellipse 201">
              <a:extLst>
                <a:ext uri="{FF2B5EF4-FFF2-40B4-BE49-F238E27FC236}">
                  <a16:creationId xmlns:a16="http://schemas.microsoft.com/office/drawing/2014/main" id="{AFB4D913-BDBC-EC15-9B87-9215E913A73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3" name="Grafik 202">
              <a:extLst>
                <a:ext uri="{FF2B5EF4-FFF2-40B4-BE49-F238E27FC236}">
                  <a16:creationId xmlns:a16="http://schemas.microsoft.com/office/drawing/2014/main" id="{71775B6E-B8FC-F33C-5DD7-DD9388A06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50E1303A-25C1-B405-3FDF-A6D280961AF7}"/>
              </a:ext>
            </a:extLst>
          </p:cNvPr>
          <p:cNvGrpSpPr/>
          <p:nvPr/>
        </p:nvGrpSpPr>
        <p:grpSpPr>
          <a:xfrm>
            <a:off x="3792227" y="5552125"/>
            <a:ext cx="452172" cy="345155"/>
            <a:chOff x="217350" y="639497"/>
            <a:chExt cx="651600" cy="540000"/>
          </a:xfrm>
        </p:grpSpPr>
        <p:sp>
          <p:nvSpPr>
            <p:cNvPr id="205" name="Ellipse 204">
              <a:extLst>
                <a:ext uri="{FF2B5EF4-FFF2-40B4-BE49-F238E27FC236}">
                  <a16:creationId xmlns:a16="http://schemas.microsoft.com/office/drawing/2014/main" id="{51C4AECB-2654-C5A0-7959-56DDB32464B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6" name="Grafik 205">
              <a:extLst>
                <a:ext uri="{FF2B5EF4-FFF2-40B4-BE49-F238E27FC236}">
                  <a16:creationId xmlns:a16="http://schemas.microsoft.com/office/drawing/2014/main" id="{B554E8B6-884C-BF99-894A-B74A29E65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75FD1CBA-F465-7F76-FA89-4B4819047959}"/>
              </a:ext>
            </a:extLst>
          </p:cNvPr>
          <p:cNvGrpSpPr/>
          <p:nvPr/>
        </p:nvGrpSpPr>
        <p:grpSpPr>
          <a:xfrm>
            <a:off x="10415319" y="5552125"/>
            <a:ext cx="452172" cy="345155"/>
            <a:chOff x="217350" y="639497"/>
            <a:chExt cx="651600" cy="540000"/>
          </a:xfrm>
        </p:grpSpPr>
        <p:sp>
          <p:nvSpPr>
            <p:cNvPr id="208" name="Ellipse 207">
              <a:extLst>
                <a:ext uri="{FF2B5EF4-FFF2-40B4-BE49-F238E27FC236}">
                  <a16:creationId xmlns:a16="http://schemas.microsoft.com/office/drawing/2014/main" id="{9034013C-7DFC-DC5B-7184-C16A16BEA5B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9" name="Grafik 208">
              <a:extLst>
                <a:ext uri="{FF2B5EF4-FFF2-40B4-BE49-F238E27FC236}">
                  <a16:creationId xmlns:a16="http://schemas.microsoft.com/office/drawing/2014/main" id="{7328C974-3463-3CF2-72A1-A316F40DB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10" name="Gruppieren 209">
            <a:extLst>
              <a:ext uri="{FF2B5EF4-FFF2-40B4-BE49-F238E27FC236}">
                <a16:creationId xmlns:a16="http://schemas.microsoft.com/office/drawing/2014/main" id="{E3AE2AC3-4E77-C5BD-A103-BE6F4AC90B74}"/>
              </a:ext>
            </a:extLst>
          </p:cNvPr>
          <p:cNvGrpSpPr/>
          <p:nvPr/>
        </p:nvGrpSpPr>
        <p:grpSpPr>
          <a:xfrm>
            <a:off x="10375188" y="4861245"/>
            <a:ext cx="452172" cy="345155"/>
            <a:chOff x="217350" y="639497"/>
            <a:chExt cx="651600" cy="540000"/>
          </a:xfrm>
        </p:grpSpPr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56B6BA0F-26F3-72C4-E99D-87BF9154FB7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2" name="Grafik 211">
              <a:extLst>
                <a:ext uri="{FF2B5EF4-FFF2-40B4-BE49-F238E27FC236}">
                  <a16:creationId xmlns:a16="http://schemas.microsoft.com/office/drawing/2014/main" id="{B1BCA0E3-9DBF-7AE0-B841-D4DC06C04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13" name="Gruppieren 212">
            <a:extLst>
              <a:ext uri="{FF2B5EF4-FFF2-40B4-BE49-F238E27FC236}">
                <a16:creationId xmlns:a16="http://schemas.microsoft.com/office/drawing/2014/main" id="{FBDF10B2-9A5A-CB80-0DCA-CC9BE5E8E62C}"/>
              </a:ext>
            </a:extLst>
          </p:cNvPr>
          <p:cNvGrpSpPr/>
          <p:nvPr/>
        </p:nvGrpSpPr>
        <p:grpSpPr>
          <a:xfrm>
            <a:off x="2283434" y="4861245"/>
            <a:ext cx="452172" cy="345155"/>
            <a:chOff x="217350" y="639497"/>
            <a:chExt cx="651600" cy="540000"/>
          </a:xfrm>
        </p:grpSpPr>
        <p:sp>
          <p:nvSpPr>
            <p:cNvPr id="214" name="Ellipse 213">
              <a:extLst>
                <a:ext uri="{FF2B5EF4-FFF2-40B4-BE49-F238E27FC236}">
                  <a16:creationId xmlns:a16="http://schemas.microsoft.com/office/drawing/2014/main" id="{7A633C77-C975-51F0-00B0-71B91D5338A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5" name="Grafik 214">
              <a:extLst>
                <a:ext uri="{FF2B5EF4-FFF2-40B4-BE49-F238E27FC236}">
                  <a16:creationId xmlns:a16="http://schemas.microsoft.com/office/drawing/2014/main" id="{43F4DCEB-9E2D-85F0-9B96-6983667EB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16" name="Gruppieren 215">
            <a:extLst>
              <a:ext uri="{FF2B5EF4-FFF2-40B4-BE49-F238E27FC236}">
                <a16:creationId xmlns:a16="http://schemas.microsoft.com/office/drawing/2014/main" id="{D13CD2FC-C8F6-6A43-489B-B1C5D7554351}"/>
              </a:ext>
            </a:extLst>
          </p:cNvPr>
          <p:cNvGrpSpPr/>
          <p:nvPr/>
        </p:nvGrpSpPr>
        <p:grpSpPr>
          <a:xfrm>
            <a:off x="7888346" y="4849119"/>
            <a:ext cx="345600" cy="345600"/>
            <a:chOff x="1048950" y="618723"/>
            <a:chExt cx="540000" cy="540000"/>
          </a:xfrm>
        </p:grpSpPr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76B7B973-B4CC-8496-EBC2-F5236B20D26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8" name="Grafik 217">
              <a:extLst>
                <a:ext uri="{FF2B5EF4-FFF2-40B4-BE49-F238E27FC236}">
                  <a16:creationId xmlns:a16="http://schemas.microsoft.com/office/drawing/2014/main" id="{84E93970-C585-2FED-5134-DB8BE67E4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1976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C3D2-985A-BEFE-1A7D-D100CDA3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3CD3E262-35D0-27BE-D420-62A3FB3B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D7BFA4AD-4442-0767-6A9B-1B327C0C19CB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2D6CA570-8E69-6055-8667-4DDC64DAAA62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2F2F45D9-8ED3-8A7A-ABE2-CE2AEBD36391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237CDA08-3C1E-0D3F-DE71-D2C28A8DA475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E4AEE61A-69A5-20F8-99DF-9D1291DAF65E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C5A476C1-523A-932B-DC76-1E0C3A58585B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3101802D-5DEF-ACBF-C4E7-4F40CBBDCE8F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71289597-189A-B1EE-B9A3-BF133D0745CD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F11BF92A-8214-1AF3-354F-48E7A4DA58B3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A9E9E26A-2DF5-DDAC-488C-9C2A4F7BE244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4B13D04D-9814-F49B-CD9C-8CDE3C799560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682FA012-19CA-5E53-8112-6B3B0E176734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9496D45D-BE22-8A83-47FC-AFD089FEF8F8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B8C0BBFF-B91A-064B-18D2-CAB5D73FADB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09996192-2939-ACC9-D175-B3636351F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8AF962C3-0647-7014-BF97-D0C489FD66F7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DFDFDF4E-0EE0-DDF2-8DBA-5AADB3FCC74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2BD615E1-D3A8-6AB6-7E99-3645B771E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1C6890F4-0297-9A26-8CA0-343DEAF9923F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D2F2FD51-CE49-4E78-3443-945F5C80E51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9E22B1FB-D1F9-08AB-3AE1-702D6247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667EC605-334A-E7AB-B542-2A2E8B2C845C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16F255A2-AA2B-76DB-1350-BD2777FAD37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F0DB3EE2-40D9-4C2E-3A9A-39A8C4991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07DDF1DF-D8FE-DB63-83EE-76A2DE071982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B3D390EB-4ED9-25A5-C3CE-DB235E91AB2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24E95AA6-ECF1-9EE2-7D50-229FFA79D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58B31282-F4B4-1E24-8038-065F608ABB1D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42912EC3-4639-62FF-8790-01DFFBF400B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ABD01AA0-89E7-03E9-2EF7-61EBCE19D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5B130ADA-06E5-C4DD-AB8C-9E0932266D16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0C60DC57-CF91-49B7-9231-082A251C12C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F4CDC420-0227-0744-AC67-4F1396826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B25FDDE6-DB9E-C133-34B9-9C66F3C7E12D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F22F7418-6A43-DC8F-8AEE-067E9B9201C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44FFCC44-2A98-50DA-E9A4-A49425B36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91FE4B3B-A9CD-303D-D7E9-7668D41289E3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0BEA5C54-B9FA-1A91-2DCF-501D87DCA50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AD965732-7FD6-3528-0D75-CF1F2749F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D559711D-2704-5219-1AFD-288549292CFB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D92066A2-FC82-78C9-7BFC-E20AD258213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86908E97-815B-FA37-15C8-011F4B934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BF6AC789-9FE6-A39F-9998-A0D815CAF2EE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91FD2BF7-CAE1-17FF-5EB5-D601942EA27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EE3A74FD-E16D-4C28-411D-381E3D476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B08B401B-9982-BFD4-F69F-FC7C89A536A3}"/>
              </a:ext>
            </a:extLst>
          </p:cNvPr>
          <p:cNvGrpSpPr>
            <a:grpSpLocks noChangeAspect="1"/>
          </p:cNvGrpSpPr>
          <p:nvPr/>
        </p:nvGrpSpPr>
        <p:grpSpPr>
          <a:xfrm>
            <a:off x="3072753" y="1306786"/>
            <a:ext cx="6086626" cy="1756454"/>
            <a:chOff x="1364640" y="1179626"/>
            <a:chExt cx="9502851" cy="2742294"/>
          </a:xfrm>
        </p:grpSpPr>
        <p:sp>
          <p:nvSpPr>
            <p:cNvPr id="168" name="!!Ellipse 9">
              <a:extLst>
                <a:ext uri="{FF2B5EF4-FFF2-40B4-BE49-F238E27FC236}">
                  <a16:creationId xmlns:a16="http://schemas.microsoft.com/office/drawing/2014/main" id="{30754D43-5196-7754-D0DC-39920456108B}"/>
                </a:ext>
              </a:extLst>
            </p:cNvPr>
            <p:cNvSpPr/>
            <p:nvPr/>
          </p:nvSpPr>
          <p:spPr>
            <a:xfrm>
              <a:off x="1364640" y="130928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9" name="!!Ellipse 9">
              <a:extLst>
                <a:ext uri="{FF2B5EF4-FFF2-40B4-BE49-F238E27FC236}">
                  <a16:creationId xmlns:a16="http://schemas.microsoft.com/office/drawing/2014/main" id="{D1B2DA3D-A11A-9365-B051-E9991BE6D663}"/>
                </a:ext>
              </a:extLst>
            </p:cNvPr>
            <p:cNvSpPr/>
            <p:nvPr/>
          </p:nvSpPr>
          <p:spPr>
            <a:xfrm>
              <a:off x="1364640" y="200016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0" name="!!Ellipse 9">
              <a:extLst>
                <a:ext uri="{FF2B5EF4-FFF2-40B4-BE49-F238E27FC236}">
                  <a16:creationId xmlns:a16="http://schemas.microsoft.com/office/drawing/2014/main" id="{A3F37471-383F-331F-BFC3-0804B4E3C84F}"/>
                </a:ext>
              </a:extLst>
            </p:cNvPr>
            <p:cNvSpPr/>
            <p:nvPr/>
          </p:nvSpPr>
          <p:spPr>
            <a:xfrm>
              <a:off x="1364640" y="269104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1" name="!!Ellipse 9">
              <a:extLst>
                <a:ext uri="{FF2B5EF4-FFF2-40B4-BE49-F238E27FC236}">
                  <a16:creationId xmlns:a16="http://schemas.microsoft.com/office/drawing/2014/main" id="{EDAD864F-B034-5EA8-FEF0-EADA1C77A0A4}"/>
                </a:ext>
              </a:extLst>
            </p:cNvPr>
            <p:cNvSpPr/>
            <p:nvPr/>
          </p:nvSpPr>
          <p:spPr>
            <a:xfrm>
              <a:off x="1413760" y="338192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2" name="!!Ellipse 9">
              <a:extLst>
                <a:ext uri="{FF2B5EF4-FFF2-40B4-BE49-F238E27FC236}">
                  <a16:creationId xmlns:a16="http://schemas.microsoft.com/office/drawing/2014/main" id="{2F5FE083-4C96-2CB2-7DF2-451C7CA39213}"/>
                </a:ext>
              </a:extLst>
            </p:cNvPr>
            <p:cNvSpPr/>
            <p:nvPr/>
          </p:nvSpPr>
          <p:spPr>
            <a:xfrm>
              <a:off x="2856890" y="130928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3" name="!!Ellipse 9">
              <a:extLst>
                <a:ext uri="{FF2B5EF4-FFF2-40B4-BE49-F238E27FC236}">
                  <a16:creationId xmlns:a16="http://schemas.microsoft.com/office/drawing/2014/main" id="{D175CB4F-2084-C3B7-4B41-02E88A0F4731}"/>
                </a:ext>
              </a:extLst>
            </p:cNvPr>
            <p:cNvSpPr/>
            <p:nvPr/>
          </p:nvSpPr>
          <p:spPr>
            <a:xfrm>
              <a:off x="2856890" y="200016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4" name="!!Ellipse 9">
              <a:extLst>
                <a:ext uri="{FF2B5EF4-FFF2-40B4-BE49-F238E27FC236}">
                  <a16:creationId xmlns:a16="http://schemas.microsoft.com/office/drawing/2014/main" id="{741EB853-F3F7-7755-B803-AA8460ABD7AF}"/>
                </a:ext>
              </a:extLst>
            </p:cNvPr>
            <p:cNvSpPr/>
            <p:nvPr/>
          </p:nvSpPr>
          <p:spPr>
            <a:xfrm>
              <a:off x="2856890" y="269104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5" name="!!Ellipse 9">
              <a:extLst>
                <a:ext uri="{FF2B5EF4-FFF2-40B4-BE49-F238E27FC236}">
                  <a16:creationId xmlns:a16="http://schemas.microsoft.com/office/drawing/2014/main" id="{91991865-5156-E2AB-8CF0-34494A78248B}"/>
                </a:ext>
              </a:extLst>
            </p:cNvPr>
            <p:cNvSpPr/>
            <p:nvPr/>
          </p:nvSpPr>
          <p:spPr>
            <a:xfrm>
              <a:off x="2906010" y="338192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6" name="!!Ellipse 9">
              <a:extLst>
                <a:ext uri="{FF2B5EF4-FFF2-40B4-BE49-F238E27FC236}">
                  <a16:creationId xmlns:a16="http://schemas.microsoft.com/office/drawing/2014/main" id="{2EC51065-3087-E4D0-F2FB-5FF9CF15710A}"/>
                </a:ext>
              </a:extLst>
            </p:cNvPr>
            <p:cNvSpPr/>
            <p:nvPr/>
          </p:nvSpPr>
          <p:spPr>
            <a:xfrm>
              <a:off x="4267107" y="130928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2" name="!!Ellipse 9">
              <a:extLst>
                <a:ext uri="{FF2B5EF4-FFF2-40B4-BE49-F238E27FC236}">
                  <a16:creationId xmlns:a16="http://schemas.microsoft.com/office/drawing/2014/main" id="{F5AB1963-107A-0179-B1AE-09CF3BFA7C7C}"/>
                </a:ext>
              </a:extLst>
            </p:cNvPr>
            <p:cNvSpPr/>
            <p:nvPr/>
          </p:nvSpPr>
          <p:spPr>
            <a:xfrm>
              <a:off x="9518240" y="269104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3" name="!!Ellipse 9">
              <a:extLst>
                <a:ext uri="{FF2B5EF4-FFF2-40B4-BE49-F238E27FC236}">
                  <a16:creationId xmlns:a16="http://schemas.microsoft.com/office/drawing/2014/main" id="{34FD6E3E-E78A-4116-634D-B7D5741E81E8}"/>
                </a:ext>
              </a:extLst>
            </p:cNvPr>
            <p:cNvSpPr/>
            <p:nvPr/>
          </p:nvSpPr>
          <p:spPr>
            <a:xfrm>
              <a:off x="9567360" y="338192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6" name="!!Ellipse 9">
              <a:extLst>
                <a:ext uri="{FF2B5EF4-FFF2-40B4-BE49-F238E27FC236}">
                  <a16:creationId xmlns:a16="http://schemas.microsoft.com/office/drawing/2014/main" id="{6C192D25-1195-419F-6CA2-4006B05CDFA6}"/>
                </a:ext>
              </a:extLst>
            </p:cNvPr>
            <p:cNvSpPr/>
            <p:nvPr/>
          </p:nvSpPr>
          <p:spPr>
            <a:xfrm>
              <a:off x="6917233" y="2691040"/>
              <a:ext cx="126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8" name="Titel 1">
              <a:extLst>
                <a:ext uri="{FF2B5EF4-FFF2-40B4-BE49-F238E27FC236}">
                  <a16:creationId xmlns:a16="http://schemas.microsoft.com/office/drawing/2014/main" id="{2BDC5337-211A-6E89-8602-AE1B866AA3E9}"/>
                </a:ext>
              </a:extLst>
            </p:cNvPr>
            <p:cNvSpPr txBox="1">
              <a:spLocks/>
            </p:cNvSpPr>
            <p:nvPr/>
          </p:nvSpPr>
          <p:spPr>
            <a:xfrm>
              <a:off x="7123625" y="2145523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89" name="Titel 1">
              <a:extLst>
                <a:ext uri="{FF2B5EF4-FFF2-40B4-BE49-F238E27FC236}">
                  <a16:creationId xmlns:a16="http://schemas.microsoft.com/office/drawing/2014/main" id="{22BDA5C0-3653-6A64-7755-B8F3D8E16143}"/>
                </a:ext>
              </a:extLst>
            </p:cNvPr>
            <p:cNvSpPr txBox="1">
              <a:spLocks/>
            </p:cNvSpPr>
            <p:nvPr/>
          </p:nvSpPr>
          <p:spPr>
            <a:xfrm>
              <a:off x="7260182" y="3563443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90" name="Titel 1">
              <a:extLst>
                <a:ext uri="{FF2B5EF4-FFF2-40B4-BE49-F238E27FC236}">
                  <a16:creationId xmlns:a16="http://schemas.microsoft.com/office/drawing/2014/main" id="{584F0330-6DCC-453B-E761-ADDCB20C262A}"/>
                </a:ext>
              </a:extLst>
            </p:cNvPr>
            <p:cNvSpPr txBox="1">
              <a:spLocks/>
            </p:cNvSpPr>
            <p:nvPr/>
          </p:nvSpPr>
          <p:spPr>
            <a:xfrm>
              <a:off x="4554461" y="1978934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91" name="Titel 1">
              <a:extLst>
                <a:ext uri="{FF2B5EF4-FFF2-40B4-BE49-F238E27FC236}">
                  <a16:creationId xmlns:a16="http://schemas.microsoft.com/office/drawing/2014/main" id="{90CFF068-7E67-392F-72D8-9C296F4707FA}"/>
                </a:ext>
              </a:extLst>
            </p:cNvPr>
            <p:cNvSpPr txBox="1">
              <a:spLocks/>
            </p:cNvSpPr>
            <p:nvPr/>
          </p:nvSpPr>
          <p:spPr>
            <a:xfrm>
              <a:off x="9644873" y="2181683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167" name="Gruppieren 166">
              <a:extLst>
                <a:ext uri="{FF2B5EF4-FFF2-40B4-BE49-F238E27FC236}">
                  <a16:creationId xmlns:a16="http://schemas.microsoft.com/office/drawing/2014/main" id="{7BAC1840-9A27-9658-5276-7C62AAECF8A8}"/>
                </a:ext>
              </a:extLst>
            </p:cNvPr>
            <p:cNvGrpSpPr/>
            <p:nvPr/>
          </p:nvGrpSpPr>
          <p:grpSpPr>
            <a:xfrm>
              <a:off x="2283434" y="1207840"/>
              <a:ext cx="452172" cy="345155"/>
              <a:chOff x="217350" y="639497"/>
              <a:chExt cx="651600" cy="540000"/>
            </a:xfrm>
          </p:grpSpPr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2D3C3CD5-973D-F401-B407-E26F11F132BD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78" name="Grafik 177">
                <a:extLst>
                  <a:ext uri="{FF2B5EF4-FFF2-40B4-BE49-F238E27FC236}">
                    <a16:creationId xmlns:a16="http://schemas.microsoft.com/office/drawing/2014/main" id="{D6E4358E-872D-93D8-2DA9-B33276DE2A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79" name="Gruppieren 178">
              <a:extLst>
                <a:ext uri="{FF2B5EF4-FFF2-40B4-BE49-F238E27FC236}">
                  <a16:creationId xmlns:a16="http://schemas.microsoft.com/office/drawing/2014/main" id="{D9DD0724-2B0F-F6D8-D6F9-0009D1B09CC1}"/>
                </a:ext>
              </a:extLst>
            </p:cNvPr>
            <p:cNvGrpSpPr/>
            <p:nvPr/>
          </p:nvGrpSpPr>
          <p:grpSpPr>
            <a:xfrm>
              <a:off x="2221588" y="1894833"/>
              <a:ext cx="452172" cy="345155"/>
              <a:chOff x="217350" y="639497"/>
              <a:chExt cx="651600" cy="540000"/>
            </a:xfrm>
          </p:grpSpPr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6C229EC8-9D6D-3427-A1EA-D633FBAD251C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81" name="Grafik 180">
                <a:extLst>
                  <a:ext uri="{FF2B5EF4-FFF2-40B4-BE49-F238E27FC236}">
                    <a16:creationId xmlns:a16="http://schemas.microsoft.com/office/drawing/2014/main" id="{008C459B-ED9E-12E9-13FB-8E73261E3E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84" name="Gruppieren 183">
              <a:extLst>
                <a:ext uri="{FF2B5EF4-FFF2-40B4-BE49-F238E27FC236}">
                  <a16:creationId xmlns:a16="http://schemas.microsoft.com/office/drawing/2014/main" id="{03AEFC17-685E-F932-ABB6-33D75AE9A86C}"/>
                </a:ext>
              </a:extLst>
            </p:cNvPr>
            <p:cNvGrpSpPr/>
            <p:nvPr/>
          </p:nvGrpSpPr>
          <p:grpSpPr>
            <a:xfrm>
              <a:off x="2283434" y="3306765"/>
              <a:ext cx="452172" cy="345155"/>
              <a:chOff x="217350" y="639497"/>
              <a:chExt cx="651600" cy="540000"/>
            </a:xfrm>
          </p:grpSpPr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623CBF81-AB6A-EF41-D8F0-786E3EE88119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87" name="Grafik 186">
                <a:extLst>
                  <a:ext uri="{FF2B5EF4-FFF2-40B4-BE49-F238E27FC236}">
                    <a16:creationId xmlns:a16="http://schemas.microsoft.com/office/drawing/2014/main" id="{20D34303-08A7-DD93-2E2F-7A788F43A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92" name="Gruppieren 191">
              <a:extLst>
                <a:ext uri="{FF2B5EF4-FFF2-40B4-BE49-F238E27FC236}">
                  <a16:creationId xmlns:a16="http://schemas.microsoft.com/office/drawing/2014/main" id="{E43CC5C2-20D5-A09F-6BFE-5F0D50E935EB}"/>
                </a:ext>
              </a:extLst>
            </p:cNvPr>
            <p:cNvGrpSpPr/>
            <p:nvPr/>
          </p:nvGrpSpPr>
          <p:grpSpPr>
            <a:xfrm>
              <a:off x="5108898" y="1179626"/>
              <a:ext cx="452172" cy="345155"/>
              <a:chOff x="217350" y="639497"/>
              <a:chExt cx="651600" cy="540000"/>
            </a:xfrm>
          </p:grpSpPr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3056DD2D-7D43-5EB7-0EF4-933C6A862DDF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94" name="Grafik 193">
                <a:extLst>
                  <a:ext uri="{FF2B5EF4-FFF2-40B4-BE49-F238E27FC236}">
                    <a16:creationId xmlns:a16="http://schemas.microsoft.com/office/drawing/2014/main" id="{79EA4034-6017-C2CF-A90B-6F500E7631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95" name="Gruppieren 194">
              <a:extLst>
                <a:ext uri="{FF2B5EF4-FFF2-40B4-BE49-F238E27FC236}">
                  <a16:creationId xmlns:a16="http://schemas.microsoft.com/office/drawing/2014/main" id="{61960703-2AD7-ACA4-1EBC-D3369C17CFEB}"/>
                </a:ext>
              </a:extLst>
            </p:cNvPr>
            <p:cNvGrpSpPr/>
            <p:nvPr/>
          </p:nvGrpSpPr>
          <p:grpSpPr>
            <a:xfrm>
              <a:off x="3675371" y="1192440"/>
              <a:ext cx="452172" cy="345155"/>
              <a:chOff x="217350" y="639497"/>
              <a:chExt cx="651600" cy="540000"/>
            </a:xfrm>
          </p:grpSpPr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B993DBCA-DD77-E94D-E081-320946B706C5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97" name="Grafik 196">
                <a:extLst>
                  <a:ext uri="{FF2B5EF4-FFF2-40B4-BE49-F238E27FC236}">
                    <a16:creationId xmlns:a16="http://schemas.microsoft.com/office/drawing/2014/main" id="{49B1CAEC-F520-9306-5994-2C1542BAB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2FE82D6A-4684-39DD-632E-99B655B2A95F}"/>
                </a:ext>
              </a:extLst>
            </p:cNvPr>
            <p:cNvGrpSpPr/>
            <p:nvPr/>
          </p:nvGrpSpPr>
          <p:grpSpPr>
            <a:xfrm>
              <a:off x="3713838" y="1923699"/>
              <a:ext cx="452172" cy="345155"/>
              <a:chOff x="217350" y="639497"/>
              <a:chExt cx="651600" cy="540000"/>
            </a:xfrm>
          </p:grpSpPr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8BF02894-011A-AD16-7AF9-B640D9860ECE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0" name="Grafik 199">
                <a:extLst>
                  <a:ext uri="{FF2B5EF4-FFF2-40B4-BE49-F238E27FC236}">
                    <a16:creationId xmlns:a16="http://schemas.microsoft.com/office/drawing/2014/main" id="{4E2EA833-6504-3F38-29B9-528C77D3D8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01" name="Gruppieren 200">
              <a:extLst>
                <a:ext uri="{FF2B5EF4-FFF2-40B4-BE49-F238E27FC236}">
                  <a16:creationId xmlns:a16="http://schemas.microsoft.com/office/drawing/2014/main" id="{4D5B2204-AA46-4878-5CC9-A070B4127D17}"/>
                </a:ext>
              </a:extLst>
            </p:cNvPr>
            <p:cNvGrpSpPr/>
            <p:nvPr/>
          </p:nvGrpSpPr>
          <p:grpSpPr>
            <a:xfrm>
              <a:off x="3715768" y="2610507"/>
              <a:ext cx="452172" cy="345155"/>
              <a:chOff x="217350" y="639497"/>
              <a:chExt cx="651600" cy="540000"/>
            </a:xfrm>
          </p:grpSpPr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C0CF1583-DEFA-B13B-1496-A32FDDE6C562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3" name="Grafik 202">
                <a:extLst>
                  <a:ext uri="{FF2B5EF4-FFF2-40B4-BE49-F238E27FC236}">
                    <a16:creationId xmlns:a16="http://schemas.microsoft.com/office/drawing/2014/main" id="{A0E9A28C-24E9-FB21-68DC-256CE7263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04" name="Gruppieren 203">
              <a:extLst>
                <a:ext uri="{FF2B5EF4-FFF2-40B4-BE49-F238E27FC236}">
                  <a16:creationId xmlns:a16="http://schemas.microsoft.com/office/drawing/2014/main" id="{A082BC5A-EA65-2A4B-856A-364C366D8425}"/>
                </a:ext>
              </a:extLst>
            </p:cNvPr>
            <p:cNvGrpSpPr/>
            <p:nvPr/>
          </p:nvGrpSpPr>
          <p:grpSpPr>
            <a:xfrm>
              <a:off x="3792227" y="3306765"/>
              <a:ext cx="452172" cy="345155"/>
              <a:chOff x="217350" y="639497"/>
              <a:chExt cx="651600" cy="540000"/>
            </a:xfrm>
          </p:grpSpPr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CB6FB42E-6632-36DA-B15C-C143CEB0D883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6" name="Grafik 205">
                <a:extLst>
                  <a:ext uri="{FF2B5EF4-FFF2-40B4-BE49-F238E27FC236}">
                    <a16:creationId xmlns:a16="http://schemas.microsoft.com/office/drawing/2014/main" id="{BDC68E49-06D1-A7CC-AFAC-67ABF8F65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6B14553B-EAA1-31B5-2A84-927607A293CB}"/>
                </a:ext>
              </a:extLst>
            </p:cNvPr>
            <p:cNvGrpSpPr/>
            <p:nvPr/>
          </p:nvGrpSpPr>
          <p:grpSpPr>
            <a:xfrm>
              <a:off x="10415319" y="3306765"/>
              <a:ext cx="452172" cy="345155"/>
              <a:chOff x="217350" y="639497"/>
              <a:chExt cx="651600" cy="540000"/>
            </a:xfrm>
          </p:grpSpPr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98DAB601-2750-1A2D-5E11-B514881CD3CB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9" name="Grafik 208">
                <a:extLst>
                  <a:ext uri="{FF2B5EF4-FFF2-40B4-BE49-F238E27FC236}">
                    <a16:creationId xmlns:a16="http://schemas.microsoft.com/office/drawing/2014/main" id="{043B2319-F9BD-0922-E288-B505E4E989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5108A81F-454F-7AA1-AF53-AE2C904393D2}"/>
                </a:ext>
              </a:extLst>
            </p:cNvPr>
            <p:cNvGrpSpPr/>
            <p:nvPr/>
          </p:nvGrpSpPr>
          <p:grpSpPr>
            <a:xfrm>
              <a:off x="10375188" y="2615885"/>
              <a:ext cx="452172" cy="345155"/>
              <a:chOff x="217350" y="639497"/>
              <a:chExt cx="651600" cy="540000"/>
            </a:xfrm>
          </p:grpSpPr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8923E96C-4596-8434-5226-D965EC188E11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12" name="Grafik 211">
                <a:extLst>
                  <a:ext uri="{FF2B5EF4-FFF2-40B4-BE49-F238E27FC236}">
                    <a16:creationId xmlns:a16="http://schemas.microsoft.com/office/drawing/2014/main" id="{CDC60198-246C-5C6B-B1AE-BC166AF03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13" name="Gruppieren 212">
              <a:extLst>
                <a:ext uri="{FF2B5EF4-FFF2-40B4-BE49-F238E27FC236}">
                  <a16:creationId xmlns:a16="http://schemas.microsoft.com/office/drawing/2014/main" id="{77C2DAB2-0AD4-54C3-EAA1-D09D8BD29C4E}"/>
                </a:ext>
              </a:extLst>
            </p:cNvPr>
            <p:cNvGrpSpPr/>
            <p:nvPr/>
          </p:nvGrpSpPr>
          <p:grpSpPr>
            <a:xfrm>
              <a:off x="2283434" y="2615885"/>
              <a:ext cx="452172" cy="345155"/>
              <a:chOff x="217350" y="639497"/>
              <a:chExt cx="651600" cy="540000"/>
            </a:xfrm>
          </p:grpSpPr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692C7B15-1136-0BF9-B8C3-06B6727E8C9D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15" name="Grafik 214">
                <a:extLst>
                  <a:ext uri="{FF2B5EF4-FFF2-40B4-BE49-F238E27FC236}">
                    <a16:creationId xmlns:a16="http://schemas.microsoft.com/office/drawing/2014/main" id="{5BA395B3-9504-E00A-FF49-562BEAD26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16" name="Gruppieren 215">
              <a:extLst>
                <a:ext uri="{FF2B5EF4-FFF2-40B4-BE49-F238E27FC236}">
                  <a16:creationId xmlns:a16="http://schemas.microsoft.com/office/drawing/2014/main" id="{D4542DD2-B4C5-481A-9305-ACF70991506B}"/>
                </a:ext>
              </a:extLst>
            </p:cNvPr>
            <p:cNvGrpSpPr/>
            <p:nvPr/>
          </p:nvGrpSpPr>
          <p:grpSpPr>
            <a:xfrm>
              <a:off x="7888346" y="2603759"/>
              <a:ext cx="345600" cy="345600"/>
              <a:chOff x="1048950" y="618723"/>
              <a:chExt cx="540000" cy="540000"/>
            </a:xfrm>
          </p:grpSpPr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6F5F7E02-55A3-F179-8960-E55192F06F2B}"/>
                  </a:ext>
                </a:extLst>
              </p:cNvPr>
              <p:cNvSpPr/>
              <p:nvPr/>
            </p:nvSpPr>
            <p:spPr>
              <a:xfrm>
                <a:off x="1048950" y="618723"/>
                <a:ext cx="540000" cy="54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18" name="Grafik 217">
                <a:extLst>
                  <a:ext uri="{FF2B5EF4-FFF2-40B4-BE49-F238E27FC236}">
                    <a16:creationId xmlns:a16="http://schemas.microsoft.com/office/drawing/2014/main" id="{C08CFD41-47FD-21B1-EA4B-F901B6A89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1025" y="717471"/>
                <a:ext cx="360000" cy="360000"/>
              </a:xfrm>
              <a:prstGeom prst="rect">
                <a:avLst/>
              </a:prstGeom>
            </p:spPr>
          </p:pic>
        </p:grpSp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4A84868E-0BA6-D04F-9CC8-53E6239AF966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118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80DD-1829-B1AE-277B-1B203C2F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7C1617BA-425D-CD9A-942F-C9D2CD1C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25B6BF8C-66CE-46B8-5502-DC82426F94B9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B00FF59A-50D1-9D95-D885-C6EE363B87B4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2129D812-24BA-A944-AD5F-9D5C96A8E6DB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F4641990-788B-5DB6-D271-BB45243A55E7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798788AA-A3FC-C667-9675-34621E1BF9A9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37229BDB-D394-A6E1-098F-4A8E8366AF4E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74E14D41-92E9-2508-2D63-3FF45C7CA72A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C09D40A1-4AF5-179C-F7CB-23B4B2F81619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F7A693C2-00F7-C7CF-0F1B-32310130E241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0F47EF21-66F0-CCF8-CCFA-D3542786311C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87CD3B59-A8DF-C9DC-D784-F61833D12273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1CF800EA-42A3-F359-33BF-B9AB595708FE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CC941150-0FDD-793D-B3A2-69C1B3145B62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5766E954-DC5F-990E-6E72-85C4AB3E19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177E5706-1155-7AD0-9755-BC9CC9BAF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6E81DAB5-0EF3-B419-42DE-37F159CE23BB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0D0EBEC9-FBB5-20BA-6336-1D7F91190E2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B2631E8C-9A44-B97D-FB27-C3EA89440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9206EE52-2543-5867-2E0C-65BAC45AC23A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1B4ADC56-B9D5-7979-59A3-C8885408204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DD2D5CAD-2794-E8E9-EC0C-8B4A2F42F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D2F4BCB8-8E5F-DFB0-7B4C-E4A5537B89DD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625444B7-5F6D-AC63-4078-194B9082F5D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123D0F39-0BD9-4BA5-760C-BC020CCA1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FDFC910E-A808-838F-92C1-422D9008E6B4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556FC4BA-C73B-7479-F094-0F6588BBF3F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D566C44B-DF05-EA2C-E0EE-67EE3B0DA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1068D44E-9618-6598-6BE5-DFC4B8DAAEE1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81026199-18B0-21EB-05B8-CEDB1B1CCE6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77037BA7-A152-7962-2D8F-921184685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FE9542D1-DE7B-6451-4B82-2A1D47799105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ACB0B9C5-7A41-A50D-2562-0B0831CD828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F26347AA-98AC-46EA-6613-D29F0FD0C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40DA9F00-FD51-61EA-5325-40578B3AE203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2DF78EE3-49C4-BD7F-0E64-C5E7F106730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E72897B7-679F-85EA-ABF2-90D724E46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0CF1489D-9D12-AFB5-54B5-6611A717B3FA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F7FD7566-BAF5-E632-30C9-264984677A3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C1C9ABDD-5419-EC69-C2B8-D5B59A603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8076E31E-D12D-6C1B-C15B-D0A3CA897B1D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31E629B3-3841-4D22-C5B4-3D344298429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D3626D1D-CD52-7B34-1C19-72EBD3F72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512695BA-0B80-59C5-7DD7-F7194C401D62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AC5D6683-6F5F-39CF-48E0-CFD2C80D315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4D755AAB-A2C1-DB17-6B1E-8A0C3B7CD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BE8C14D4-79BC-F14A-ADE9-8AFD9355EEEE}"/>
              </a:ext>
            </a:extLst>
          </p:cNvPr>
          <p:cNvGrpSpPr>
            <a:grpSpLocks noChangeAspect="1"/>
          </p:cNvGrpSpPr>
          <p:nvPr/>
        </p:nvGrpSpPr>
        <p:grpSpPr>
          <a:xfrm>
            <a:off x="3072753" y="1306786"/>
            <a:ext cx="6086626" cy="1756454"/>
            <a:chOff x="1364640" y="1179626"/>
            <a:chExt cx="9502851" cy="2742294"/>
          </a:xfrm>
        </p:grpSpPr>
        <p:sp>
          <p:nvSpPr>
            <p:cNvPr id="168" name="!!Ellipse 9">
              <a:extLst>
                <a:ext uri="{FF2B5EF4-FFF2-40B4-BE49-F238E27FC236}">
                  <a16:creationId xmlns:a16="http://schemas.microsoft.com/office/drawing/2014/main" id="{F303BE40-1D63-2927-6F25-A127BCCD31D3}"/>
                </a:ext>
              </a:extLst>
            </p:cNvPr>
            <p:cNvSpPr/>
            <p:nvPr/>
          </p:nvSpPr>
          <p:spPr>
            <a:xfrm>
              <a:off x="1364640" y="130928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9" name="!!Ellipse 9">
              <a:extLst>
                <a:ext uri="{FF2B5EF4-FFF2-40B4-BE49-F238E27FC236}">
                  <a16:creationId xmlns:a16="http://schemas.microsoft.com/office/drawing/2014/main" id="{C72507B3-6E8B-7686-06FB-B7192561D2B2}"/>
                </a:ext>
              </a:extLst>
            </p:cNvPr>
            <p:cNvSpPr/>
            <p:nvPr/>
          </p:nvSpPr>
          <p:spPr>
            <a:xfrm>
              <a:off x="1364640" y="200016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0" name="!!Ellipse 9">
              <a:extLst>
                <a:ext uri="{FF2B5EF4-FFF2-40B4-BE49-F238E27FC236}">
                  <a16:creationId xmlns:a16="http://schemas.microsoft.com/office/drawing/2014/main" id="{C1330DB6-17E1-8692-CC01-4E4F224C1CFE}"/>
                </a:ext>
              </a:extLst>
            </p:cNvPr>
            <p:cNvSpPr/>
            <p:nvPr/>
          </p:nvSpPr>
          <p:spPr>
            <a:xfrm>
              <a:off x="1364640" y="269104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1" name="!!Ellipse 9">
              <a:extLst>
                <a:ext uri="{FF2B5EF4-FFF2-40B4-BE49-F238E27FC236}">
                  <a16:creationId xmlns:a16="http://schemas.microsoft.com/office/drawing/2014/main" id="{6358C565-0B0F-AAC3-7978-24ED824C2FED}"/>
                </a:ext>
              </a:extLst>
            </p:cNvPr>
            <p:cNvSpPr/>
            <p:nvPr/>
          </p:nvSpPr>
          <p:spPr>
            <a:xfrm>
              <a:off x="1413760" y="338192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2" name="!!Ellipse 9">
              <a:extLst>
                <a:ext uri="{FF2B5EF4-FFF2-40B4-BE49-F238E27FC236}">
                  <a16:creationId xmlns:a16="http://schemas.microsoft.com/office/drawing/2014/main" id="{2387E0A4-B392-0DD4-E1CD-64EEAFF5505B}"/>
                </a:ext>
              </a:extLst>
            </p:cNvPr>
            <p:cNvSpPr/>
            <p:nvPr/>
          </p:nvSpPr>
          <p:spPr>
            <a:xfrm>
              <a:off x="2856890" y="130928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3" name="!!Ellipse 9">
              <a:extLst>
                <a:ext uri="{FF2B5EF4-FFF2-40B4-BE49-F238E27FC236}">
                  <a16:creationId xmlns:a16="http://schemas.microsoft.com/office/drawing/2014/main" id="{FDEA46AE-5054-C721-8C94-8CD806DD23C0}"/>
                </a:ext>
              </a:extLst>
            </p:cNvPr>
            <p:cNvSpPr/>
            <p:nvPr/>
          </p:nvSpPr>
          <p:spPr>
            <a:xfrm>
              <a:off x="2856890" y="200016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4" name="!!Ellipse 9">
              <a:extLst>
                <a:ext uri="{FF2B5EF4-FFF2-40B4-BE49-F238E27FC236}">
                  <a16:creationId xmlns:a16="http://schemas.microsoft.com/office/drawing/2014/main" id="{1579516B-58D0-C2F0-29C1-8261E4FE0F15}"/>
                </a:ext>
              </a:extLst>
            </p:cNvPr>
            <p:cNvSpPr/>
            <p:nvPr/>
          </p:nvSpPr>
          <p:spPr>
            <a:xfrm>
              <a:off x="2856890" y="269104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5" name="!!Ellipse 9">
              <a:extLst>
                <a:ext uri="{FF2B5EF4-FFF2-40B4-BE49-F238E27FC236}">
                  <a16:creationId xmlns:a16="http://schemas.microsoft.com/office/drawing/2014/main" id="{0EE46F0A-4E3A-381C-0189-F84A83AF052E}"/>
                </a:ext>
              </a:extLst>
            </p:cNvPr>
            <p:cNvSpPr/>
            <p:nvPr/>
          </p:nvSpPr>
          <p:spPr>
            <a:xfrm>
              <a:off x="2906010" y="338192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76" name="!!Ellipse 9">
              <a:extLst>
                <a:ext uri="{FF2B5EF4-FFF2-40B4-BE49-F238E27FC236}">
                  <a16:creationId xmlns:a16="http://schemas.microsoft.com/office/drawing/2014/main" id="{E7B60C0C-0A36-6147-12D4-EDCE8D7ED398}"/>
                </a:ext>
              </a:extLst>
            </p:cNvPr>
            <p:cNvSpPr/>
            <p:nvPr/>
          </p:nvSpPr>
          <p:spPr>
            <a:xfrm>
              <a:off x="4267107" y="130928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2" name="!!Ellipse 9">
              <a:extLst>
                <a:ext uri="{FF2B5EF4-FFF2-40B4-BE49-F238E27FC236}">
                  <a16:creationId xmlns:a16="http://schemas.microsoft.com/office/drawing/2014/main" id="{6F63DA18-90B7-0EF4-397B-8AD1DEB38804}"/>
                </a:ext>
              </a:extLst>
            </p:cNvPr>
            <p:cNvSpPr/>
            <p:nvPr/>
          </p:nvSpPr>
          <p:spPr>
            <a:xfrm>
              <a:off x="9518240" y="269104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3" name="!!Ellipse 9">
              <a:extLst>
                <a:ext uri="{FF2B5EF4-FFF2-40B4-BE49-F238E27FC236}">
                  <a16:creationId xmlns:a16="http://schemas.microsoft.com/office/drawing/2014/main" id="{B8BCFA74-55BA-90AC-9989-F776B0327BCA}"/>
                </a:ext>
              </a:extLst>
            </p:cNvPr>
            <p:cNvSpPr/>
            <p:nvPr/>
          </p:nvSpPr>
          <p:spPr>
            <a:xfrm>
              <a:off x="9567360" y="3381920"/>
              <a:ext cx="126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6" name="!!Ellipse 9">
              <a:extLst>
                <a:ext uri="{FF2B5EF4-FFF2-40B4-BE49-F238E27FC236}">
                  <a16:creationId xmlns:a16="http://schemas.microsoft.com/office/drawing/2014/main" id="{FFA6CB32-434F-4501-FB1C-E180D0C2DA94}"/>
                </a:ext>
              </a:extLst>
            </p:cNvPr>
            <p:cNvSpPr/>
            <p:nvPr/>
          </p:nvSpPr>
          <p:spPr>
            <a:xfrm>
              <a:off x="6917233" y="2691040"/>
              <a:ext cx="126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8" name="Titel 1">
              <a:extLst>
                <a:ext uri="{FF2B5EF4-FFF2-40B4-BE49-F238E27FC236}">
                  <a16:creationId xmlns:a16="http://schemas.microsoft.com/office/drawing/2014/main" id="{E08F4791-383C-D09B-5DE9-CECC8B74AAF6}"/>
                </a:ext>
              </a:extLst>
            </p:cNvPr>
            <p:cNvSpPr txBox="1">
              <a:spLocks/>
            </p:cNvSpPr>
            <p:nvPr/>
          </p:nvSpPr>
          <p:spPr>
            <a:xfrm>
              <a:off x="7123625" y="2145523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89" name="Titel 1">
              <a:extLst>
                <a:ext uri="{FF2B5EF4-FFF2-40B4-BE49-F238E27FC236}">
                  <a16:creationId xmlns:a16="http://schemas.microsoft.com/office/drawing/2014/main" id="{7D547E5D-1913-D770-0828-103ABFF3E301}"/>
                </a:ext>
              </a:extLst>
            </p:cNvPr>
            <p:cNvSpPr txBox="1">
              <a:spLocks/>
            </p:cNvSpPr>
            <p:nvPr/>
          </p:nvSpPr>
          <p:spPr>
            <a:xfrm>
              <a:off x="7260182" y="3563443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90" name="Titel 1">
              <a:extLst>
                <a:ext uri="{FF2B5EF4-FFF2-40B4-BE49-F238E27FC236}">
                  <a16:creationId xmlns:a16="http://schemas.microsoft.com/office/drawing/2014/main" id="{D48457DE-3C14-6A34-09AC-61D289982E7A}"/>
                </a:ext>
              </a:extLst>
            </p:cNvPr>
            <p:cNvSpPr txBox="1">
              <a:spLocks/>
            </p:cNvSpPr>
            <p:nvPr/>
          </p:nvSpPr>
          <p:spPr>
            <a:xfrm>
              <a:off x="4554461" y="1978934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91" name="Titel 1">
              <a:extLst>
                <a:ext uri="{FF2B5EF4-FFF2-40B4-BE49-F238E27FC236}">
                  <a16:creationId xmlns:a16="http://schemas.microsoft.com/office/drawing/2014/main" id="{4FDD4D7C-EB48-95E8-730A-504855317C2B}"/>
                </a:ext>
              </a:extLst>
            </p:cNvPr>
            <p:cNvSpPr txBox="1">
              <a:spLocks/>
            </p:cNvSpPr>
            <p:nvPr/>
          </p:nvSpPr>
          <p:spPr>
            <a:xfrm>
              <a:off x="9644873" y="2181683"/>
              <a:ext cx="287051" cy="884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167" name="Gruppieren 166">
              <a:extLst>
                <a:ext uri="{FF2B5EF4-FFF2-40B4-BE49-F238E27FC236}">
                  <a16:creationId xmlns:a16="http://schemas.microsoft.com/office/drawing/2014/main" id="{75FC3AD4-2D4C-78F0-B550-E86EE10A7733}"/>
                </a:ext>
              </a:extLst>
            </p:cNvPr>
            <p:cNvGrpSpPr/>
            <p:nvPr/>
          </p:nvGrpSpPr>
          <p:grpSpPr>
            <a:xfrm>
              <a:off x="2283434" y="1207840"/>
              <a:ext cx="452172" cy="345155"/>
              <a:chOff x="217350" y="639497"/>
              <a:chExt cx="651600" cy="540000"/>
            </a:xfrm>
          </p:grpSpPr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A3292DC7-AB70-45FA-66E6-FCAA32ADD566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78" name="Grafik 177">
                <a:extLst>
                  <a:ext uri="{FF2B5EF4-FFF2-40B4-BE49-F238E27FC236}">
                    <a16:creationId xmlns:a16="http://schemas.microsoft.com/office/drawing/2014/main" id="{795C72FA-2E07-B998-9C06-A0587915B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79" name="Gruppieren 178">
              <a:extLst>
                <a:ext uri="{FF2B5EF4-FFF2-40B4-BE49-F238E27FC236}">
                  <a16:creationId xmlns:a16="http://schemas.microsoft.com/office/drawing/2014/main" id="{19768EBB-66FA-9ECF-0552-4B454AE84F49}"/>
                </a:ext>
              </a:extLst>
            </p:cNvPr>
            <p:cNvGrpSpPr/>
            <p:nvPr/>
          </p:nvGrpSpPr>
          <p:grpSpPr>
            <a:xfrm>
              <a:off x="2221588" y="1894833"/>
              <a:ext cx="452172" cy="345155"/>
              <a:chOff x="217350" y="639497"/>
              <a:chExt cx="651600" cy="540000"/>
            </a:xfrm>
          </p:grpSpPr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82292617-3043-ECE3-E420-10536958513A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81" name="Grafik 180">
                <a:extLst>
                  <a:ext uri="{FF2B5EF4-FFF2-40B4-BE49-F238E27FC236}">
                    <a16:creationId xmlns:a16="http://schemas.microsoft.com/office/drawing/2014/main" id="{9C700A23-3A2E-2B07-52C1-BA098804C4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84" name="Gruppieren 183">
              <a:extLst>
                <a:ext uri="{FF2B5EF4-FFF2-40B4-BE49-F238E27FC236}">
                  <a16:creationId xmlns:a16="http://schemas.microsoft.com/office/drawing/2014/main" id="{6A477BD5-A6E0-4392-B469-9EF86675AB46}"/>
                </a:ext>
              </a:extLst>
            </p:cNvPr>
            <p:cNvGrpSpPr/>
            <p:nvPr/>
          </p:nvGrpSpPr>
          <p:grpSpPr>
            <a:xfrm>
              <a:off x="2283434" y="3306765"/>
              <a:ext cx="452172" cy="345155"/>
              <a:chOff x="217350" y="639497"/>
              <a:chExt cx="651600" cy="540000"/>
            </a:xfrm>
          </p:grpSpPr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1535752A-722F-C341-B8CE-22E826639698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87" name="Grafik 186">
                <a:extLst>
                  <a:ext uri="{FF2B5EF4-FFF2-40B4-BE49-F238E27FC236}">
                    <a16:creationId xmlns:a16="http://schemas.microsoft.com/office/drawing/2014/main" id="{A278A0F0-5259-2952-EAA8-71228D0A2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92" name="Gruppieren 191">
              <a:extLst>
                <a:ext uri="{FF2B5EF4-FFF2-40B4-BE49-F238E27FC236}">
                  <a16:creationId xmlns:a16="http://schemas.microsoft.com/office/drawing/2014/main" id="{CC849E17-2ED7-9BF4-7B60-48676F096F47}"/>
                </a:ext>
              </a:extLst>
            </p:cNvPr>
            <p:cNvGrpSpPr/>
            <p:nvPr/>
          </p:nvGrpSpPr>
          <p:grpSpPr>
            <a:xfrm>
              <a:off x="5108898" y="1179626"/>
              <a:ext cx="452172" cy="345155"/>
              <a:chOff x="217350" y="639497"/>
              <a:chExt cx="651600" cy="540000"/>
            </a:xfrm>
          </p:grpSpPr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DF93AD76-087E-65CC-4B09-95852EBE6CE7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94" name="Grafik 193">
                <a:extLst>
                  <a:ext uri="{FF2B5EF4-FFF2-40B4-BE49-F238E27FC236}">
                    <a16:creationId xmlns:a16="http://schemas.microsoft.com/office/drawing/2014/main" id="{A38C08D0-4A58-7D9F-C191-182E8300A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95" name="Gruppieren 194">
              <a:extLst>
                <a:ext uri="{FF2B5EF4-FFF2-40B4-BE49-F238E27FC236}">
                  <a16:creationId xmlns:a16="http://schemas.microsoft.com/office/drawing/2014/main" id="{A92DE91A-CBFF-73D8-A93E-59F30B57D75E}"/>
                </a:ext>
              </a:extLst>
            </p:cNvPr>
            <p:cNvGrpSpPr/>
            <p:nvPr/>
          </p:nvGrpSpPr>
          <p:grpSpPr>
            <a:xfrm>
              <a:off x="3675371" y="1192440"/>
              <a:ext cx="452172" cy="345155"/>
              <a:chOff x="217350" y="639497"/>
              <a:chExt cx="651600" cy="540000"/>
            </a:xfrm>
          </p:grpSpPr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762F5F58-DE56-7C86-E2FA-A292F2D1FC3F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97" name="Grafik 196">
                <a:extLst>
                  <a:ext uri="{FF2B5EF4-FFF2-40B4-BE49-F238E27FC236}">
                    <a16:creationId xmlns:a16="http://schemas.microsoft.com/office/drawing/2014/main" id="{DF82985C-70ED-4927-B510-EB1BD4F98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BEFE3689-DE71-1F33-6A5F-D3DF3C790A02}"/>
                </a:ext>
              </a:extLst>
            </p:cNvPr>
            <p:cNvGrpSpPr/>
            <p:nvPr/>
          </p:nvGrpSpPr>
          <p:grpSpPr>
            <a:xfrm>
              <a:off x="3713838" y="1923699"/>
              <a:ext cx="452172" cy="345155"/>
              <a:chOff x="217350" y="639497"/>
              <a:chExt cx="651600" cy="540000"/>
            </a:xfrm>
          </p:grpSpPr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BD3C49D1-E41F-F23D-B81F-A65821EB8C26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0" name="Grafik 199">
                <a:extLst>
                  <a:ext uri="{FF2B5EF4-FFF2-40B4-BE49-F238E27FC236}">
                    <a16:creationId xmlns:a16="http://schemas.microsoft.com/office/drawing/2014/main" id="{FEA6A1B5-63C2-DA5A-A9AE-AE2611324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01" name="Gruppieren 200">
              <a:extLst>
                <a:ext uri="{FF2B5EF4-FFF2-40B4-BE49-F238E27FC236}">
                  <a16:creationId xmlns:a16="http://schemas.microsoft.com/office/drawing/2014/main" id="{59189714-7F8F-7697-4465-082F38EDC39E}"/>
                </a:ext>
              </a:extLst>
            </p:cNvPr>
            <p:cNvGrpSpPr/>
            <p:nvPr/>
          </p:nvGrpSpPr>
          <p:grpSpPr>
            <a:xfrm>
              <a:off x="3715768" y="2610507"/>
              <a:ext cx="452172" cy="345155"/>
              <a:chOff x="217350" y="639497"/>
              <a:chExt cx="651600" cy="540000"/>
            </a:xfrm>
          </p:grpSpPr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F1E6D7EF-60B8-77F4-770E-E969A8088B61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3" name="Grafik 202">
                <a:extLst>
                  <a:ext uri="{FF2B5EF4-FFF2-40B4-BE49-F238E27FC236}">
                    <a16:creationId xmlns:a16="http://schemas.microsoft.com/office/drawing/2014/main" id="{33A16454-886B-04B7-EC0F-0A2914C98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04" name="Gruppieren 203">
              <a:extLst>
                <a:ext uri="{FF2B5EF4-FFF2-40B4-BE49-F238E27FC236}">
                  <a16:creationId xmlns:a16="http://schemas.microsoft.com/office/drawing/2014/main" id="{DCCF36B8-7BBC-1ACA-4770-B99109B14673}"/>
                </a:ext>
              </a:extLst>
            </p:cNvPr>
            <p:cNvGrpSpPr/>
            <p:nvPr/>
          </p:nvGrpSpPr>
          <p:grpSpPr>
            <a:xfrm>
              <a:off x="3792227" y="3306765"/>
              <a:ext cx="452172" cy="345155"/>
              <a:chOff x="217350" y="639497"/>
              <a:chExt cx="651600" cy="540000"/>
            </a:xfrm>
          </p:grpSpPr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251BC922-D26D-653C-B175-FF05BD111AC6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6" name="Grafik 205">
                <a:extLst>
                  <a:ext uri="{FF2B5EF4-FFF2-40B4-BE49-F238E27FC236}">
                    <a16:creationId xmlns:a16="http://schemas.microsoft.com/office/drawing/2014/main" id="{927727E0-748C-B8B8-09BD-FFCCC985D4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D6881C9C-A814-879C-E6F9-605A2EAAA400}"/>
                </a:ext>
              </a:extLst>
            </p:cNvPr>
            <p:cNvGrpSpPr/>
            <p:nvPr/>
          </p:nvGrpSpPr>
          <p:grpSpPr>
            <a:xfrm>
              <a:off x="10415319" y="3306765"/>
              <a:ext cx="452172" cy="345155"/>
              <a:chOff x="217350" y="639497"/>
              <a:chExt cx="651600" cy="540000"/>
            </a:xfrm>
          </p:grpSpPr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664BBB74-E2CC-5C6B-96A5-EDE769F10C9E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09" name="Grafik 208">
                <a:extLst>
                  <a:ext uri="{FF2B5EF4-FFF2-40B4-BE49-F238E27FC236}">
                    <a16:creationId xmlns:a16="http://schemas.microsoft.com/office/drawing/2014/main" id="{E739A16E-D1CD-C25B-F002-B5532E6A4F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C76E0C50-CE1C-43EE-B358-E24809620EDD}"/>
                </a:ext>
              </a:extLst>
            </p:cNvPr>
            <p:cNvGrpSpPr/>
            <p:nvPr/>
          </p:nvGrpSpPr>
          <p:grpSpPr>
            <a:xfrm>
              <a:off x="10375188" y="2615885"/>
              <a:ext cx="452172" cy="345155"/>
              <a:chOff x="217350" y="639497"/>
              <a:chExt cx="651600" cy="540000"/>
            </a:xfrm>
          </p:grpSpPr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705F74B5-9828-80EA-E728-A01AD314F1DB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12" name="Grafik 211">
                <a:extLst>
                  <a:ext uri="{FF2B5EF4-FFF2-40B4-BE49-F238E27FC236}">
                    <a16:creationId xmlns:a16="http://schemas.microsoft.com/office/drawing/2014/main" id="{0AEC731A-0B83-EE72-860F-3C4FDF34E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13" name="Gruppieren 212">
              <a:extLst>
                <a:ext uri="{FF2B5EF4-FFF2-40B4-BE49-F238E27FC236}">
                  <a16:creationId xmlns:a16="http://schemas.microsoft.com/office/drawing/2014/main" id="{D50ADBFA-43A7-13E7-79EE-F134748C658D}"/>
                </a:ext>
              </a:extLst>
            </p:cNvPr>
            <p:cNvGrpSpPr/>
            <p:nvPr/>
          </p:nvGrpSpPr>
          <p:grpSpPr>
            <a:xfrm>
              <a:off x="2283434" y="2615885"/>
              <a:ext cx="452172" cy="345155"/>
              <a:chOff x="217350" y="639497"/>
              <a:chExt cx="651600" cy="540000"/>
            </a:xfrm>
          </p:grpSpPr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E9808F94-1D40-B998-A84F-BB48C94BB82E}"/>
                  </a:ext>
                </a:extLst>
              </p:cNvPr>
              <p:cNvSpPr/>
              <p:nvPr/>
            </p:nvSpPr>
            <p:spPr>
              <a:xfrm>
                <a:off x="245925" y="639497"/>
                <a:ext cx="540000" cy="54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15" name="Grafik 214">
                <a:extLst>
                  <a:ext uri="{FF2B5EF4-FFF2-40B4-BE49-F238E27FC236}">
                    <a16:creationId xmlns:a16="http://schemas.microsoft.com/office/drawing/2014/main" id="{90F742F1-C007-88E9-9279-8CB57353C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7350" y="696538"/>
                <a:ext cx="651600" cy="433610"/>
              </a:xfrm>
              <a:prstGeom prst="rect">
                <a:avLst/>
              </a:prstGeom>
            </p:spPr>
          </p:pic>
        </p:grpSp>
        <p:grpSp>
          <p:nvGrpSpPr>
            <p:cNvPr id="216" name="Gruppieren 215">
              <a:extLst>
                <a:ext uri="{FF2B5EF4-FFF2-40B4-BE49-F238E27FC236}">
                  <a16:creationId xmlns:a16="http://schemas.microsoft.com/office/drawing/2014/main" id="{95AD2A08-99E8-A24F-B6D3-661EF9BEEE29}"/>
                </a:ext>
              </a:extLst>
            </p:cNvPr>
            <p:cNvGrpSpPr/>
            <p:nvPr/>
          </p:nvGrpSpPr>
          <p:grpSpPr>
            <a:xfrm>
              <a:off x="7888346" y="2603759"/>
              <a:ext cx="345600" cy="345600"/>
              <a:chOff x="1048950" y="618723"/>
              <a:chExt cx="540000" cy="540000"/>
            </a:xfrm>
          </p:grpSpPr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53CBB5AB-C597-EEFE-5DE2-4359CC424AE4}"/>
                  </a:ext>
                </a:extLst>
              </p:cNvPr>
              <p:cNvSpPr/>
              <p:nvPr/>
            </p:nvSpPr>
            <p:spPr>
              <a:xfrm>
                <a:off x="1048950" y="618723"/>
                <a:ext cx="540000" cy="54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18" name="Grafik 217">
                <a:extLst>
                  <a:ext uri="{FF2B5EF4-FFF2-40B4-BE49-F238E27FC236}">
                    <a16:creationId xmlns:a16="http://schemas.microsoft.com/office/drawing/2014/main" id="{745DF374-80FA-E8EB-E7C3-D7B8E45A3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1025" y="717471"/>
                <a:ext cx="360000" cy="360000"/>
              </a:xfrm>
              <a:prstGeom prst="rect">
                <a:avLst/>
              </a:prstGeom>
            </p:spPr>
          </p:pic>
        </p:grpSp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D6129B6C-BB71-9339-F335-54034AAE0737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57037B-8FEB-665D-DB5C-C604C7242EF7}"/>
              </a:ext>
            </a:extLst>
          </p:cNvPr>
          <p:cNvSpPr txBox="1">
            <a:spLocks/>
          </p:cNvSpPr>
          <p:nvPr/>
        </p:nvSpPr>
        <p:spPr>
          <a:xfrm>
            <a:off x="480059" y="4164964"/>
            <a:ext cx="1134618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Alle Generalisierungen von              werden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Geprunt</a:t>
            </a:r>
            <a:endParaRPr lang="de-DE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!!Ellipse 9">
            <a:extLst>
              <a:ext uri="{FF2B5EF4-FFF2-40B4-BE49-F238E27FC236}">
                <a16:creationId xmlns:a16="http://schemas.microsoft.com/office/drawing/2014/main" id="{F7E448F7-6356-7D9C-CF07-8A240739208F}"/>
              </a:ext>
            </a:extLst>
          </p:cNvPr>
          <p:cNvSpPr/>
          <p:nvPr/>
        </p:nvSpPr>
        <p:spPr>
          <a:xfrm>
            <a:off x="6376542" y="4264967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B,F,H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E0B6BBD-9BAC-C332-9518-94AE127FCF51}"/>
              </a:ext>
            </a:extLst>
          </p:cNvPr>
          <p:cNvGrpSpPr/>
          <p:nvPr/>
        </p:nvGrpSpPr>
        <p:grpSpPr>
          <a:xfrm>
            <a:off x="7347655" y="4177686"/>
            <a:ext cx="345600" cy="345600"/>
            <a:chOff x="1048950" y="618723"/>
            <a:chExt cx="540000" cy="5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BC9300D-941F-35B8-D54E-588E11BD54E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4BB189E9-2B93-114B-7F15-5D2DAEC2A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048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9B6C-F84E-50EF-A94D-052C9C91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A04C3-F37D-AD2A-FB7A-69B6DA403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7747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Wie bestimmen wir, ob ein Knoten N eine Generalisierung von einem anderen Knoten M ist?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6009000-A595-A80D-BD41-C493E942F52D}"/>
              </a:ext>
            </a:extLst>
          </p:cNvPr>
          <p:cNvSpPr txBox="1">
            <a:spLocks/>
          </p:cNvSpPr>
          <p:nvPr/>
        </p:nvSpPr>
        <p:spPr>
          <a:xfrm>
            <a:off x="960755" y="3332163"/>
            <a:ext cx="10515600" cy="813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BitString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(M) = {0,1,0,0,0,1,0,1}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D961B2B-80AB-7231-3946-F6523EE2518C}"/>
              </a:ext>
            </a:extLst>
          </p:cNvPr>
          <p:cNvSpPr txBox="1">
            <a:spLocks/>
          </p:cNvSpPr>
          <p:nvPr/>
        </p:nvSpPr>
        <p:spPr>
          <a:xfrm>
            <a:off x="960755" y="4266883"/>
            <a:ext cx="10515600" cy="813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BitString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(N) = {0,0,0,0,0,1,0,1}</a:t>
            </a:r>
          </a:p>
        </p:txBody>
      </p:sp>
    </p:spTree>
    <p:extLst>
      <p:ext uri="{BB962C8B-B14F-4D97-AF65-F5344CB8AC3E}">
        <p14:creationId xmlns:p14="http://schemas.microsoft.com/office/powerpoint/2010/main" val="3455559095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BE9D2-39AE-AB07-58E1-59E519B7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526D3-0239-A0D3-6974-437D25A2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-29845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Dazu betrachten wir folgende Aussagenlogische Formel 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9967C67-51B4-179A-D346-1E19FDC756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755" y="2824163"/>
                <a:ext cx="10515600" cy="81311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𝑮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de-DE" b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0" dirty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b="1" dirty="0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de-DE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0" dirty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9967C67-51B4-179A-D346-1E19FDC75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55" y="2824163"/>
                <a:ext cx="10515600" cy="813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9695543C-88B3-B1CB-7280-E0D75165D6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378960"/>
                <a:ext cx="10515600" cy="1247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Diese wird nur wahr,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dirty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e-DE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de-D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und</a:t>
                </a:r>
                <a:r>
                  <a:rPr lang="de-DE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dirty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de-D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ist </a:t>
                </a: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9695543C-88B3-B1CB-7280-E0D75165D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78960"/>
                <a:ext cx="10515600" cy="1247140"/>
              </a:xfrm>
              <a:prstGeom prst="rect">
                <a:avLst/>
              </a:prstGeom>
              <a:blipFill>
                <a:blip r:embed="rId3"/>
                <a:stretch>
                  <a:fillRect l="-1101" t="-18049" r="-986" b="-195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997965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1C583-A74F-5F6D-BC9D-5685CE9E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BA91CE78-08B3-430C-BD2B-AE6E941164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489710"/>
                <a:ext cx="10515600" cy="344487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de-D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Folglich gibt sie wahr aus sollte ein Bit der Aussage 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dirty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e-D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ist eine Generalisierung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dirty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“ widersprechen 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BA91CE78-08B3-430C-BD2B-AE6E94116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489710"/>
                <a:ext cx="10515600" cy="3444875"/>
              </a:xfrm>
              <a:blipFill>
                <a:blip r:embed="rId2"/>
                <a:stretch>
                  <a:fillRect l="-2319" r="-37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220631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EAE7-0A90-59FE-7346-CC97D4B0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D5237-CD73-214E-D0B5-894CDCCD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031"/>
            <a:ext cx="10515600" cy="1304290"/>
          </a:xfrm>
        </p:spPr>
        <p:txBody>
          <a:bodyPr>
            <a:normAutofit/>
          </a:bodyPr>
          <a:lstStyle/>
          <a:p>
            <a:pPr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Somit lässt sich folgern: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F23F26FD-0DAA-9A9F-D761-83DA8429F9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755" y="1798003"/>
                <a:ext cx="10515600" cy="81311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𝑮𝒆𝒏𝒆𝒓𝒂𝒍𝒊𝒔𝒊𝒆𝒓𝒖𝒏𝒈𝑩𝒊𝒕𝒔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de-DE" b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𝐁𝐢𝐭𝐒𝐭𝐫𝐢𝐧𝐠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)∧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𝐁𝐢𝐭𝐒𝐭𝐫𝐢𝐧𝐠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de-DE" b="1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F23F26FD-0DAA-9A9F-D761-83DA8429F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55" y="1798003"/>
                <a:ext cx="10515600" cy="813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636EDC3-48E5-7947-F433-1440CFD497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3955" y="2427923"/>
                <a:ext cx="10515600" cy="181895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𝑲𝒂𝒓𝒅𝒊𝒏𝒂𝒍𝒊𝒕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ä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d>
                        <m:dPr>
                          <m:ctrlPr>
                            <a:rPr lang="de-DE" sz="31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de-DE" sz="31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𝑮𝒆𝒏𝒆𝒓𝒂𝒍𝒊𝒔𝒊𝒆𝒓𝒖𝒏𝒈𝑩𝒊𝒕𝒔</m:t>
                          </m:r>
                        </m:e>
                      </m:d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𝑵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𝒊𝒔𝒕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𝒌𝒆𝒊𝒏𝒆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𝑮𝒆𝒏𝒆𝒓𝒂𝒍𝒊𝒔𝒊𝒆𝒓𝒖𝒏𝒈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𝒗𝒐𝒏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𝑴</m:t>
                      </m:r>
                    </m:oMath>
                  </m:oMathPara>
                </a14:m>
                <a:endParaRPr lang="de-DE" sz="3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636EDC3-48E5-7947-F433-1440CFD49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955" y="2427923"/>
                <a:ext cx="10515600" cy="1818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2C116092-C399-5A05-F5C9-F9ED2EC07A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3955" y="3967321"/>
                <a:ext cx="10515600" cy="181895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𝑲𝒂𝒓𝒅𝒊𝒏𝒂𝒍𝒊𝒕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ä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d>
                        <m:dPr>
                          <m:ctrlPr>
                            <a:rPr lang="de-DE" sz="31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de-DE" sz="31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𝑮𝒆𝒏𝒆𝒓𝒂𝒍𝒊𝒔𝒊𝒆𝒓𝒖𝒏𝒈𝑩𝒊𝒕𝒔</m:t>
                          </m:r>
                        </m:e>
                      </m:d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𝑵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𝒊𝒔𝒕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𝒆𝒊𝒏𝒆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𝑮𝒆𝒏𝒆𝒓𝒂𝒍𝒊𝒔𝒊𝒆𝒓𝒖𝒏𝒈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𝒗𝒐𝒏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3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𝑴</m:t>
                      </m:r>
                    </m:oMath>
                  </m:oMathPara>
                </a14:m>
                <a:endParaRPr lang="de-DE" sz="3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2C116092-C399-5A05-F5C9-F9ED2EC07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955" y="3967321"/>
                <a:ext cx="10515600" cy="1818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277067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4B24-ABEC-E83F-73A2-0CFFDB82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ABEFF732-95EF-3EC3-BEE1-DAAC6F8F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11B7FFAA-5564-1695-3843-37F08CE4E7B3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EA2592A3-A2FE-5DFE-6044-489EA6457ACB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A9D3F893-C0E7-6CCA-1D57-7B453541CE73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9B4F935D-CDB6-6B3A-9834-AED5C5AEF440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230BB9B6-A335-ADAD-E86D-EC7CA06EB28F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44273BE9-FCFA-AA5E-0979-211E2794B0BF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B537A660-D45D-5732-12AD-C5E0204DAB14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F9A255D7-5CF7-6CED-444C-54A2DFD3C95D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CD5153CC-BC1E-EE3D-EDD9-EA86CB0F3DD8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74532132-CE96-3257-2AEE-C4F25B5E6B3F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42230B94-1314-F737-61CC-8B1CDE866090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F114AB4E-C2AC-8B5D-E783-890B6E3F357F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D63BA2D9-2FE6-8B3C-491D-9E41BDE4ABCE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45EC5036-9AB5-93E8-7724-3EA5335EEC0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A7BCFAE0-AC95-BD17-5F33-BFEEEEEE0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CC571859-BFFD-EAE3-9F00-2355B1C87AD0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2C365C47-EE10-E9B9-16E2-46ADED0CEF1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FB7E8CC4-7606-4DDD-1C3C-EC5FF91B5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2B46A099-F79F-5D50-4F84-8E327C9AF811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8F58301C-C6E0-4BC3-FA35-EBC0926AB5A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3B9F4FB6-CAA7-B94F-3251-024ED0879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EC0EB088-B980-60C7-76BD-0BE24E241A36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597D3C2B-1EAF-AF44-5F11-03842CAAAC8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9444D410-1E5B-DCB1-781D-B174A2B97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4DB92A1F-CEC2-F8DC-76BD-0539DA7F8327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E691CAF0-AAC0-89F0-114C-C8B3FE6FDAA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7A261C0F-6BD8-2BE7-615E-4F3E27723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9E0B28EB-57BE-B5E4-9835-59A5517FBE5E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104D275E-A6E2-22E9-4CBD-D34DE7E1E86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B6419839-FC2E-1D63-773A-C14F2E5A0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F5BAD597-DA39-B5BA-1486-99BB795C4168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2A53C326-5E41-AE74-4A6D-2398B864125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5436DBE9-D01B-DF1E-26AE-3C4CB3554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E094B1A4-FA2C-8E04-F202-F25AF920471D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69C35166-99B6-FB95-A4C2-3BECDA0FAA5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F6320F16-49CF-EA63-9E01-22B393C7B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4A7F4618-3483-6528-E4DD-E3055DC53575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7D792BDD-396C-D69E-E7CD-1110EED7FD5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1E1D20DE-759A-C101-D2DC-444554E92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15D17B1E-52D3-2CE7-E5AA-830EC1589D91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F24940EF-846B-855E-7F17-2712B3EEB47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6881E391-4C51-A267-0843-434FB2D08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03ABFD46-DB72-21A1-88DC-C816B1525B04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38B65CE4-E762-886F-CE17-B773E306964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972FE6CC-3225-1155-FE3B-1695394DC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CF51A2F5-A4B7-AC4B-C830-D35B4820A087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7613AF-C6C4-EB86-CCBD-E6D6EEB34B85}"/>
              </a:ext>
            </a:extLst>
          </p:cNvPr>
          <p:cNvSpPr txBox="1">
            <a:spLocks/>
          </p:cNvSpPr>
          <p:nvPr/>
        </p:nvSpPr>
        <p:spPr>
          <a:xfrm>
            <a:off x="480059" y="1391284"/>
            <a:ext cx="1134618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Alle Generalisierungen von              werden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Geprunt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!!Ellipse 9">
            <a:extLst>
              <a:ext uri="{FF2B5EF4-FFF2-40B4-BE49-F238E27FC236}">
                <a16:creationId xmlns:a16="http://schemas.microsoft.com/office/drawing/2014/main" id="{F2D7BDE0-85C1-E218-8799-96BA70103EC5}"/>
              </a:ext>
            </a:extLst>
          </p:cNvPr>
          <p:cNvSpPr/>
          <p:nvPr/>
        </p:nvSpPr>
        <p:spPr>
          <a:xfrm>
            <a:off x="6376542" y="1491287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B,F,H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B25F716-92CB-79A4-5797-4039A865ADAE}"/>
              </a:ext>
            </a:extLst>
          </p:cNvPr>
          <p:cNvGrpSpPr/>
          <p:nvPr/>
        </p:nvGrpSpPr>
        <p:grpSpPr>
          <a:xfrm>
            <a:off x="7347655" y="1404006"/>
            <a:ext cx="345600" cy="345600"/>
            <a:chOff x="1048950" y="618723"/>
            <a:chExt cx="540000" cy="5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7F72B8E4-495B-60AC-1C80-32BE6D4C275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DDF6F707-027A-C513-E290-9A24F3E1F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047123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D781-6D69-B513-C103-010A2BCC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9F323E35-B515-FAAA-0C58-06D26D88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ED94B53E-A5EE-882C-CC14-2F999FC16033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ED922156-EF13-AA25-C179-2E14859A2318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D16D96F3-258F-BF5F-B6B4-48AA834DBE41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FC3EEF33-5830-5079-E934-1BF935995F47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252769E1-1FD6-EA9A-CC6D-2EC900931961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9FC129C0-03B2-8C4D-1E9C-C75D9E542CBC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F00D0CFE-36A1-066B-75BF-BAD50C92C172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AEFDAEB0-0401-ED55-E6CB-91BEBE1DBAF1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F71D110A-7096-C37C-B324-EA7D5511E395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666BBE40-8530-E2AB-0CC8-ADC249448E8A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DD10A651-4FEA-22A2-1D6B-76D0267217F4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28E1BFE4-F6FA-75BA-149E-4760906F8EAF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1554709C-60AB-4805-25DD-59DA324E6138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D64FFDBD-8618-5CAF-6889-812384A91DE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7FC40684-F854-D400-ABCD-EBA22E974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C085AFE8-1D0A-76AE-0A35-C7E9A6F80F01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F6B986C9-7F0F-377D-3C72-CF5F2081794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1D69C485-D61C-75FE-11E3-0437A5EF0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2A2047E9-9525-AC59-422C-31C184872495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2DF2A5FE-8A4F-2303-515C-1C6B6F48DB6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2A789BB2-CFC1-D6A3-812F-EC8EC3040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66BF088A-9BFD-28C6-544B-10B0124A792E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AB6447AA-4F7E-487A-EFA2-07EBD4DF6DB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D0901FD8-D9F6-9137-764F-28CD3DD2A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BFCF9A53-E855-907D-B60D-6AC9A7F88085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30743C26-8692-EFC3-D625-6418E401978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54EEBA8B-1F07-396C-C72D-35AFE8D10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FEF3AF7E-6386-65EA-16AE-A9EA14E23D8D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59E1DFCF-1B5E-A05B-7E49-12F2743D0A3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47415D38-3F0E-2FEF-3B00-E07C67906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9FEF83C4-CFA5-FA70-9041-77F30E185F7F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1E9A37DC-CDEC-F565-1687-7EED5374021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CB2C9A44-6D3D-5083-40F3-6C4B2B921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30DC2464-B926-108C-3C39-DF3E5DB475BF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92F7CCD7-4E07-7D22-6D3D-D03EDEB576E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140F62AE-5D5F-439F-0332-8950341DC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C768E5B6-E555-9CA2-5558-D2C02381E99F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91BC022B-A957-8A64-FB81-AACD8AC3DC6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2D16F011-3C9C-DDE3-46BF-27840567E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88DBAF72-C002-D208-66D2-1F19D2322BF3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26E5AFC5-C434-74C6-C3C9-D78034A86F2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6869E4D4-F10E-E1DC-7394-BA8B390C3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58073A41-7964-749C-3C47-01D8F0377B70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E5850D4A-26D1-D564-C71F-9CAB93D5AB1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D1790678-084E-F13D-AE47-08D9B6746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11ECF23C-7F15-A5A9-69E5-501DBC800612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6026D9-6B13-B57B-A2D1-EDA5D67DAF4F}"/>
              </a:ext>
            </a:extLst>
          </p:cNvPr>
          <p:cNvSpPr txBox="1">
            <a:spLocks/>
          </p:cNvSpPr>
          <p:nvPr/>
        </p:nvSpPr>
        <p:spPr>
          <a:xfrm>
            <a:off x="480059" y="1391284"/>
            <a:ext cx="1134618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Alle Generalisierungen von              werden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Geprunt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!!Ellipse 9">
            <a:extLst>
              <a:ext uri="{FF2B5EF4-FFF2-40B4-BE49-F238E27FC236}">
                <a16:creationId xmlns:a16="http://schemas.microsoft.com/office/drawing/2014/main" id="{7070438B-DF07-A89A-435B-45DD58B91EDA}"/>
              </a:ext>
            </a:extLst>
          </p:cNvPr>
          <p:cNvSpPr/>
          <p:nvPr/>
        </p:nvSpPr>
        <p:spPr>
          <a:xfrm>
            <a:off x="6376542" y="1491287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B,F,H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162E1A0-D023-D4F3-7093-118B633C5D93}"/>
              </a:ext>
            </a:extLst>
          </p:cNvPr>
          <p:cNvGrpSpPr/>
          <p:nvPr/>
        </p:nvGrpSpPr>
        <p:grpSpPr>
          <a:xfrm>
            <a:off x="7347655" y="1404006"/>
            <a:ext cx="345600" cy="345600"/>
            <a:chOff x="1048950" y="618723"/>
            <a:chExt cx="540000" cy="5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810B1D9-4DD2-A72E-C7FE-0E46AA54703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EA8FEA0-58D4-BE9A-1BEE-9EC61D02F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7" name="Titel 1">
            <a:extLst>
              <a:ext uri="{FF2B5EF4-FFF2-40B4-BE49-F238E27FC236}">
                <a16:creationId xmlns:a16="http://schemas.microsoft.com/office/drawing/2014/main" id="{C5050C59-41D2-F39B-DE7B-453C24559606}"/>
              </a:ext>
            </a:extLst>
          </p:cNvPr>
          <p:cNvSpPr txBox="1">
            <a:spLocks/>
          </p:cNvSpPr>
          <p:nvPr/>
        </p:nvSpPr>
        <p:spPr>
          <a:xfrm>
            <a:off x="480059" y="2695234"/>
            <a:ext cx="146050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Also: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A47C5647-4E57-AF68-E426-6D0CE0C2EBD3}"/>
              </a:ext>
            </a:extLst>
          </p:cNvPr>
          <p:cNvSpPr/>
          <p:nvPr/>
        </p:nvSpPr>
        <p:spPr>
          <a:xfrm>
            <a:off x="2673760" y="2811000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7CDFDF2-6DEC-5F5B-BB06-205668B0789E}"/>
              </a:ext>
            </a:extLst>
          </p:cNvPr>
          <p:cNvGrpSpPr/>
          <p:nvPr/>
        </p:nvGrpSpPr>
        <p:grpSpPr>
          <a:xfrm>
            <a:off x="3644873" y="2723719"/>
            <a:ext cx="345600" cy="345600"/>
            <a:chOff x="1048950" y="618723"/>
            <a:chExt cx="5400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80FB083-442E-E544-19AC-2A8B6BB0A1A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CB5644D2-1C40-57C3-28D0-525D1A7DA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2" name="!!Ellipse 9">
            <a:extLst>
              <a:ext uri="{FF2B5EF4-FFF2-40B4-BE49-F238E27FC236}">
                <a16:creationId xmlns:a16="http://schemas.microsoft.com/office/drawing/2014/main" id="{93DC5968-5D41-D9DA-BD96-1BCCA53E4AC4}"/>
              </a:ext>
            </a:extLst>
          </p:cNvPr>
          <p:cNvSpPr/>
          <p:nvPr/>
        </p:nvSpPr>
        <p:spPr>
          <a:xfrm>
            <a:off x="4592959" y="2802182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22AE548-808A-D1BB-FFEF-285285BD5F59}"/>
              </a:ext>
            </a:extLst>
          </p:cNvPr>
          <p:cNvGrpSpPr/>
          <p:nvPr/>
        </p:nvGrpSpPr>
        <p:grpSpPr>
          <a:xfrm>
            <a:off x="5564072" y="2714901"/>
            <a:ext cx="345600" cy="345600"/>
            <a:chOff x="1048950" y="618723"/>
            <a:chExt cx="5400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8F89B954-AD7E-91C7-09AE-97A08688FB5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9CE5AB3-A27A-7CE0-F2C0-3A9419DFB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" name="!!Ellipse 9">
            <a:extLst>
              <a:ext uri="{FF2B5EF4-FFF2-40B4-BE49-F238E27FC236}">
                <a16:creationId xmlns:a16="http://schemas.microsoft.com/office/drawing/2014/main" id="{C1D51FAB-9CA0-1554-7257-18C77F96901A}"/>
              </a:ext>
            </a:extLst>
          </p:cNvPr>
          <p:cNvSpPr/>
          <p:nvPr/>
        </p:nvSpPr>
        <p:spPr>
          <a:xfrm>
            <a:off x="6501603" y="2790501"/>
            <a:ext cx="126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B809B48-B0FF-2AAF-06AB-8FA3D3D8442C}"/>
              </a:ext>
            </a:extLst>
          </p:cNvPr>
          <p:cNvGrpSpPr/>
          <p:nvPr/>
        </p:nvGrpSpPr>
        <p:grpSpPr>
          <a:xfrm>
            <a:off x="7472716" y="2703220"/>
            <a:ext cx="345600" cy="345600"/>
            <a:chOff x="1048950" y="618723"/>
            <a:chExt cx="5400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D6EB6B6-AC0F-88E3-2BF7-B83B5C50BEA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18F40E33-E679-5F75-3778-4B08136B5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268226E7-ED88-A86A-459C-36774D186DB6}"/>
              </a:ext>
            </a:extLst>
          </p:cNvPr>
          <p:cNvSpPr/>
          <p:nvPr/>
        </p:nvSpPr>
        <p:spPr>
          <a:xfrm>
            <a:off x="336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F5B5F6E-5C9E-7A81-A92F-F2BFB94C18A6}"/>
              </a:ext>
            </a:extLst>
          </p:cNvPr>
          <p:cNvSpPr/>
          <p:nvPr/>
        </p:nvSpPr>
        <p:spPr>
          <a:xfrm>
            <a:off x="336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1BA5A99-C9AE-750D-AE5C-F6CF757A126F}"/>
              </a:ext>
            </a:extLst>
          </p:cNvPr>
          <p:cNvSpPr/>
          <p:nvPr/>
        </p:nvSpPr>
        <p:spPr>
          <a:xfrm>
            <a:off x="1164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C008EC7-FCEE-0132-5AEC-B36D5EA7BC7B}"/>
              </a:ext>
            </a:extLst>
          </p:cNvPr>
          <p:cNvSpPr/>
          <p:nvPr/>
        </p:nvSpPr>
        <p:spPr>
          <a:xfrm>
            <a:off x="1164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9E601A0-EE6E-CD0F-9E02-BCD5F191CBB4}"/>
              </a:ext>
            </a:extLst>
          </p:cNvPr>
          <p:cNvSpPr/>
          <p:nvPr/>
        </p:nvSpPr>
        <p:spPr>
          <a:xfrm>
            <a:off x="1992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26" name="!!Ellipse 41">
            <a:extLst>
              <a:ext uri="{FF2B5EF4-FFF2-40B4-BE49-F238E27FC236}">
                <a16:creationId xmlns:a16="http://schemas.microsoft.com/office/drawing/2014/main" id="{41464EE3-9259-228F-8841-90DDA25ECED8}"/>
              </a:ext>
            </a:extLst>
          </p:cNvPr>
          <p:cNvSpPr/>
          <p:nvPr/>
        </p:nvSpPr>
        <p:spPr>
          <a:xfrm>
            <a:off x="1992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2A34497-7081-2154-3E31-14F5F9DE1BD0}"/>
              </a:ext>
            </a:extLst>
          </p:cNvPr>
          <p:cNvSpPr/>
          <p:nvPr/>
        </p:nvSpPr>
        <p:spPr>
          <a:xfrm>
            <a:off x="2820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E08E1764-FC26-BFA2-8612-02BD8A78BC39}"/>
              </a:ext>
            </a:extLst>
          </p:cNvPr>
          <p:cNvSpPr/>
          <p:nvPr/>
        </p:nvSpPr>
        <p:spPr>
          <a:xfrm>
            <a:off x="2820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9745B7F-7C43-2F3A-B1BC-8AD3B09E37D8}"/>
              </a:ext>
            </a:extLst>
          </p:cNvPr>
          <p:cNvSpPr/>
          <p:nvPr/>
        </p:nvSpPr>
        <p:spPr>
          <a:xfrm>
            <a:off x="3648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26CA2DE-46D5-7F57-DD16-26AD0C13062A}"/>
              </a:ext>
            </a:extLst>
          </p:cNvPr>
          <p:cNvSpPr/>
          <p:nvPr/>
        </p:nvSpPr>
        <p:spPr>
          <a:xfrm>
            <a:off x="3648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B,E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1286AFAF-9848-D8DE-475C-310B38957A89}"/>
              </a:ext>
            </a:extLst>
          </p:cNvPr>
          <p:cNvSpPr/>
          <p:nvPr/>
        </p:nvSpPr>
        <p:spPr>
          <a:xfrm>
            <a:off x="4476000" y="450984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5868854-E813-4856-D67F-DA62D5AE5E1C}"/>
              </a:ext>
            </a:extLst>
          </p:cNvPr>
          <p:cNvSpPr/>
          <p:nvPr/>
        </p:nvSpPr>
        <p:spPr>
          <a:xfrm>
            <a:off x="4476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6FC986C-E30D-7439-A46C-C026B3A46A93}"/>
              </a:ext>
            </a:extLst>
          </p:cNvPr>
          <p:cNvSpPr/>
          <p:nvPr/>
        </p:nvSpPr>
        <p:spPr>
          <a:xfrm>
            <a:off x="5304000" y="450984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AEAF44CE-D936-E3A7-6E3B-A7A6576ADA47}"/>
              </a:ext>
            </a:extLst>
          </p:cNvPr>
          <p:cNvSpPr/>
          <p:nvPr/>
        </p:nvSpPr>
        <p:spPr>
          <a:xfrm>
            <a:off x="5304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AE18835-F76D-D1D6-1386-12C2DDE66B82}"/>
              </a:ext>
            </a:extLst>
          </p:cNvPr>
          <p:cNvSpPr/>
          <p:nvPr/>
        </p:nvSpPr>
        <p:spPr>
          <a:xfrm>
            <a:off x="6132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3129A43-EFFF-6896-16E3-4E0F52F215C1}"/>
              </a:ext>
            </a:extLst>
          </p:cNvPr>
          <p:cNvSpPr/>
          <p:nvPr/>
        </p:nvSpPr>
        <p:spPr>
          <a:xfrm>
            <a:off x="6132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D451D22-8078-5BCC-6D93-C0F8A91732FE}"/>
              </a:ext>
            </a:extLst>
          </p:cNvPr>
          <p:cNvSpPr/>
          <p:nvPr/>
        </p:nvSpPr>
        <p:spPr>
          <a:xfrm>
            <a:off x="6960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C,G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CCAE8F4-9ACB-A8F6-BD6A-E11DBF3708D6}"/>
              </a:ext>
            </a:extLst>
          </p:cNvPr>
          <p:cNvSpPr/>
          <p:nvPr/>
        </p:nvSpPr>
        <p:spPr>
          <a:xfrm>
            <a:off x="6960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C,H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5AD07611-AC47-FF71-BF49-2B1D258F1874}"/>
              </a:ext>
            </a:extLst>
          </p:cNvPr>
          <p:cNvSpPr/>
          <p:nvPr/>
        </p:nvSpPr>
        <p:spPr>
          <a:xfrm>
            <a:off x="7788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2105327-6165-3EBE-2F40-F8A817D177B0}"/>
              </a:ext>
            </a:extLst>
          </p:cNvPr>
          <p:cNvSpPr/>
          <p:nvPr/>
        </p:nvSpPr>
        <p:spPr>
          <a:xfrm>
            <a:off x="7788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C560F70-01FE-C079-6CF4-5DAA35045975}"/>
              </a:ext>
            </a:extLst>
          </p:cNvPr>
          <p:cNvSpPr/>
          <p:nvPr/>
        </p:nvSpPr>
        <p:spPr>
          <a:xfrm>
            <a:off x="8616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E5653BC-0F6A-ECB2-9EE8-B738092C261C}"/>
              </a:ext>
            </a:extLst>
          </p:cNvPr>
          <p:cNvSpPr/>
          <p:nvPr/>
        </p:nvSpPr>
        <p:spPr>
          <a:xfrm>
            <a:off x="8616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596F324-FB0D-19AE-91BC-8A73706C7DA5}"/>
              </a:ext>
            </a:extLst>
          </p:cNvPr>
          <p:cNvSpPr/>
          <p:nvPr/>
        </p:nvSpPr>
        <p:spPr>
          <a:xfrm>
            <a:off x="9444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E,F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AD5DA61-CD8A-2AF3-0749-D6C371F670D3}"/>
              </a:ext>
            </a:extLst>
          </p:cNvPr>
          <p:cNvSpPr/>
          <p:nvPr/>
        </p:nvSpPr>
        <p:spPr>
          <a:xfrm>
            <a:off x="9444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E,G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B830F84-4103-2912-FC14-610531629450}"/>
              </a:ext>
            </a:extLst>
          </p:cNvPr>
          <p:cNvSpPr/>
          <p:nvPr/>
        </p:nvSpPr>
        <p:spPr>
          <a:xfrm>
            <a:off x="10272000" y="4509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2EA9A23-9DA9-19FA-8237-36E374E4314B}"/>
              </a:ext>
            </a:extLst>
          </p:cNvPr>
          <p:cNvSpPr/>
          <p:nvPr/>
        </p:nvSpPr>
        <p:spPr>
          <a:xfrm>
            <a:off x="10272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F,G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544D433-8312-DED5-40F5-8B5E59216760}"/>
              </a:ext>
            </a:extLst>
          </p:cNvPr>
          <p:cNvSpPr/>
          <p:nvPr/>
        </p:nvSpPr>
        <p:spPr>
          <a:xfrm>
            <a:off x="11100000" y="450984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F042437-EDA6-4471-481A-3CDE7BCF9478}"/>
              </a:ext>
            </a:extLst>
          </p:cNvPr>
          <p:cNvSpPr/>
          <p:nvPr/>
        </p:nvSpPr>
        <p:spPr>
          <a:xfrm>
            <a:off x="11100000" y="512184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B17D9FED-E8C8-69CF-5209-DB4B428EEA9B}"/>
              </a:ext>
            </a:extLst>
          </p:cNvPr>
          <p:cNvGrpSpPr/>
          <p:nvPr/>
        </p:nvGrpSpPr>
        <p:grpSpPr>
          <a:xfrm>
            <a:off x="4958400" y="4434240"/>
            <a:ext cx="345600" cy="345600"/>
            <a:chOff x="1048950" y="618723"/>
            <a:chExt cx="540000" cy="540000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FA9D8E14-3D2F-94A0-14E6-483C8825043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5AE85DCE-A359-A508-130D-61DF92597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3D35868B-D4B5-B9A4-E71C-0FEB4866AE79}"/>
              </a:ext>
            </a:extLst>
          </p:cNvPr>
          <p:cNvGrpSpPr/>
          <p:nvPr/>
        </p:nvGrpSpPr>
        <p:grpSpPr>
          <a:xfrm>
            <a:off x="5795680" y="4441240"/>
            <a:ext cx="345600" cy="345600"/>
            <a:chOff x="1048950" y="618723"/>
            <a:chExt cx="5400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E13DAFE2-366B-F21A-2F7C-2511A78F9DA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72D865B2-0B2F-B505-60EB-304E09D9A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07639870-ADFB-82FF-6D79-B73042D49B06}"/>
              </a:ext>
            </a:extLst>
          </p:cNvPr>
          <p:cNvGrpSpPr/>
          <p:nvPr/>
        </p:nvGrpSpPr>
        <p:grpSpPr>
          <a:xfrm>
            <a:off x="11582400" y="4434240"/>
            <a:ext cx="345600" cy="345600"/>
            <a:chOff x="1048950" y="618723"/>
            <a:chExt cx="5400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561AABD9-C36E-F1F8-7128-5DF19A08142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AEFF1819-0D10-B9EA-2A7E-96ACBF78D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709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A934-CC2B-8184-C4E0-C2606C7B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709030D0-6980-03FF-3903-4CF6CFB9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45F3E93D-1039-29E3-1919-9B25099C9CFB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2F1FEFE6-44B1-775D-91E5-9FAB3611F0F9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0A89BB3E-A3EF-B3A3-B13E-C987B2EF934C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33494A4F-0A26-8BED-DAF0-E681FAA9244C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B95DF75C-5705-C456-5597-71C4B03FD442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7ACB87CD-45D4-9C7C-D86A-526492C03F7F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51680239-45AF-8F2D-40C1-504B20E292C5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6BCA082F-86C1-9A5E-05B9-8C9507157D7B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1940CC1F-C4AF-6C30-3742-9C223F235539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B1C956B0-DD7C-E6E8-880E-F21DBF24CD84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9D6EFA24-8C91-25D9-A934-BDFB713545F2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1F62EA63-61BB-B821-004F-35321B92D199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9C432CEE-1B41-BA99-788A-46C2FD404049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B69970D3-7BA2-ECB1-0427-230952EC7EA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C1DEB7BE-D40F-11A0-13A2-2E847AC9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0762966A-F4B6-FDD4-E84B-846B196B001F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6C55BA32-E26B-9A8E-EA04-1343DA9EEEF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FB725077-B3DB-ED94-864E-3CB299E05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7C6AD80A-9B62-485F-1607-6431AD76D6B9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AFC74966-2DEF-A587-D6D7-29D9903E3F0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16009E3B-B13D-8216-C79E-3438518DA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9DE94F25-DDC9-6CBC-2704-B37B9FD6DF43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5FD3CF3A-C3ED-6B7B-2FCE-B8E4B25CA93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1FF7F375-7C9B-F777-9C7A-BD013E5E7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06D71590-3936-9D60-D797-82F65941655E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936966A6-386B-F37A-7ABB-9A7274727EB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3418C688-D96E-A024-8581-1FD0CC67B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6EC05FFD-477A-980D-40D3-E258FC7860F3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6B7485D0-FC72-673D-6916-240D01E4166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86983261-74EB-DAAA-0889-76F99354A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D1A4D219-14EA-39A9-3703-E855FFEC7C5B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E343F417-F6D0-3918-0DB1-D5EC458EB6A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F3D4E6D7-F112-307D-7DE2-01D759DEB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83A24D37-72CC-1AE6-E776-B2C7F3CB799C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1C0DF6B9-C9B7-F5C7-B51F-698D42857CB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ABE1A281-731A-5658-8C29-748CA5022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E5362CED-C969-67B6-DC89-0A10B70BB426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BDE6272C-173D-AC3A-BE90-1665C310077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FB648785-0739-709E-5ED6-2CF858779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2E4BCCAF-82D4-6636-210E-43556E7EBA9E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F51BE973-1D88-5291-42E4-1294AC3764B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FB4A46AF-E7D2-39AB-0073-61A3E82F5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AA999AE4-ED3F-51A6-8A3E-C87C898F40B5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964954F2-3071-28E0-727C-114760923BA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5559600B-756C-EA7F-BE9F-2A1B7B8DF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659A04AE-D097-B21A-0F23-3096E50CA04A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7F636D6-7FDD-2DEA-7F0B-29B95B29797D}"/>
              </a:ext>
            </a:extLst>
          </p:cNvPr>
          <p:cNvSpPr/>
          <p:nvPr/>
        </p:nvSpPr>
        <p:spPr>
          <a:xfrm>
            <a:off x="336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DB45C264-EB52-BBD4-918A-33A2F562FF63}"/>
              </a:ext>
            </a:extLst>
          </p:cNvPr>
          <p:cNvSpPr/>
          <p:nvPr/>
        </p:nvSpPr>
        <p:spPr>
          <a:xfrm>
            <a:off x="336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AFF2E63-3AB3-0BC7-F69F-4C2609AB147F}"/>
              </a:ext>
            </a:extLst>
          </p:cNvPr>
          <p:cNvSpPr/>
          <p:nvPr/>
        </p:nvSpPr>
        <p:spPr>
          <a:xfrm>
            <a:off x="1164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71E5676-6108-F341-6A1D-00FD6D75DEFB}"/>
              </a:ext>
            </a:extLst>
          </p:cNvPr>
          <p:cNvSpPr/>
          <p:nvPr/>
        </p:nvSpPr>
        <p:spPr>
          <a:xfrm>
            <a:off x="1164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7ED5138-8BB1-C9AC-8C08-B492FCC3B1A0}"/>
              </a:ext>
            </a:extLst>
          </p:cNvPr>
          <p:cNvSpPr/>
          <p:nvPr/>
        </p:nvSpPr>
        <p:spPr>
          <a:xfrm>
            <a:off x="1992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6" name="!!Ellipse 41">
            <a:extLst>
              <a:ext uri="{FF2B5EF4-FFF2-40B4-BE49-F238E27FC236}">
                <a16:creationId xmlns:a16="http://schemas.microsoft.com/office/drawing/2014/main" id="{811A3F4F-5542-0A17-01AB-4E58260CCCA7}"/>
              </a:ext>
            </a:extLst>
          </p:cNvPr>
          <p:cNvSpPr/>
          <p:nvPr/>
        </p:nvSpPr>
        <p:spPr>
          <a:xfrm>
            <a:off x="1992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B3888A35-A2F5-566A-3FD7-EC5FF1CC5AD8}"/>
              </a:ext>
            </a:extLst>
          </p:cNvPr>
          <p:cNvSpPr/>
          <p:nvPr/>
        </p:nvSpPr>
        <p:spPr>
          <a:xfrm>
            <a:off x="2820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4789C89-2214-8E4E-4318-46D6037C9DC6}"/>
              </a:ext>
            </a:extLst>
          </p:cNvPr>
          <p:cNvSpPr/>
          <p:nvPr/>
        </p:nvSpPr>
        <p:spPr>
          <a:xfrm>
            <a:off x="2820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8679CBE2-9027-C5F4-AA32-009518067D8C}"/>
              </a:ext>
            </a:extLst>
          </p:cNvPr>
          <p:cNvSpPr/>
          <p:nvPr/>
        </p:nvSpPr>
        <p:spPr>
          <a:xfrm>
            <a:off x="3648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2A830263-8DF2-616B-178D-0769408A74B9}"/>
              </a:ext>
            </a:extLst>
          </p:cNvPr>
          <p:cNvSpPr/>
          <p:nvPr/>
        </p:nvSpPr>
        <p:spPr>
          <a:xfrm>
            <a:off x="3648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76F1E23-E330-EB08-A55A-42BCF2D932D1}"/>
              </a:ext>
            </a:extLst>
          </p:cNvPr>
          <p:cNvSpPr/>
          <p:nvPr/>
        </p:nvSpPr>
        <p:spPr>
          <a:xfrm>
            <a:off x="4476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67FE6E0-17BA-F8F5-3DB9-34629E9FB887}"/>
              </a:ext>
            </a:extLst>
          </p:cNvPr>
          <p:cNvSpPr/>
          <p:nvPr/>
        </p:nvSpPr>
        <p:spPr>
          <a:xfrm>
            <a:off x="4476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BFD7AF98-D279-52C8-CCC8-63530A3A9758}"/>
              </a:ext>
            </a:extLst>
          </p:cNvPr>
          <p:cNvSpPr/>
          <p:nvPr/>
        </p:nvSpPr>
        <p:spPr>
          <a:xfrm>
            <a:off x="5304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EC563CC-5489-A074-8972-496E1E40B09A}"/>
              </a:ext>
            </a:extLst>
          </p:cNvPr>
          <p:cNvSpPr/>
          <p:nvPr/>
        </p:nvSpPr>
        <p:spPr>
          <a:xfrm>
            <a:off x="5304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A7E4B592-A3CA-FB04-201F-74058FF217A6}"/>
              </a:ext>
            </a:extLst>
          </p:cNvPr>
          <p:cNvSpPr/>
          <p:nvPr/>
        </p:nvSpPr>
        <p:spPr>
          <a:xfrm>
            <a:off x="6132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4FB0F12A-2174-9ED4-3B9C-21C74FECCA93}"/>
              </a:ext>
            </a:extLst>
          </p:cNvPr>
          <p:cNvSpPr/>
          <p:nvPr/>
        </p:nvSpPr>
        <p:spPr>
          <a:xfrm>
            <a:off x="6132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EBB8BE0-3CEF-31A2-7AB6-24415A49A23F}"/>
              </a:ext>
            </a:extLst>
          </p:cNvPr>
          <p:cNvSpPr/>
          <p:nvPr/>
        </p:nvSpPr>
        <p:spPr>
          <a:xfrm>
            <a:off x="6960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CB034965-03A5-32E6-2553-95EBB38B27D2}"/>
              </a:ext>
            </a:extLst>
          </p:cNvPr>
          <p:cNvSpPr/>
          <p:nvPr/>
        </p:nvSpPr>
        <p:spPr>
          <a:xfrm>
            <a:off x="6960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28198782-746D-83A5-1DD6-F034B84A60AB}"/>
              </a:ext>
            </a:extLst>
          </p:cNvPr>
          <p:cNvSpPr/>
          <p:nvPr/>
        </p:nvSpPr>
        <p:spPr>
          <a:xfrm>
            <a:off x="7788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77F64FC-CE38-358D-5E50-D75E047F65BA}"/>
              </a:ext>
            </a:extLst>
          </p:cNvPr>
          <p:cNvSpPr/>
          <p:nvPr/>
        </p:nvSpPr>
        <p:spPr>
          <a:xfrm>
            <a:off x="7788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779A43ED-280C-2777-20E2-09381EE46396}"/>
              </a:ext>
            </a:extLst>
          </p:cNvPr>
          <p:cNvSpPr/>
          <p:nvPr/>
        </p:nvSpPr>
        <p:spPr>
          <a:xfrm>
            <a:off x="8616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B0B1491-0E30-2D68-B010-C0F672070B57}"/>
              </a:ext>
            </a:extLst>
          </p:cNvPr>
          <p:cNvSpPr/>
          <p:nvPr/>
        </p:nvSpPr>
        <p:spPr>
          <a:xfrm>
            <a:off x="8616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D2713BB3-127D-A93F-9971-905996309FE8}"/>
              </a:ext>
            </a:extLst>
          </p:cNvPr>
          <p:cNvSpPr/>
          <p:nvPr/>
        </p:nvSpPr>
        <p:spPr>
          <a:xfrm>
            <a:off x="9444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9D825771-939B-27F4-22C7-0505987ECCB7}"/>
              </a:ext>
            </a:extLst>
          </p:cNvPr>
          <p:cNvSpPr/>
          <p:nvPr/>
        </p:nvSpPr>
        <p:spPr>
          <a:xfrm>
            <a:off x="9444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585C7EC6-B32E-C6D8-8F78-C3CF0637ED94}"/>
              </a:ext>
            </a:extLst>
          </p:cNvPr>
          <p:cNvSpPr/>
          <p:nvPr/>
        </p:nvSpPr>
        <p:spPr>
          <a:xfrm>
            <a:off x="10272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55A7479-2EA4-BB59-9C7F-8BB5BF873E2E}"/>
              </a:ext>
            </a:extLst>
          </p:cNvPr>
          <p:cNvSpPr/>
          <p:nvPr/>
        </p:nvSpPr>
        <p:spPr>
          <a:xfrm>
            <a:off x="10272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6F23E8F1-C271-3C63-3E13-8716B0FA0FEA}"/>
              </a:ext>
            </a:extLst>
          </p:cNvPr>
          <p:cNvSpPr/>
          <p:nvPr/>
        </p:nvSpPr>
        <p:spPr>
          <a:xfrm>
            <a:off x="11100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782F6C0D-57E6-83FA-9764-01408672BCD2}"/>
              </a:ext>
            </a:extLst>
          </p:cNvPr>
          <p:cNvSpPr/>
          <p:nvPr/>
        </p:nvSpPr>
        <p:spPr>
          <a:xfrm>
            <a:off x="11100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00A13AC2-6052-7594-6A21-6A3A9F48649D}"/>
              </a:ext>
            </a:extLst>
          </p:cNvPr>
          <p:cNvGrpSpPr/>
          <p:nvPr/>
        </p:nvGrpSpPr>
        <p:grpSpPr>
          <a:xfrm>
            <a:off x="4958400" y="1802800"/>
            <a:ext cx="345600" cy="345600"/>
            <a:chOff x="1048950" y="618723"/>
            <a:chExt cx="540000" cy="540000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EA23EEC1-11E2-FA0E-8170-1E42F6C4CA2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6ADE4131-FD04-C2B2-5135-8D3263FB9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DE755C24-4E80-4B06-5C6A-A08BE5FF5723}"/>
              </a:ext>
            </a:extLst>
          </p:cNvPr>
          <p:cNvGrpSpPr/>
          <p:nvPr/>
        </p:nvGrpSpPr>
        <p:grpSpPr>
          <a:xfrm>
            <a:off x="5795680" y="1809800"/>
            <a:ext cx="345600" cy="345600"/>
            <a:chOff x="1048950" y="618723"/>
            <a:chExt cx="5400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3B88853E-8D16-90C9-C21E-EFA2836AB11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0A42E0EB-448C-8933-80EC-39C9BC363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B522B4F0-7F25-8252-5C72-3E546CC7A602}"/>
              </a:ext>
            </a:extLst>
          </p:cNvPr>
          <p:cNvGrpSpPr/>
          <p:nvPr/>
        </p:nvGrpSpPr>
        <p:grpSpPr>
          <a:xfrm>
            <a:off x="11582400" y="1802800"/>
            <a:ext cx="345600" cy="345600"/>
            <a:chOff x="1048950" y="618723"/>
            <a:chExt cx="5400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1A8DD9AA-60F0-A218-9699-FDBB1C6A50D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FC8DDBCD-7E77-DFA1-5C4A-495E5422C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F7A1A3A5-3B5A-ED34-9B92-C7C175189569}"/>
              </a:ext>
            </a:extLst>
          </p:cNvPr>
          <p:cNvGrpSpPr/>
          <p:nvPr/>
        </p:nvGrpSpPr>
        <p:grpSpPr>
          <a:xfrm>
            <a:off x="10754400" y="1806400"/>
            <a:ext cx="345600" cy="345600"/>
            <a:chOff x="1048950" y="618723"/>
            <a:chExt cx="540000" cy="540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453E2638-BE26-FBEB-D124-EAB8E8E4875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ADA9223C-62DA-BED0-2157-B11D27A1F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0F34E48D-E118-0DC0-D063-18756912ECC8}"/>
              </a:ext>
            </a:extLst>
          </p:cNvPr>
          <p:cNvGrpSpPr/>
          <p:nvPr/>
        </p:nvGrpSpPr>
        <p:grpSpPr>
          <a:xfrm>
            <a:off x="11582400" y="2414800"/>
            <a:ext cx="345600" cy="345600"/>
            <a:chOff x="1048950" y="618723"/>
            <a:chExt cx="540000" cy="54000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630FBE14-5FFC-E2D9-EAF1-5C8BB110F54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AB6624BF-DAEE-7FFE-99D7-FAE24BB21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7E1B0B3-7910-6081-9722-A0D222EE9783}"/>
              </a:ext>
            </a:extLst>
          </p:cNvPr>
          <p:cNvGrpSpPr/>
          <p:nvPr/>
        </p:nvGrpSpPr>
        <p:grpSpPr>
          <a:xfrm>
            <a:off x="5796212" y="2414800"/>
            <a:ext cx="345600" cy="3456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5D6C4405-E900-19DC-9D57-FA4AD3A30ED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CCE9094E-CFA5-3E85-0CA8-94DF0FFE7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23C429B-C5F9-AC00-221D-014867F619DA}"/>
              </a:ext>
            </a:extLst>
          </p:cNvPr>
          <p:cNvGrpSpPr/>
          <p:nvPr/>
        </p:nvGrpSpPr>
        <p:grpSpPr>
          <a:xfrm>
            <a:off x="6626675" y="2414800"/>
            <a:ext cx="345600" cy="3456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2D703B50-D9F6-EF50-F4CA-13C59F604A9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648FEEE4-AE85-0E06-13D6-3F1D1E181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5828739C-61A8-1445-69ED-8CF71DFA1916}"/>
              </a:ext>
            </a:extLst>
          </p:cNvPr>
          <p:cNvGrpSpPr/>
          <p:nvPr/>
        </p:nvGrpSpPr>
        <p:grpSpPr>
          <a:xfrm>
            <a:off x="8270400" y="2418400"/>
            <a:ext cx="345600" cy="3456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EE467987-D853-F565-E69C-6D4196C900E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EBCD4F1D-185B-1F3A-F3F4-356B75A08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D08C7F9B-118E-93BD-60DC-EACF849A0248}"/>
              </a:ext>
            </a:extLst>
          </p:cNvPr>
          <p:cNvGrpSpPr/>
          <p:nvPr/>
        </p:nvGrpSpPr>
        <p:grpSpPr>
          <a:xfrm>
            <a:off x="9098400" y="2414800"/>
            <a:ext cx="345600" cy="3456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286B5753-8147-9DC3-38F9-40E023BF6D2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139E3DEB-0BE4-FED7-7599-4E4D52EC7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07348229-116D-ECD5-3336-E1C8BD75E496}"/>
              </a:ext>
            </a:extLst>
          </p:cNvPr>
          <p:cNvGrpSpPr/>
          <p:nvPr/>
        </p:nvGrpSpPr>
        <p:grpSpPr>
          <a:xfrm>
            <a:off x="9098400" y="1802800"/>
            <a:ext cx="345600" cy="3456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7BD0310B-F8C0-9462-D2B8-0442EF33D97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6B3EA6D7-4342-A5CC-4E7F-36BF2C71E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23FABDCD-119C-D0C6-E7E3-896E3ACB16D2}"/>
              </a:ext>
            </a:extLst>
          </p:cNvPr>
          <p:cNvGrpSpPr/>
          <p:nvPr/>
        </p:nvGrpSpPr>
        <p:grpSpPr>
          <a:xfrm>
            <a:off x="4958400" y="2406711"/>
            <a:ext cx="345600" cy="3456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A7AC6E8C-9761-8D9E-BD36-C8D6D70A5D8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3B3D955C-D7AD-0087-8DD4-79A0BE3D3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CE799CA8-1579-9F77-66D9-A50490606E84}"/>
              </a:ext>
            </a:extLst>
          </p:cNvPr>
          <p:cNvGrpSpPr/>
          <p:nvPr/>
        </p:nvGrpSpPr>
        <p:grpSpPr>
          <a:xfrm>
            <a:off x="3302400" y="2414800"/>
            <a:ext cx="345600" cy="3456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05CA6B41-FC52-9592-79D3-88999980BAA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70D95F17-FAED-C649-9056-55547D3D1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B9793232-7187-FCF1-BCC1-98774C1F8564}"/>
              </a:ext>
            </a:extLst>
          </p:cNvPr>
          <p:cNvGrpSpPr/>
          <p:nvPr/>
        </p:nvGrpSpPr>
        <p:grpSpPr>
          <a:xfrm>
            <a:off x="4130400" y="1781195"/>
            <a:ext cx="345600" cy="3456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84D2B9E3-8070-6B97-4D6C-DACCD03FD2E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205FA078-9363-2AD6-BDF2-D50F928FA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8583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25194-3CDE-D74C-5E85-E2D9DD64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073C9E1A-D987-F6B3-AE03-8870D805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F9584EF7-89DB-C8E1-70E6-84196734D920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EC9D4051-E3BD-FB50-9E3A-7A8D2C3D2DD2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66058DB7-0B2E-1271-701A-63B8FB25D5BA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DC9A6D3B-A7F0-BC07-F96A-391942329745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3396A1E5-45CB-CD28-CB1D-F6A28C6E4FAC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89C00D09-D382-06F9-D203-8B1C17C34B2F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4329F34B-6A05-3E65-2CFD-588130F80D96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EC6319D6-43D2-EA0B-4111-4BE8F70CE877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547AF9F6-30E6-3EB8-38E9-F2AB0D216FBD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3D6AF96B-912B-B254-0B3C-58682AA52FF4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4A6261E7-2AF3-C577-E0CC-56F3A8C00FCD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4ECC290B-5720-6AF1-156E-0331D5DB06B9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B08919C-7C8C-8F3E-3C7E-BD821FDFEC63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80D2A949-D2B9-6F3E-BA8B-ADF982435AF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79321F40-4FF8-1AC9-9AE9-8FFD8A5B6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142F4E88-1C54-23B4-DA46-AC853348E081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643D7330-248B-55CB-7693-EC357138A5B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9ACF1540-1F6C-6332-4EA5-88D9169CB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E80B8A62-DF18-8834-0801-15D39BAF7A5D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58D4FAC9-2D42-EB95-A111-9485E234DEF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3993BC7B-4E01-6464-98E0-12B18BD1E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3BD4A018-F351-DE20-7A63-5B5602746BD0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C79C1E12-96F0-344A-6F72-F2A17C46CC7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5CCEF65E-161F-E070-4006-E42D4FCF0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1A80DB48-2EBA-C09C-00AB-6C5D3FE351E8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1880A64C-4071-72CF-91FD-408B9E28738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E834C814-9849-39F0-F075-E1B48C43D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F1A41513-7B4F-DA90-7853-3AE982FBD2CE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BEB034F8-9442-7B5D-3AD6-64CFBA3E2F6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3CFF9932-89DA-9421-09D1-8F9E8774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B51BEAE4-2374-E9E6-F95D-D56E5B28AA9F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800981C0-21A2-1322-80F2-905D25CA354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4C3B9F8E-72C6-326E-A399-790619561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E7420BBF-4DBB-3491-E6D4-6BBF887ECA70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F0A3A7C6-0B0A-FE9F-4CDF-9DF0B59A33D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CDBF868F-FDF9-B31F-83A0-5E1BE9638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498CE60C-47B3-1379-B650-D845F00C1EA7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E7EEBC8A-A65F-F855-B620-F6ABB2D529E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4975F188-A95F-4DFF-F28C-A55B70A21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10D5BAC4-CD3E-D665-603E-7E2B60EA7792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3E4B7919-01EE-13F9-4B5F-870A90C27DF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C90CDB14-50D7-7A94-632B-A3EDDD5C4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A951C0E0-3652-D389-D19C-D86B2CB82591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CEA12D24-3F21-854B-7E4C-0AE426895E7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51346875-10C6-ECCF-84DE-458B39360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E3316B16-ED60-FA31-1B68-188AF5E2EB06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A3FA938-9FB1-4B95-5E84-96E877703882}"/>
              </a:ext>
            </a:extLst>
          </p:cNvPr>
          <p:cNvSpPr/>
          <p:nvPr/>
        </p:nvSpPr>
        <p:spPr>
          <a:xfrm>
            <a:off x="336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A49F603-86B3-EBCC-1A73-29CBA9FFCEDB}"/>
              </a:ext>
            </a:extLst>
          </p:cNvPr>
          <p:cNvSpPr/>
          <p:nvPr/>
        </p:nvSpPr>
        <p:spPr>
          <a:xfrm>
            <a:off x="336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27970BF-A25F-DC54-5741-FD8733F4BC4C}"/>
              </a:ext>
            </a:extLst>
          </p:cNvPr>
          <p:cNvSpPr/>
          <p:nvPr/>
        </p:nvSpPr>
        <p:spPr>
          <a:xfrm>
            <a:off x="1164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2CE561B-68FF-FFE1-4604-AB626CBCA0E1}"/>
              </a:ext>
            </a:extLst>
          </p:cNvPr>
          <p:cNvSpPr/>
          <p:nvPr/>
        </p:nvSpPr>
        <p:spPr>
          <a:xfrm>
            <a:off x="1164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C8ACC5F-BB62-A200-3DA7-3634236B75C3}"/>
              </a:ext>
            </a:extLst>
          </p:cNvPr>
          <p:cNvSpPr/>
          <p:nvPr/>
        </p:nvSpPr>
        <p:spPr>
          <a:xfrm>
            <a:off x="1992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6" name="!!Ellipse 41">
            <a:extLst>
              <a:ext uri="{FF2B5EF4-FFF2-40B4-BE49-F238E27FC236}">
                <a16:creationId xmlns:a16="http://schemas.microsoft.com/office/drawing/2014/main" id="{FE3DF640-55C3-A8CE-F982-B170205A3E31}"/>
              </a:ext>
            </a:extLst>
          </p:cNvPr>
          <p:cNvSpPr/>
          <p:nvPr/>
        </p:nvSpPr>
        <p:spPr>
          <a:xfrm>
            <a:off x="1992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44CEF91-1D6E-6AF5-96D7-C307659B3817}"/>
              </a:ext>
            </a:extLst>
          </p:cNvPr>
          <p:cNvSpPr/>
          <p:nvPr/>
        </p:nvSpPr>
        <p:spPr>
          <a:xfrm>
            <a:off x="2820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BF6199E-A0AA-0E3D-E0BA-71E3037081CC}"/>
              </a:ext>
            </a:extLst>
          </p:cNvPr>
          <p:cNvSpPr/>
          <p:nvPr/>
        </p:nvSpPr>
        <p:spPr>
          <a:xfrm>
            <a:off x="2820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4E068CA-0926-D775-8CE0-2C5F6B56923B}"/>
              </a:ext>
            </a:extLst>
          </p:cNvPr>
          <p:cNvSpPr/>
          <p:nvPr/>
        </p:nvSpPr>
        <p:spPr>
          <a:xfrm>
            <a:off x="3648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C4611E4-F12F-44A7-7071-FD615056F8D9}"/>
              </a:ext>
            </a:extLst>
          </p:cNvPr>
          <p:cNvSpPr/>
          <p:nvPr/>
        </p:nvSpPr>
        <p:spPr>
          <a:xfrm>
            <a:off x="3648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C685278-56D3-6B1D-F616-4F29FFEA4569}"/>
              </a:ext>
            </a:extLst>
          </p:cNvPr>
          <p:cNvSpPr/>
          <p:nvPr/>
        </p:nvSpPr>
        <p:spPr>
          <a:xfrm>
            <a:off x="4476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2A488F0-1C20-8051-56EF-1402BDA0953D}"/>
              </a:ext>
            </a:extLst>
          </p:cNvPr>
          <p:cNvSpPr/>
          <p:nvPr/>
        </p:nvSpPr>
        <p:spPr>
          <a:xfrm>
            <a:off x="4476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AB969D57-4657-5DD6-A8AC-181E68CDF0AB}"/>
              </a:ext>
            </a:extLst>
          </p:cNvPr>
          <p:cNvSpPr/>
          <p:nvPr/>
        </p:nvSpPr>
        <p:spPr>
          <a:xfrm>
            <a:off x="5304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C536E0C-6C18-E435-73D5-F94594332CBE}"/>
              </a:ext>
            </a:extLst>
          </p:cNvPr>
          <p:cNvSpPr/>
          <p:nvPr/>
        </p:nvSpPr>
        <p:spPr>
          <a:xfrm>
            <a:off x="5304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873BF86-13B2-93D5-1D57-2549D60CBEB2}"/>
              </a:ext>
            </a:extLst>
          </p:cNvPr>
          <p:cNvSpPr/>
          <p:nvPr/>
        </p:nvSpPr>
        <p:spPr>
          <a:xfrm>
            <a:off x="6132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CB00892D-76BA-7687-52FE-E180FF9598FC}"/>
              </a:ext>
            </a:extLst>
          </p:cNvPr>
          <p:cNvSpPr/>
          <p:nvPr/>
        </p:nvSpPr>
        <p:spPr>
          <a:xfrm>
            <a:off x="6132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B762B0C3-8B8C-DB94-6C1D-F7B766172169}"/>
              </a:ext>
            </a:extLst>
          </p:cNvPr>
          <p:cNvSpPr/>
          <p:nvPr/>
        </p:nvSpPr>
        <p:spPr>
          <a:xfrm>
            <a:off x="6960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D64B089-BAB8-B349-8511-76E11A83A677}"/>
              </a:ext>
            </a:extLst>
          </p:cNvPr>
          <p:cNvSpPr/>
          <p:nvPr/>
        </p:nvSpPr>
        <p:spPr>
          <a:xfrm>
            <a:off x="6960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5FBB3AF-DAC5-804B-3AD6-C4EB3108A640}"/>
              </a:ext>
            </a:extLst>
          </p:cNvPr>
          <p:cNvSpPr/>
          <p:nvPr/>
        </p:nvSpPr>
        <p:spPr>
          <a:xfrm>
            <a:off x="7788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E86C1ACF-F53A-9EA5-ABAD-EEABB1242D35}"/>
              </a:ext>
            </a:extLst>
          </p:cNvPr>
          <p:cNvSpPr/>
          <p:nvPr/>
        </p:nvSpPr>
        <p:spPr>
          <a:xfrm>
            <a:off x="7788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F09B7DFB-59EA-E52B-13CA-48EF7B63B602}"/>
              </a:ext>
            </a:extLst>
          </p:cNvPr>
          <p:cNvSpPr/>
          <p:nvPr/>
        </p:nvSpPr>
        <p:spPr>
          <a:xfrm>
            <a:off x="8616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F1BBBD1-9133-1381-6F9A-C80A680976E7}"/>
              </a:ext>
            </a:extLst>
          </p:cNvPr>
          <p:cNvSpPr/>
          <p:nvPr/>
        </p:nvSpPr>
        <p:spPr>
          <a:xfrm>
            <a:off x="8616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839D6E8-6A63-4081-4828-7B06803A16A4}"/>
              </a:ext>
            </a:extLst>
          </p:cNvPr>
          <p:cNvSpPr/>
          <p:nvPr/>
        </p:nvSpPr>
        <p:spPr>
          <a:xfrm>
            <a:off x="9444000" y="1878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5009414-FD67-0A1C-0531-20B1ECCBB820}"/>
              </a:ext>
            </a:extLst>
          </p:cNvPr>
          <p:cNvSpPr/>
          <p:nvPr/>
        </p:nvSpPr>
        <p:spPr>
          <a:xfrm>
            <a:off x="9444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1A3C57E-D2B3-4E3F-B54A-7EAA35A89AD1}"/>
              </a:ext>
            </a:extLst>
          </p:cNvPr>
          <p:cNvSpPr/>
          <p:nvPr/>
        </p:nvSpPr>
        <p:spPr>
          <a:xfrm>
            <a:off x="10272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7CC4CC76-2479-D7A5-0EA7-7B043FFFF077}"/>
              </a:ext>
            </a:extLst>
          </p:cNvPr>
          <p:cNvSpPr/>
          <p:nvPr/>
        </p:nvSpPr>
        <p:spPr>
          <a:xfrm>
            <a:off x="10272000" y="24904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AFA4E1BA-FEBB-966F-AFAE-485C1539FCFB}"/>
              </a:ext>
            </a:extLst>
          </p:cNvPr>
          <p:cNvSpPr/>
          <p:nvPr/>
        </p:nvSpPr>
        <p:spPr>
          <a:xfrm>
            <a:off x="11100000" y="1878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A4E06DA5-5612-998B-67B7-848C901B6C38}"/>
              </a:ext>
            </a:extLst>
          </p:cNvPr>
          <p:cNvSpPr/>
          <p:nvPr/>
        </p:nvSpPr>
        <p:spPr>
          <a:xfrm>
            <a:off x="11100000" y="24904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8015BFF0-054A-D728-4FA1-3AF231587088}"/>
              </a:ext>
            </a:extLst>
          </p:cNvPr>
          <p:cNvGrpSpPr/>
          <p:nvPr/>
        </p:nvGrpSpPr>
        <p:grpSpPr>
          <a:xfrm>
            <a:off x="4958400" y="1802800"/>
            <a:ext cx="345600" cy="345600"/>
            <a:chOff x="1048950" y="618723"/>
            <a:chExt cx="540000" cy="540000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17648EB8-79C5-602A-0CCD-FFB71E19070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38C7CFBB-621D-C82A-B744-395CE315A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F8982DDE-DA90-F2B3-25F0-A90E31E1BE2B}"/>
              </a:ext>
            </a:extLst>
          </p:cNvPr>
          <p:cNvGrpSpPr/>
          <p:nvPr/>
        </p:nvGrpSpPr>
        <p:grpSpPr>
          <a:xfrm>
            <a:off x="5795680" y="1809800"/>
            <a:ext cx="345600" cy="345600"/>
            <a:chOff x="1048950" y="618723"/>
            <a:chExt cx="5400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95D545AC-9D14-4514-5E33-5A882A2C009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EBF4BCB3-FF2B-1B56-EF6C-A9E8DAAF2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6613480D-F564-594A-1F42-0A9A43ECE5EC}"/>
              </a:ext>
            </a:extLst>
          </p:cNvPr>
          <p:cNvGrpSpPr/>
          <p:nvPr/>
        </p:nvGrpSpPr>
        <p:grpSpPr>
          <a:xfrm>
            <a:off x="11582400" y="1802800"/>
            <a:ext cx="345600" cy="345600"/>
            <a:chOff x="1048950" y="618723"/>
            <a:chExt cx="5400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F0381485-DCF8-2976-BF69-284D914F1E3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92E00D1A-F0F0-CB93-247F-B6332E7C9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0CC0350A-DC16-5105-54B1-9BF92A6DE171}"/>
              </a:ext>
            </a:extLst>
          </p:cNvPr>
          <p:cNvGrpSpPr/>
          <p:nvPr/>
        </p:nvGrpSpPr>
        <p:grpSpPr>
          <a:xfrm>
            <a:off x="10754400" y="1806400"/>
            <a:ext cx="345600" cy="345600"/>
            <a:chOff x="1048950" y="618723"/>
            <a:chExt cx="540000" cy="540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D72C4F37-2E65-493C-3DA9-FD92B88E5F4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A514A09E-E832-CCBB-737E-543465F2A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1FF45C9D-8571-1417-FC75-66DADCB1BF14}"/>
              </a:ext>
            </a:extLst>
          </p:cNvPr>
          <p:cNvGrpSpPr/>
          <p:nvPr/>
        </p:nvGrpSpPr>
        <p:grpSpPr>
          <a:xfrm>
            <a:off x="11582400" y="2414800"/>
            <a:ext cx="345600" cy="345600"/>
            <a:chOff x="1048950" y="618723"/>
            <a:chExt cx="540000" cy="54000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AB23F092-F947-5BDD-8085-916C325FE87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1F1C7319-DA9D-0B6F-808D-48F09FB70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9B64C2ED-FA8A-69AE-F0D7-A15EF12C8A2E}"/>
              </a:ext>
            </a:extLst>
          </p:cNvPr>
          <p:cNvGrpSpPr/>
          <p:nvPr/>
        </p:nvGrpSpPr>
        <p:grpSpPr>
          <a:xfrm>
            <a:off x="5796212" y="2414800"/>
            <a:ext cx="345600" cy="3456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68FD853B-A049-4459-0D95-BFFEB86A89D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A3DC3531-E06A-D989-1ED9-C1CC9F2DC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849CF0AE-8712-C4C7-E6CA-1C866B91D0D0}"/>
              </a:ext>
            </a:extLst>
          </p:cNvPr>
          <p:cNvGrpSpPr/>
          <p:nvPr/>
        </p:nvGrpSpPr>
        <p:grpSpPr>
          <a:xfrm>
            <a:off x="6626675" y="2414800"/>
            <a:ext cx="345600" cy="3456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1EA291F3-2152-6A8C-AF33-BAC61D66778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1FCE995E-C95E-6012-C3EB-7053AF775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A56D383B-B177-2D0B-62BA-BBD7BF823927}"/>
              </a:ext>
            </a:extLst>
          </p:cNvPr>
          <p:cNvGrpSpPr/>
          <p:nvPr/>
        </p:nvGrpSpPr>
        <p:grpSpPr>
          <a:xfrm>
            <a:off x="8270400" y="2418400"/>
            <a:ext cx="345600" cy="3456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8CC92DCA-04AF-C175-81B8-3A125B2115D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DE05762E-384A-AD72-9096-1AA84B526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46145340-AB11-6EFF-3C7B-EE26A0A33E9B}"/>
              </a:ext>
            </a:extLst>
          </p:cNvPr>
          <p:cNvGrpSpPr/>
          <p:nvPr/>
        </p:nvGrpSpPr>
        <p:grpSpPr>
          <a:xfrm>
            <a:off x="9098400" y="2414800"/>
            <a:ext cx="345600" cy="3456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46CB93AB-B31E-2B14-3914-7FF8D55574C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B7600846-5DE2-C79F-5560-F3C533663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904EC101-1389-983F-D2DF-EE11A407295D}"/>
              </a:ext>
            </a:extLst>
          </p:cNvPr>
          <p:cNvGrpSpPr/>
          <p:nvPr/>
        </p:nvGrpSpPr>
        <p:grpSpPr>
          <a:xfrm>
            <a:off x="9098400" y="1802800"/>
            <a:ext cx="345600" cy="3456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58DD61A2-3DD8-8942-C42E-1D3F8668E29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3E49D4E8-E713-8ED1-DDC2-1B699589C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A594D2A7-F4C0-1F8F-DA60-38F26FF23561}"/>
              </a:ext>
            </a:extLst>
          </p:cNvPr>
          <p:cNvGrpSpPr/>
          <p:nvPr/>
        </p:nvGrpSpPr>
        <p:grpSpPr>
          <a:xfrm>
            <a:off x="4958400" y="2406711"/>
            <a:ext cx="345600" cy="3456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5E926F7-D5AA-595E-4DBF-AC5E08AF0FF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B13A21A4-9BDC-60CE-98C9-9FD37702E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05628559-94E8-ECBB-BA8D-C1BE73229FA3}"/>
              </a:ext>
            </a:extLst>
          </p:cNvPr>
          <p:cNvGrpSpPr/>
          <p:nvPr/>
        </p:nvGrpSpPr>
        <p:grpSpPr>
          <a:xfrm>
            <a:off x="3302400" y="2414800"/>
            <a:ext cx="345600" cy="3456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DB932713-17D4-EB4D-E463-F0411CB4B66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022D78C3-DAFB-0ACB-59CB-3CEDFE7AD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20FA1D5A-C471-518F-CDCD-496C8CA7281D}"/>
              </a:ext>
            </a:extLst>
          </p:cNvPr>
          <p:cNvGrpSpPr/>
          <p:nvPr/>
        </p:nvGrpSpPr>
        <p:grpSpPr>
          <a:xfrm>
            <a:off x="4130400" y="1781195"/>
            <a:ext cx="345600" cy="3456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C4FE3356-B433-99AD-83B8-DA067E0F3D8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71EB508C-3ADB-AF6C-EC2F-AE3C96006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BA685D6-8F63-03C5-520F-E97497812452}"/>
              </a:ext>
            </a:extLst>
          </p:cNvPr>
          <p:cNvSpPr txBox="1">
            <a:spLocks/>
          </p:cNvSpPr>
          <p:nvPr/>
        </p:nvSpPr>
        <p:spPr>
          <a:xfrm>
            <a:off x="338469" y="3616324"/>
            <a:ext cx="343089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Invalide Knoten: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731D6A2-D032-1C64-9AA7-99FDF8B8650D}"/>
              </a:ext>
            </a:extLst>
          </p:cNvPr>
          <p:cNvSpPr/>
          <p:nvPr/>
        </p:nvSpPr>
        <p:spPr>
          <a:xfrm>
            <a:off x="3720000" y="366832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6DB9F69-D2B7-DA6C-4FF4-5DADA15301BE}"/>
              </a:ext>
            </a:extLst>
          </p:cNvPr>
          <p:cNvGrpSpPr/>
          <p:nvPr/>
        </p:nvGrpSpPr>
        <p:grpSpPr>
          <a:xfrm>
            <a:off x="4202400" y="3592724"/>
            <a:ext cx="345600" cy="345600"/>
            <a:chOff x="1048950" y="618723"/>
            <a:chExt cx="540000" cy="5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03D22BE-A477-4485-D673-0FFB8DEA3E2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788695B2-9353-6741-23BC-A1E0B48A2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20" name="Ellipse 119">
            <a:extLst>
              <a:ext uri="{FF2B5EF4-FFF2-40B4-BE49-F238E27FC236}">
                <a16:creationId xmlns:a16="http://schemas.microsoft.com/office/drawing/2014/main" id="{1DB87A22-6CC0-71A5-0EDB-3F0DD7C71F25}"/>
              </a:ext>
            </a:extLst>
          </p:cNvPr>
          <p:cNvSpPr/>
          <p:nvPr/>
        </p:nvSpPr>
        <p:spPr>
          <a:xfrm>
            <a:off x="3720000" y="443424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413EDAE1-18A6-7E31-89E9-4FB3DC2C2B84}"/>
              </a:ext>
            </a:extLst>
          </p:cNvPr>
          <p:cNvGrpSpPr/>
          <p:nvPr/>
        </p:nvGrpSpPr>
        <p:grpSpPr>
          <a:xfrm>
            <a:off x="4202400" y="4358649"/>
            <a:ext cx="345600" cy="345600"/>
            <a:chOff x="1048950" y="618723"/>
            <a:chExt cx="540000" cy="540000"/>
          </a:xfrm>
        </p:grpSpPr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FEFDB5AE-7FD0-1B63-F5CA-33BE6E7EF21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8" name="Grafik 167">
              <a:extLst>
                <a:ext uri="{FF2B5EF4-FFF2-40B4-BE49-F238E27FC236}">
                  <a16:creationId xmlns:a16="http://schemas.microsoft.com/office/drawing/2014/main" id="{AA9B54DD-10B5-28D9-2328-0B4DC6E7B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69" name="Ellipse 168">
            <a:extLst>
              <a:ext uri="{FF2B5EF4-FFF2-40B4-BE49-F238E27FC236}">
                <a16:creationId xmlns:a16="http://schemas.microsoft.com/office/drawing/2014/main" id="{960D3409-6F45-2E10-BE4B-7F59E8AC2FAA}"/>
              </a:ext>
            </a:extLst>
          </p:cNvPr>
          <p:cNvSpPr/>
          <p:nvPr/>
        </p:nvSpPr>
        <p:spPr>
          <a:xfrm>
            <a:off x="3720000" y="520017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DA6054F5-60BF-D221-8504-37E1DBECF595}"/>
              </a:ext>
            </a:extLst>
          </p:cNvPr>
          <p:cNvGrpSpPr/>
          <p:nvPr/>
        </p:nvGrpSpPr>
        <p:grpSpPr>
          <a:xfrm>
            <a:off x="4202400" y="5124574"/>
            <a:ext cx="345600" cy="345600"/>
            <a:chOff x="1048950" y="618723"/>
            <a:chExt cx="540000" cy="540000"/>
          </a:xfrm>
        </p:grpSpPr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7E93A028-00D2-9D96-A79E-7D02AB00A30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49EF227D-68E5-9C54-4D1B-23F1168A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3" name="Ellipse 172">
            <a:extLst>
              <a:ext uri="{FF2B5EF4-FFF2-40B4-BE49-F238E27FC236}">
                <a16:creationId xmlns:a16="http://schemas.microsoft.com/office/drawing/2014/main" id="{AD3139C7-139E-3764-F705-DEC5EA65E9A9}"/>
              </a:ext>
            </a:extLst>
          </p:cNvPr>
          <p:cNvSpPr/>
          <p:nvPr/>
        </p:nvSpPr>
        <p:spPr>
          <a:xfrm>
            <a:off x="4854000" y="366832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407C05AE-520E-F16D-A69B-01B91FAA703D}"/>
              </a:ext>
            </a:extLst>
          </p:cNvPr>
          <p:cNvGrpSpPr/>
          <p:nvPr/>
        </p:nvGrpSpPr>
        <p:grpSpPr>
          <a:xfrm>
            <a:off x="5336400" y="3592724"/>
            <a:ext cx="345600" cy="345600"/>
            <a:chOff x="1048950" y="618723"/>
            <a:chExt cx="540000" cy="540000"/>
          </a:xfrm>
        </p:grpSpPr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29FDADAE-B41B-699B-0DC0-9E6BD340A79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6" name="Grafik 175">
              <a:extLst>
                <a:ext uri="{FF2B5EF4-FFF2-40B4-BE49-F238E27FC236}">
                  <a16:creationId xmlns:a16="http://schemas.microsoft.com/office/drawing/2014/main" id="{BECE983C-C38F-6C4C-4A15-531C58149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7" name="Ellipse 176">
            <a:extLst>
              <a:ext uri="{FF2B5EF4-FFF2-40B4-BE49-F238E27FC236}">
                <a16:creationId xmlns:a16="http://schemas.microsoft.com/office/drawing/2014/main" id="{0E204E42-9BD6-BB79-A12F-7E777101BF59}"/>
              </a:ext>
            </a:extLst>
          </p:cNvPr>
          <p:cNvSpPr/>
          <p:nvPr/>
        </p:nvSpPr>
        <p:spPr>
          <a:xfrm>
            <a:off x="4854000" y="443424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grpSp>
        <p:nvGrpSpPr>
          <p:cNvPr id="178" name="Gruppieren 177">
            <a:extLst>
              <a:ext uri="{FF2B5EF4-FFF2-40B4-BE49-F238E27FC236}">
                <a16:creationId xmlns:a16="http://schemas.microsoft.com/office/drawing/2014/main" id="{6B2A9309-B981-ED18-212C-B2204E1FEC97}"/>
              </a:ext>
            </a:extLst>
          </p:cNvPr>
          <p:cNvGrpSpPr/>
          <p:nvPr/>
        </p:nvGrpSpPr>
        <p:grpSpPr>
          <a:xfrm>
            <a:off x="5336400" y="4358649"/>
            <a:ext cx="345600" cy="345600"/>
            <a:chOff x="1048950" y="618723"/>
            <a:chExt cx="540000" cy="540000"/>
          </a:xfrm>
        </p:grpSpPr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53C6F487-5CA9-9895-0079-EE3BE47104E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0" name="Grafik 179">
              <a:extLst>
                <a:ext uri="{FF2B5EF4-FFF2-40B4-BE49-F238E27FC236}">
                  <a16:creationId xmlns:a16="http://schemas.microsoft.com/office/drawing/2014/main" id="{5BD6B61F-4C6A-295A-33D2-2A963C1F5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81" name="Ellipse 180">
            <a:extLst>
              <a:ext uri="{FF2B5EF4-FFF2-40B4-BE49-F238E27FC236}">
                <a16:creationId xmlns:a16="http://schemas.microsoft.com/office/drawing/2014/main" id="{9B4AEC18-666F-A716-B4A8-6B03F2785FBE}"/>
              </a:ext>
            </a:extLst>
          </p:cNvPr>
          <p:cNvSpPr/>
          <p:nvPr/>
        </p:nvSpPr>
        <p:spPr>
          <a:xfrm>
            <a:off x="4854000" y="520017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1A9CE235-C716-5EFD-8A39-C9A8A2216751}"/>
              </a:ext>
            </a:extLst>
          </p:cNvPr>
          <p:cNvGrpSpPr/>
          <p:nvPr/>
        </p:nvGrpSpPr>
        <p:grpSpPr>
          <a:xfrm>
            <a:off x="5336400" y="5124574"/>
            <a:ext cx="345600" cy="345600"/>
            <a:chOff x="1048950" y="618723"/>
            <a:chExt cx="540000" cy="540000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67AA1E39-4391-FB19-49A1-F78133522E3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4" name="Grafik 183">
              <a:extLst>
                <a:ext uri="{FF2B5EF4-FFF2-40B4-BE49-F238E27FC236}">
                  <a16:creationId xmlns:a16="http://schemas.microsoft.com/office/drawing/2014/main" id="{61874D37-2E6D-C449-46A9-0714D3DC0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85" name="Ellipse 184">
            <a:extLst>
              <a:ext uri="{FF2B5EF4-FFF2-40B4-BE49-F238E27FC236}">
                <a16:creationId xmlns:a16="http://schemas.microsoft.com/office/drawing/2014/main" id="{2F30F3EC-2B34-A1BD-FD1E-46831BA0DA24}"/>
              </a:ext>
            </a:extLst>
          </p:cNvPr>
          <p:cNvSpPr/>
          <p:nvPr/>
        </p:nvSpPr>
        <p:spPr>
          <a:xfrm>
            <a:off x="5988000" y="366832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ADC7AB88-DBFE-2A8E-291D-C41183020D0F}"/>
              </a:ext>
            </a:extLst>
          </p:cNvPr>
          <p:cNvGrpSpPr/>
          <p:nvPr/>
        </p:nvGrpSpPr>
        <p:grpSpPr>
          <a:xfrm>
            <a:off x="6470400" y="3592724"/>
            <a:ext cx="345600" cy="345600"/>
            <a:chOff x="1048950" y="618723"/>
            <a:chExt cx="540000" cy="540000"/>
          </a:xfrm>
        </p:grpSpPr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F3001E67-C803-053F-B807-8ACBD5D4F64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8" name="Grafik 187">
              <a:extLst>
                <a:ext uri="{FF2B5EF4-FFF2-40B4-BE49-F238E27FC236}">
                  <a16:creationId xmlns:a16="http://schemas.microsoft.com/office/drawing/2014/main" id="{24FD70DD-FA71-7FA1-2C0C-A497EDC4F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89" name="Ellipse 188">
            <a:extLst>
              <a:ext uri="{FF2B5EF4-FFF2-40B4-BE49-F238E27FC236}">
                <a16:creationId xmlns:a16="http://schemas.microsoft.com/office/drawing/2014/main" id="{80372D8E-DEDA-70EC-BF71-7A0DD0CA68AB}"/>
              </a:ext>
            </a:extLst>
          </p:cNvPr>
          <p:cNvSpPr/>
          <p:nvPr/>
        </p:nvSpPr>
        <p:spPr>
          <a:xfrm>
            <a:off x="5988000" y="443424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grpSp>
        <p:nvGrpSpPr>
          <p:cNvPr id="190" name="Gruppieren 189">
            <a:extLst>
              <a:ext uri="{FF2B5EF4-FFF2-40B4-BE49-F238E27FC236}">
                <a16:creationId xmlns:a16="http://schemas.microsoft.com/office/drawing/2014/main" id="{FF265B50-AD6B-65D2-5AD7-20144E491CC1}"/>
              </a:ext>
            </a:extLst>
          </p:cNvPr>
          <p:cNvGrpSpPr/>
          <p:nvPr/>
        </p:nvGrpSpPr>
        <p:grpSpPr>
          <a:xfrm>
            <a:off x="6470400" y="4358649"/>
            <a:ext cx="345600" cy="345600"/>
            <a:chOff x="1048950" y="618723"/>
            <a:chExt cx="540000" cy="540000"/>
          </a:xfrm>
        </p:grpSpPr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7D7AA7F9-AEB6-51E2-AD82-291474C9528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92" name="Grafik 191">
              <a:extLst>
                <a:ext uri="{FF2B5EF4-FFF2-40B4-BE49-F238E27FC236}">
                  <a16:creationId xmlns:a16="http://schemas.microsoft.com/office/drawing/2014/main" id="{7A28E210-7D34-EEF3-244B-2ED41839B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93" name="Ellipse 192">
            <a:extLst>
              <a:ext uri="{FF2B5EF4-FFF2-40B4-BE49-F238E27FC236}">
                <a16:creationId xmlns:a16="http://schemas.microsoft.com/office/drawing/2014/main" id="{42EC78E0-681E-7C50-4B82-E3F6A8C0F582}"/>
              </a:ext>
            </a:extLst>
          </p:cNvPr>
          <p:cNvSpPr/>
          <p:nvPr/>
        </p:nvSpPr>
        <p:spPr>
          <a:xfrm>
            <a:off x="5988000" y="520017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grpSp>
        <p:nvGrpSpPr>
          <p:cNvPr id="194" name="Gruppieren 193">
            <a:extLst>
              <a:ext uri="{FF2B5EF4-FFF2-40B4-BE49-F238E27FC236}">
                <a16:creationId xmlns:a16="http://schemas.microsoft.com/office/drawing/2014/main" id="{73593321-9F49-B157-D501-1BBC38777B9E}"/>
              </a:ext>
            </a:extLst>
          </p:cNvPr>
          <p:cNvGrpSpPr/>
          <p:nvPr/>
        </p:nvGrpSpPr>
        <p:grpSpPr>
          <a:xfrm>
            <a:off x="6470400" y="5124574"/>
            <a:ext cx="345600" cy="345600"/>
            <a:chOff x="1048950" y="618723"/>
            <a:chExt cx="540000" cy="540000"/>
          </a:xfrm>
        </p:grpSpPr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2F2B832B-863E-E57D-B58D-6A08F1FC008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96" name="Grafik 195">
              <a:extLst>
                <a:ext uri="{FF2B5EF4-FFF2-40B4-BE49-F238E27FC236}">
                  <a16:creationId xmlns:a16="http://schemas.microsoft.com/office/drawing/2014/main" id="{2F955843-6A77-60FC-B29B-DF7AAF58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97" name="Ellipse 196">
            <a:extLst>
              <a:ext uri="{FF2B5EF4-FFF2-40B4-BE49-F238E27FC236}">
                <a16:creationId xmlns:a16="http://schemas.microsoft.com/office/drawing/2014/main" id="{B5A5EBE9-D9A7-79F4-0156-10F79FA53D72}"/>
              </a:ext>
            </a:extLst>
          </p:cNvPr>
          <p:cNvSpPr/>
          <p:nvPr/>
        </p:nvSpPr>
        <p:spPr>
          <a:xfrm>
            <a:off x="7122000" y="366832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C088B615-925F-0F29-7E44-FB5078702AA4}"/>
              </a:ext>
            </a:extLst>
          </p:cNvPr>
          <p:cNvGrpSpPr/>
          <p:nvPr/>
        </p:nvGrpSpPr>
        <p:grpSpPr>
          <a:xfrm>
            <a:off x="7604400" y="3592724"/>
            <a:ext cx="345600" cy="345600"/>
            <a:chOff x="1048950" y="618723"/>
            <a:chExt cx="540000" cy="540000"/>
          </a:xfrm>
        </p:grpSpPr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B9D01821-B3F4-E993-3482-4AD16994AC4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DBCAB672-E809-8AED-942E-C31E80DCB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01" name="Ellipse 200">
            <a:extLst>
              <a:ext uri="{FF2B5EF4-FFF2-40B4-BE49-F238E27FC236}">
                <a16:creationId xmlns:a16="http://schemas.microsoft.com/office/drawing/2014/main" id="{526A15EF-C808-3759-D429-6CDC42B57CE9}"/>
              </a:ext>
            </a:extLst>
          </p:cNvPr>
          <p:cNvSpPr/>
          <p:nvPr/>
        </p:nvSpPr>
        <p:spPr>
          <a:xfrm>
            <a:off x="7122000" y="443424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E3DCC0A6-A70B-C6CD-D76A-C501FEB743BF}"/>
              </a:ext>
            </a:extLst>
          </p:cNvPr>
          <p:cNvGrpSpPr/>
          <p:nvPr/>
        </p:nvGrpSpPr>
        <p:grpSpPr>
          <a:xfrm>
            <a:off x="7604400" y="4358649"/>
            <a:ext cx="345600" cy="345600"/>
            <a:chOff x="1048950" y="618723"/>
            <a:chExt cx="540000" cy="540000"/>
          </a:xfrm>
        </p:grpSpPr>
        <p:sp>
          <p:nvSpPr>
            <p:cNvPr id="203" name="Ellipse 202">
              <a:extLst>
                <a:ext uri="{FF2B5EF4-FFF2-40B4-BE49-F238E27FC236}">
                  <a16:creationId xmlns:a16="http://schemas.microsoft.com/office/drawing/2014/main" id="{945474A7-345C-C4DD-3E33-3D2584CF2EA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4" name="Grafik 203">
              <a:extLst>
                <a:ext uri="{FF2B5EF4-FFF2-40B4-BE49-F238E27FC236}">
                  <a16:creationId xmlns:a16="http://schemas.microsoft.com/office/drawing/2014/main" id="{DC3C8509-3D32-4897-48B1-4DC689B85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05" name="Ellipse 204">
            <a:extLst>
              <a:ext uri="{FF2B5EF4-FFF2-40B4-BE49-F238E27FC236}">
                <a16:creationId xmlns:a16="http://schemas.microsoft.com/office/drawing/2014/main" id="{82467FB7-3EB5-4716-CA5C-7AED259EA07D}"/>
              </a:ext>
            </a:extLst>
          </p:cNvPr>
          <p:cNvSpPr/>
          <p:nvPr/>
        </p:nvSpPr>
        <p:spPr>
          <a:xfrm>
            <a:off x="7122000" y="520017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BEF2CE6C-6DCD-E594-0C1D-5EC393F91120}"/>
              </a:ext>
            </a:extLst>
          </p:cNvPr>
          <p:cNvGrpSpPr/>
          <p:nvPr/>
        </p:nvGrpSpPr>
        <p:grpSpPr>
          <a:xfrm>
            <a:off x="7604400" y="5124574"/>
            <a:ext cx="345600" cy="345600"/>
            <a:chOff x="1048950" y="618723"/>
            <a:chExt cx="540000" cy="540000"/>
          </a:xfrm>
        </p:grpSpPr>
        <p:sp>
          <p:nvSpPr>
            <p:cNvPr id="207" name="Ellipse 206">
              <a:extLst>
                <a:ext uri="{FF2B5EF4-FFF2-40B4-BE49-F238E27FC236}">
                  <a16:creationId xmlns:a16="http://schemas.microsoft.com/office/drawing/2014/main" id="{BCFC51F9-52A6-6D9A-E5A5-6FB891C350D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8" name="Grafik 207">
              <a:extLst>
                <a:ext uri="{FF2B5EF4-FFF2-40B4-BE49-F238E27FC236}">
                  <a16:creationId xmlns:a16="http://schemas.microsoft.com/office/drawing/2014/main" id="{83EE9FB3-FB6F-2115-6EB9-12B9C9F30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09" name="Ellipse 208">
            <a:extLst>
              <a:ext uri="{FF2B5EF4-FFF2-40B4-BE49-F238E27FC236}">
                <a16:creationId xmlns:a16="http://schemas.microsoft.com/office/drawing/2014/main" id="{477995B1-2255-19A0-F802-300FFBF00648}"/>
              </a:ext>
            </a:extLst>
          </p:cNvPr>
          <p:cNvSpPr/>
          <p:nvPr/>
        </p:nvSpPr>
        <p:spPr>
          <a:xfrm>
            <a:off x="8166000" y="366832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F,G</a:t>
            </a:r>
          </a:p>
        </p:txBody>
      </p:sp>
      <p:grpSp>
        <p:nvGrpSpPr>
          <p:cNvPr id="210" name="Gruppieren 209">
            <a:extLst>
              <a:ext uri="{FF2B5EF4-FFF2-40B4-BE49-F238E27FC236}">
                <a16:creationId xmlns:a16="http://schemas.microsoft.com/office/drawing/2014/main" id="{D5238A61-B263-9DEF-FFE3-08216A43A91D}"/>
              </a:ext>
            </a:extLst>
          </p:cNvPr>
          <p:cNvGrpSpPr/>
          <p:nvPr/>
        </p:nvGrpSpPr>
        <p:grpSpPr>
          <a:xfrm>
            <a:off x="8648400" y="3592724"/>
            <a:ext cx="345600" cy="345600"/>
            <a:chOff x="1048950" y="618723"/>
            <a:chExt cx="540000" cy="540000"/>
          </a:xfrm>
        </p:grpSpPr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82642B11-2756-9022-383C-E8C30B84347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2" name="Grafik 211">
              <a:extLst>
                <a:ext uri="{FF2B5EF4-FFF2-40B4-BE49-F238E27FC236}">
                  <a16:creationId xmlns:a16="http://schemas.microsoft.com/office/drawing/2014/main" id="{31658634-7125-7933-5F69-E0C10918F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3666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2BEE-9D8D-3790-9B7F-1443F79F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A2B25E61-84A1-5E23-F4A2-5981E825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1: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B9C03644-2414-8A95-8ECE-447A2E26E29A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06E8554E-05C0-73C3-2420-1361F9CBA0B1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90D33848-C7E6-A475-FD03-0BE645A193EF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FCD87C38-3BDA-A428-A25D-C372DCDB5C27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6A6B539E-F389-6825-1FBF-932333202254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4E425AB6-3EF6-E5DB-F8C5-6AFECDC4AB68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F94D006A-14DE-2D98-2463-B46304871043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610D8928-C9AC-BCF5-3B1A-7C2025D321B0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1D2F2527-0562-7686-2ADA-49F892187E4B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3C000649-193E-F24D-2E04-0779FD8A0ADF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D6C1CEF5-30C6-709C-40B9-30A31986EF14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FD987FFA-EC21-061B-BE90-CBC6B2F12A98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B7826608-4D0A-C1B7-1134-19CCD8E586E6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78F07B0C-B3CC-E3C5-E771-BD55F619C36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8F4CA548-9226-3FC6-CE25-D2A9E15BF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288B65FA-9C02-317B-1A32-75FB8352E08D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9451FE11-AFC7-AFEE-402C-841262F4E71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68E99C97-84CB-2705-9930-88989156F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10CE87CA-BB36-11DD-F48C-5034B3B6CAAF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028CABA7-C677-C21A-92F1-E045AC6A0FE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B167F3B9-DDFC-AB9C-A94E-86367EEE3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4133A895-E774-6797-1165-209B6463460A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9F1AD6D1-405C-F0B3-D57F-FA9FAC985E4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294E9122-B34E-4822-6DDE-82878D9C7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D8612C11-BB60-9FAE-85D2-5A08F5216C83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BC48C7E5-9E5D-21CD-BEDC-9BD338FE76E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289FBEA0-C27D-DF84-6B37-9A93F7D44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0A6707AF-6028-EF6A-6319-4272C817AADB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64633B5F-CD58-6843-DC5C-9073EB4E9E4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A5C6ACB0-8C36-6BA9-E4C2-CEAEC4BA7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073691DA-F57F-7FCE-8037-417A2ED7B4A5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5B8EB4FD-EDAE-1D49-B6EB-37212AECAE5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805027C8-3E86-717E-36EB-F222D8A1C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1D012395-76C2-02A0-66FC-11816F385E29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E994B577-7DDD-2ABD-F967-9397AF87D7C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C6A17FB2-1035-AB2B-335A-5C2E9B00D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B0ADC7D4-7D6C-AF1E-AB3A-452998B56A31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235B3F05-85BF-49E6-C93E-5DD1A14B5DD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6C9CA5FB-EE18-1EDF-0E29-73569DAEF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E61AA348-637D-90BE-00D2-2D07BB799708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EC171339-1A53-206C-6F8C-19732B324EC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5845113A-02E4-6C9D-4030-2F2246FA9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62A8CA64-F10A-6961-86FC-C94E5E6D6262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663A1F6B-8515-5757-B1B9-0C95A0A15BB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002A9B23-D8D5-85E8-EFC7-94506BF0D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AC9C8CCB-3E99-C3EB-933A-73BA718FD14A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0C1741-2EC6-9338-7566-84F2D8304C08}"/>
              </a:ext>
            </a:extLst>
          </p:cNvPr>
          <p:cNvSpPr txBox="1">
            <a:spLocks/>
          </p:cNvSpPr>
          <p:nvPr/>
        </p:nvSpPr>
        <p:spPr>
          <a:xfrm>
            <a:off x="338469" y="1553844"/>
            <a:ext cx="3430891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Invalide Knoten: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5CE6F1F-BC55-C09F-984D-D0C974ECEEEC}"/>
              </a:ext>
            </a:extLst>
          </p:cNvPr>
          <p:cNvSpPr/>
          <p:nvPr/>
        </p:nvSpPr>
        <p:spPr>
          <a:xfrm>
            <a:off x="3720000" y="160584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C06F9AD-51D7-4B7E-F0AE-B2F8AC9A8CEA}"/>
              </a:ext>
            </a:extLst>
          </p:cNvPr>
          <p:cNvGrpSpPr/>
          <p:nvPr/>
        </p:nvGrpSpPr>
        <p:grpSpPr>
          <a:xfrm>
            <a:off x="4202400" y="1530244"/>
            <a:ext cx="345600" cy="345600"/>
            <a:chOff x="1048950" y="618723"/>
            <a:chExt cx="540000" cy="5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81417138-6132-F7BC-8CD6-5E12DA029C9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FDFF2270-5AF7-7B2F-6F38-DF843BAB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20" name="Ellipse 119">
            <a:extLst>
              <a:ext uri="{FF2B5EF4-FFF2-40B4-BE49-F238E27FC236}">
                <a16:creationId xmlns:a16="http://schemas.microsoft.com/office/drawing/2014/main" id="{7FDAE445-4990-0E39-FEFD-69A64FC23E96}"/>
              </a:ext>
            </a:extLst>
          </p:cNvPr>
          <p:cNvSpPr/>
          <p:nvPr/>
        </p:nvSpPr>
        <p:spPr>
          <a:xfrm>
            <a:off x="3720000" y="237176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DAC0D9E0-0BD2-02DC-5C73-73D6D46A5811}"/>
              </a:ext>
            </a:extLst>
          </p:cNvPr>
          <p:cNvGrpSpPr/>
          <p:nvPr/>
        </p:nvGrpSpPr>
        <p:grpSpPr>
          <a:xfrm>
            <a:off x="4202400" y="2296169"/>
            <a:ext cx="345600" cy="345600"/>
            <a:chOff x="1048950" y="618723"/>
            <a:chExt cx="540000" cy="540000"/>
          </a:xfrm>
        </p:grpSpPr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7B9AC7C8-CB9A-14DF-F46B-C4789931991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8" name="Grafik 167">
              <a:extLst>
                <a:ext uri="{FF2B5EF4-FFF2-40B4-BE49-F238E27FC236}">
                  <a16:creationId xmlns:a16="http://schemas.microsoft.com/office/drawing/2014/main" id="{79EAFCB2-60AE-844E-4366-736542CDB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69" name="Ellipse 168">
            <a:extLst>
              <a:ext uri="{FF2B5EF4-FFF2-40B4-BE49-F238E27FC236}">
                <a16:creationId xmlns:a16="http://schemas.microsoft.com/office/drawing/2014/main" id="{628C92D9-9082-4D29-E2D1-D7C16F571662}"/>
              </a:ext>
            </a:extLst>
          </p:cNvPr>
          <p:cNvSpPr/>
          <p:nvPr/>
        </p:nvSpPr>
        <p:spPr>
          <a:xfrm>
            <a:off x="3720000" y="313769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DD9B89C4-F0B5-D0CB-CD92-B1294AC31539}"/>
              </a:ext>
            </a:extLst>
          </p:cNvPr>
          <p:cNvGrpSpPr/>
          <p:nvPr/>
        </p:nvGrpSpPr>
        <p:grpSpPr>
          <a:xfrm>
            <a:off x="4202400" y="3062094"/>
            <a:ext cx="345600" cy="345600"/>
            <a:chOff x="1048950" y="618723"/>
            <a:chExt cx="540000" cy="540000"/>
          </a:xfrm>
        </p:grpSpPr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02B0053E-D025-8771-74C4-4402EE88009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D0DCF8E5-59FF-648D-FC4D-49EB00B2E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3" name="Ellipse 172">
            <a:extLst>
              <a:ext uri="{FF2B5EF4-FFF2-40B4-BE49-F238E27FC236}">
                <a16:creationId xmlns:a16="http://schemas.microsoft.com/office/drawing/2014/main" id="{8696937D-45A4-6AAE-DA35-B492B9A564B9}"/>
              </a:ext>
            </a:extLst>
          </p:cNvPr>
          <p:cNvSpPr/>
          <p:nvPr/>
        </p:nvSpPr>
        <p:spPr>
          <a:xfrm>
            <a:off x="4854000" y="160584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6D8BEA4E-80D5-5FEA-14B4-2351135FB4E0}"/>
              </a:ext>
            </a:extLst>
          </p:cNvPr>
          <p:cNvGrpSpPr/>
          <p:nvPr/>
        </p:nvGrpSpPr>
        <p:grpSpPr>
          <a:xfrm>
            <a:off x="5336400" y="1530244"/>
            <a:ext cx="345600" cy="345600"/>
            <a:chOff x="1048950" y="618723"/>
            <a:chExt cx="540000" cy="540000"/>
          </a:xfrm>
        </p:grpSpPr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BB569E6B-11B2-2494-44B1-3F699B5CC65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6" name="Grafik 175">
              <a:extLst>
                <a:ext uri="{FF2B5EF4-FFF2-40B4-BE49-F238E27FC236}">
                  <a16:creationId xmlns:a16="http://schemas.microsoft.com/office/drawing/2014/main" id="{6262D393-CD31-07A7-FAD0-A5FFB2EB3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7" name="Ellipse 176">
            <a:extLst>
              <a:ext uri="{FF2B5EF4-FFF2-40B4-BE49-F238E27FC236}">
                <a16:creationId xmlns:a16="http://schemas.microsoft.com/office/drawing/2014/main" id="{BF984328-8449-B88F-C5E8-7966AA62E8F2}"/>
              </a:ext>
            </a:extLst>
          </p:cNvPr>
          <p:cNvSpPr/>
          <p:nvPr/>
        </p:nvSpPr>
        <p:spPr>
          <a:xfrm>
            <a:off x="4854000" y="237176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grpSp>
        <p:nvGrpSpPr>
          <p:cNvPr id="178" name="Gruppieren 177">
            <a:extLst>
              <a:ext uri="{FF2B5EF4-FFF2-40B4-BE49-F238E27FC236}">
                <a16:creationId xmlns:a16="http://schemas.microsoft.com/office/drawing/2014/main" id="{48FA80CD-B85D-4A64-72A2-143A2F4476FD}"/>
              </a:ext>
            </a:extLst>
          </p:cNvPr>
          <p:cNvGrpSpPr/>
          <p:nvPr/>
        </p:nvGrpSpPr>
        <p:grpSpPr>
          <a:xfrm>
            <a:off x="5336400" y="2296169"/>
            <a:ext cx="345600" cy="345600"/>
            <a:chOff x="1048950" y="618723"/>
            <a:chExt cx="540000" cy="540000"/>
          </a:xfrm>
        </p:grpSpPr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CAC94969-8C60-F270-8ECF-B4B0D4CF963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0" name="Grafik 179">
              <a:extLst>
                <a:ext uri="{FF2B5EF4-FFF2-40B4-BE49-F238E27FC236}">
                  <a16:creationId xmlns:a16="http://schemas.microsoft.com/office/drawing/2014/main" id="{565235A1-0535-BFF0-97F0-FC8AF7CC1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81" name="Ellipse 180">
            <a:extLst>
              <a:ext uri="{FF2B5EF4-FFF2-40B4-BE49-F238E27FC236}">
                <a16:creationId xmlns:a16="http://schemas.microsoft.com/office/drawing/2014/main" id="{BE5541C5-8619-26D4-4CA6-29A378BE7548}"/>
              </a:ext>
            </a:extLst>
          </p:cNvPr>
          <p:cNvSpPr/>
          <p:nvPr/>
        </p:nvSpPr>
        <p:spPr>
          <a:xfrm>
            <a:off x="4854000" y="313769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E62302B2-72F1-154E-A8AB-0703310C92CE}"/>
              </a:ext>
            </a:extLst>
          </p:cNvPr>
          <p:cNvGrpSpPr/>
          <p:nvPr/>
        </p:nvGrpSpPr>
        <p:grpSpPr>
          <a:xfrm>
            <a:off x="5336400" y="3062094"/>
            <a:ext cx="345600" cy="345600"/>
            <a:chOff x="1048950" y="618723"/>
            <a:chExt cx="540000" cy="540000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D85AF66A-1A66-4C9E-66A9-E1EE6ACA7E8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4" name="Grafik 183">
              <a:extLst>
                <a:ext uri="{FF2B5EF4-FFF2-40B4-BE49-F238E27FC236}">
                  <a16:creationId xmlns:a16="http://schemas.microsoft.com/office/drawing/2014/main" id="{E7047643-929D-6F1A-9499-DE8DAB95E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85" name="Ellipse 184">
            <a:extLst>
              <a:ext uri="{FF2B5EF4-FFF2-40B4-BE49-F238E27FC236}">
                <a16:creationId xmlns:a16="http://schemas.microsoft.com/office/drawing/2014/main" id="{BEDFB2A9-82AD-2138-9587-E8E1DE75ADF2}"/>
              </a:ext>
            </a:extLst>
          </p:cNvPr>
          <p:cNvSpPr/>
          <p:nvPr/>
        </p:nvSpPr>
        <p:spPr>
          <a:xfrm>
            <a:off x="5988000" y="160584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5C716EA3-51C5-1929-7F11-4B738EE30A4A}"/>
              </a:ext>
            </a:extLst>
          </p:cNvPr>
          <p:cNvGrpSpPr/>
          <p:nvPr/>
        </p:nvGrpSpPr>
        <p:grpSpPr>
          <a:xfrm>
            <a:off x="6470400" y="1530244"/>
            <a:ext cx="345600" cy="345600"/>
            <a:chOff x="1048950" y="618723"/>
            <a:chExt cx="540000" cy="540000"/>
          </a:xfrm>
        </p:grpSpPr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4C867F5E-E743-9DEE-D5F2-A349CD0FA30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8" name="Grafik 187">
              <a:extLst>
                <a:ext uri="{FF2B5EF4-FFF2-40B4-BE49-F238E27FC236}">
                  <a16:creationId xmlns:a16="http://schemas.microsoft.com/office/drawing/2014/main" id="{26376C8D-92D2-1EAA-5110-994182169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89" name="Ellipse 188">
            <a:extLst>
              <a:ext uri="{FF2B5EF4-FFF2-40B4-BE49-F238E27FC236}">
                <a16:creationId xmlns:a16="http://schemas.microsoft.com/office/drawing/2014/main" id="{C4BC9C3A-849E-A992-C12A-4711FEAC7FF8}"/>
              </a:ext>
            </a:extLst>
          </p:cNvPr>
          <p:cNvSpPr/>
          <p:nvPr/>
        </p:nvSpPr>
        <p:spPr>
          <a:xfrm>
            <a:off x="5988000" y="237176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grpSp>
        <p:nvGrpSpPr>
          <p:cNvPr id="190" name="Gruppieren 189">
            <a:extLst>
              <a:ext uri="{FF2B5EF4-FFF2-40B4-BE49-F238E27FC236}">
                <a16:creationId xmlns:a16="http://schemas.microsoft.com/office/drawing/2014/main" id="{21C41C72-F160-3E86-6CDA-DFAB2221C0CD}"/>
              </a:ext>
            </a:extLst>
          </p:cNvPr>
          <p:cNvGrpSpPr/>
          <p:nvPr/>
        </p:nvGrpSpPr>
        <p:grpSpPr>
          <a:xfrm>
            <a:off x="6470400" y="2296169"/>
            <a:ext cx="345600" cy="345600"/>
            <a:chOff x="1048950" y="618723"/>
            <a:chExt cx="540000" cy="540000"/>
          </a:xfrm>
        </p:grpSpPr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3C956D53-C95F-9263-0C95-815784DD396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92" name="Grafik 191">
              <a:extLst>
                <a:ext uri="{FF2B5EF4-FFF2-40B4-BE49-F238E27FC236}">
                  <a16:creationId xmlns:a16="http://schemas.microsoft.com/office/drawing/2014/main" id="{81F60CD1-2810-8140-D449-43A8D5B6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93" name="Ellipse 192">
            <a:extLst>
              <a:ext uri="{FF2B5EF4-FFF2-40B4-BE49-F238E27FC236}">
                <a16:creationId xmlns:a16="http://schemas.microsoft.com/office/drawing/2014/main" id="{EED9B21D-4B26-509A-653D-0DA21BF5C431}"/>
              </a:ext>
            </a:extLst>
          </p:cNvPr>
          <p:cNvSpPr/>
          <p:nvPr/>
        </p:nvSpPr>
        <p:spPr>
          <a:xfrm>
            <a:off x="5988000" y="313769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grpSp>
        <p:nvGrpSpPr>
          <p:cNvPr id="194" name="Gruppieren 193">
            <a:extLst>
              <a:ext uri="{FF2B5EF4-FFF2-40B4-BE49-F238E27FC236}">
                <a16:creationId xmlns:a16="http://schemas.microsoft.com/office/drawing/2014/main" id="{4CABCA12-0069-995B-B5AD-EDAE02DF5121}"/>
              </a:ext>
            </a:extLst>
          </p:cNvPr>
          <p:cNvGrpSpPr/>
          <p:nvPr/>
        </p:nvGrpSpPr>
        <p:grpSpPr>
          <a:xfrm>
            <a:off x="6470400" y="3062094"/>
            <a:ext cx="345600" cy="345600"/>
            <a:chOff x="1048950" y="618723"/>
            <a:chExt cx="540000" cy="540000"/>
          </a:xfrm>
        </p:grpSpPr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68EEAA8C-4DDB-FA51-E300-05BA2B3A73E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96" name="Grafik 195">
              <a:extLst>
                <a:ext uri="{FF2B5EF4-FFF2-40B4-BE49-F238E27FC236}">
                  <a16:creationId xmlns:a16="http://schemas.microsoft.com/office/drawing/2014/main" id="{3C077B5F-9970-6A16-AC3E-185F87567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97" name="Ellipse 196">
            <a:extLst>
              <a:ext uri="{FF2B5EF4-FFF2-40B4-BE49-F238E27FC236}">
                <a16:creationId xmlns:a16="http://schemas.microsoft.com/office/drawing/2014/main" id="{BD42DA4D-83D1-E30D-588D-D5BDF427BB93}"/>
              </a:ext>
            </a:extLst>
          </p:cNvPr>
          <p:cNvSpPr/>
          <p:nvPr/>
        </p:nvSpPr>
        <p:spPr>
          <a:xfrm>
            <a:off x="7122000" y="160584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EF976AEA-8644-A810-FC0E-2DD1F491C35B}"/>
              </a:ext>
            </a:extLst>
          </p:cNvPr>
          <p:cNvGrpSpPr/>
          <p:nvPr/>
        </p:nvGrpSpPr>
        <p:grpSpPr>
          <a:xfrm>
            <a:off x="7604400" y="1530244"/>
            <a:ext cx="345600" cy="345600"/>
            <a:chOff x="1048950" y="618723"/>
            <a:chExt cx="540000" cy="540000"/>
          </a:xfrm>
        </p:grpSpPr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6EC2DF8C-2724-EB73-C9AB-CB2E8F55154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3281ED34-423F-4001-76FF-3D350D59E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01" name="Ellipse 200">
            <a:extLst>
              <a:ext uri="{FF2B5EF4-FFF2-40B4-BE49-F238E27FC236}">
                <a16:creationId xmlns:a16="http://schemas.microsoft.com/office/drawing/2014/main" id="{A1FDAA5F-5862-45CE-B0AF-800114496EDA}"/>
              </a:ext>
            </a:extLst>
          </p:cNvPr>
          <p:cNvSpPr/>
          <p:nvPr/>
        </p:nvSpPr>
        <p:spPr>
          <a:xfrm>
            <a:off x="7122000" y="2371769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D8870C87-5475-1075-3495-A5E231B2FD96}"/>
              </a:ext>
            </a:extLst>
          </p:cNvPr>
          <p:cNvGrpSpPr/>
          <p:nvPr/>
        </p:nvGrpSpPr>
        <p:grpSpPr>
          <a:xfrm>
            <a:off x="7604400" y="2296169"/>
            <a:ext cx="345600" cy="345600"/>
            <a:chOff x="1048950" y="618723"/>
            <a:chExt cx="540000" cy="540000"/>
          </a:xfrm>
        </p:grpSpPr>
        <p:sp>
          <p:nvSpPr>
            <p:cNvPr id="203" name="Ellipse 202">
              <a:extLst>
                <a:ext uri="{FF2B5EF4-FFF2-40B4-BE49-F238E27FC236}">
                  <a16:creationId xmlns:a16="http://schemas.microsoft.com/office/drawing/2014/main" id="{DA26C517-7C85-E654-ED06-AFA0DCA785A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4" name="Grafik 203">
              <a:extLst>
                <a:ext uri="{FF2B5EF4-FFF2-40B4-BE49-F238E27FC236}">
                  <a16:creationId xmlns:a16="http://schemas.microsoft.com/office/drawing/2014/main" id="{506AC542-0EF4-62D0-A9C1-61E760A08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05" name="Ellipse 204">
            <a:extLst>
              <a:ext uri="{FF2B5EF4-FFF2-40B4-BE49-F238E27FC236}">
                <a16:creationId xmlns:a16="http://schemas.microsoft.com/office/drawing/2014/main" id="{BBF6FED9-34C7-1C0E-E2E1-C5EB46E63A3F}"/>
              </a:ext>
            </a:extLst>
          </p:cNvPr>
          <p:cNvSpPr/>
          <p:nvPr/>
        </p:nvSpPr>
        <p:spPr>
          <a:xfrm>
            <a:off x="7122000" y="313769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173DA676-1F97-E7FC-E8F1-D022E3CCD84C}"/>
              </a:ext>
            </a:extLst>
          </p:cNvPr>
          <p:cNvGrpSpPr/>
          <p:nvPr/>
        </p:nvGrpSpPr>
        <p:grpSpPr>
          <a:xfrm>
            <a:off x="7604400" y="3062094"/>
            <a:ext cx="345600" cy="345600"/>
            <a:chOff x="1048950" y="618723"/>
            <a:chExt cx="540000" cy="540000"/>
          </a:xfrm>
        </p:grpSpPr>
        <p:sp>
          <p:nvSpPr>
            <p:cNvPr id="207" name="Ellipse 206">
              <a:extLst>
                <a:ext uri="{FF2B5EF4-FFF2-40B4-BE49-F238E27FC236}">
                  <a16:creationId xmlns:a16="http://schemas.microsoft.com/office/drawing/2014/main" id="{426A663D-86B0-6402-2543-B0BA321D9E5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8" name="Grafik 207">
              <a:extLst>
                <a:ext uri="{FF2B5EF4-FFF2-40B4-BE49-F238E27FC236}">
                  <a16:creationId xmlns:a16="http://schemas.microsoft.com/office/drawing/2014/main" id="{41B81522-2A0C-1DDD-BBA4-393E61FDB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09" name="Ellipse 208">
            <a:extLst>
              <a:ext uri="{FF2B5EF4-FFF2-40B4-BE49-F238E27FC236}">
                <a16:creationId xmlns:a16="http://schemas.microsoft.com/office/drawing/2014/main" id="{2AAB9F05-0D67-0A3C-6AF4-C49C78762135}"/>
              </a:ext>
            </a:extLst>
          </p:cNvPr>
          <p:cNvSpPr/>
          <p:nvPr/>
        </p:nvSpPr>
        <p:spPr>
          <a:xfrm>
            <a:off x="8166000" y="1605844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F,G</a:t>
            </a:r>
          </a:p>
        </p:txBody>
      </p:sp>
      <p:grpSp>
        <p:nvGrpSpPr>
          <p:cNvPr id="210" name="Gruppieren 209">
            <a:extLst>
              <a:ext uri="{FF2B5EF4-FFF2-40B4-BE49-F238E27FC236}">
                <a16:creationId xmlns:a16="http://schemas.microsoft.com/office/drawing/2014/main" id="{429B1B44-D054-7041-EB4B-443E564D1B1C}"/>
              </a:ext>
            </a:extLst>
          </p:cNvPr>
          <p:cNvGrpSpPr/>
          <p:nvPr/>
        </p:nvGrpSpPr>
        <p:grpSpPr>
          <a:xfrm>
            <a:off x="8648400" y="1530244"/>
            <a:ext cx="345600" cy="345600"/>
            <a:chOff x="1048950" y="618723"/>
            <a:chExt cx="540000" cy="540000"/>
          </a:xfrm>
        </p:grpSpPr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D5CB75C6-07B3-0505-4F44-FA80A112F19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2" name="Grafik 211">
              <a:extLst>
                <a:ext uri="{FF2B5EF4-FFF2-40B4-BE49-F238E27FC236}">
                  <a16:creationId xmlns:a16="http://schemas.microsoft.com/office/drawing/2014/main" id="{C79BFA97-EB57-EF72-EB5B-C182A5CBA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7" name="Titel 1">
            <a:extLst>
              <a:ext uri="{FF2B5EF4-FFF2-40B4-BE49-F238E27FC236}">
                <a16:creationId xmlns:a16="http://schemas.microsoft.com/office/drawing/2014/main" id="{7FD7ACB7-DC7D-46F4-F0CB-46BCB9BE5793}"/>
              </a:ext>
            </a:extLst>
          </p:cNvPr>
          <p:cNvSpPr txBox="1">
            <a:spLocks/>
          </p:cNvSpPr>
          <p:nvPr/>
        </p:nvSpPr>
        <p:spPr>
          <a:xfrm>
            <a:off x="480059" y="4534194"/>
            <a:ext cx="146050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Also: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133A184-7335-4CAC-9512-7654793E82EB}"/>
              </a:ext>
            </a:extLst>
          </p:cNvPr>
          <p:cNvSpPr/>
          <p:nvPr/>
        </p:nvSpPr>
        <p:spPr>
          <a:xfrm>
            <a:off x="2295760" y="465975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87AB0A1-6A75-3AF1-599E-D11DD5BA3CD4}"/>
              </a:ext>
            </a:extLst>
          </p:cNvPr>
          <p:cNvGrpSpPr/>
          <p:nvPr/>
        </p:nvGrpSpPr>
        <p:grpSpPr>
          <a:xfrm>
            <a:off x="2778160" y="4584156"/>
            <a:ext cx="345600" cy="345600"/>
            <a:chOff x="1048950" y="618723"/>
            <a:chExt cx="5400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E6066CCC-38AE-98D5-E8E8-A6B73066E09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0C9D325-C08D-6E45-C09B-F4036D5C3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2" name="Ellipse 11">
            <a:extLst>
              <a:ext uri="{FF2B5EF4-FFF2-40B4-BE49-F238E27FC236}">
                <a16:creationId xmlns:a16="http://schemas.microsoft.com/office/drawing/2014/main" id="{2F923E29-4A78-B936-4CC8-AD216CC4D2F1}"/>
              </a:ext>
            </a:extLst>
          </p:cNvPr>
          <p:cNvSpPr/>
          <p:nvPr/>
        </p:nvSpPr>
        <p:spPr>
          <a:xfrm>
            <a:off x="3406959" y="471215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33FCC3D-13A1-AB48-5EC1-5BAFFE7A629F}"/>
              </a:ext>
            </a:extLst>
          </p:cNvPr>
          <p:cNvGrpSpPr/>
          <p:nvPr/>
        </p:nvGrpSpPr>
        <p:grpSpPr>
          <a:xfrm>
            <a:off x="3889359" y="4636556"/>
            <a:ext cx="345600" cy="345600"/>
            <a:chOff x="1048950" y="618723"/>
            <a:chExt cx="5400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6206B078-B43B-E386-7723-50075EC492E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0EC790B6-52D0-FCAF-5357-698477B73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" name="Ellipse 16">
            <a:extLst>
              <a:ext uri="{FF2B5EF4-FFF2-40B4-BE49-F238E27FC236}">
                <a16:creationId xmlns:a16="http://schemas.microsoft.com/office/drawing/2014/main" id="{5D529676-A5F4-F155-7D8B-4D5723393A06}"/>
              </a:ext>
            </a:extLst>
          </p:cNvPr>
          <p:cNvSpPr/>
          <p:nvPr/>
        </p:nvSpPr>
        <p:spPr>
          <a:xfrm>
            <a:off x="4518158" y="4691272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AE446F8-C9B7-A8DE-4531-09C99B547813}"/>
              </a:ext>
            </a:extLst>
          </p:cNvPr>
          <p:cNvGrpSpPr/>
          <p:nvPr/>
        </p:nvGrpSpPr>
        <p:grpSpPr>
          <a:xfrm>
            <a:off x="5000558" y="4615672"/>
            <a:ext cx="345600" cy="345600"/>
            <a:chOff x="1048950" y="618723"/>
            <a:chExt cx="5400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24DAF475-8257-2ECC-4A05-17C7326346E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7C682A6B-5CAD-A7C8-7ABD-A15974A2D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88" name="Ellipse 87">
            <a:extLst>
              <a:ext uri="{FF2B5EF4-FFF2-40B4-BE49-F238E27FC236}">
                <a16:creationId xmlns:a16="http://schemas.microsoft.com/office/drawing/2014/main" id="{F072EFD6-E2BD-215F-6FB7-7170F2F6A0B3}"/>
              </a:ext>
            </a:extLst>
          </p:cNvPr>
          <p:cNvSpPr/>
          <p:nvPr/>
        </p:nvSpPr>
        <p:spPr>
          <a:xfrm>
            <a:off x="5629357" y="4694152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86131C3-1017-2DA8-2DC8-74F295B03590}"/>
              </a:ext>
            </a:extLst>
          </p:cNvPr>
          <p:cNvGrpSpPr/>
          <p:nvPr/>
        </p:nvGrpSpPr>
        <p:grpSpPr>
          <a:xfrm>
            <a:off x="6111757" y="4618552"/>
            <a:ext cx="345600" cy="345600"/>
            <a:chOff x="1048950" y="618723"/>
            <a:chExt cx="5400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07F7D7E3-FFD7-2EDE-C251-DE365484101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38DDA2AC-C17E-CA05-B251-7512B7D61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2" name="Ellipse 91">
            <a:extLst>
              <a:ext uri="{FF2B5EF4-FFF2-40B4-BE49-F238E27FC236}">
                <a16:creationId xmlns:a16="http://schemas.microsoft.com/office/drawing/2014/main" id="{B78A2DD2-9ACC-87C9-CF4E-10F84425A308}"/>
              </a:ext>
            </a:extLst>
          </p:cNvPr>
          <p:cNvSpPr/>
          <p:nvPr/>
        </p:nvSpPr>
        <p:spPr>
          <a:xfrm>
            <a:off x="6740556" y="471215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976F34F8-C71C-0CE6-AC29-CA3D038723ED}"/>
              </a:ext>
            </a:extLst>
          </p:cNvPr>
          <p:cNvGrpSpPr/>
          <p:nvPr/>
        </p:nvGrpSpPr>
        <p:grpSpPr>
          <a:xfrm>
            <a:off x="7222956" y="4636556"/>
            <a:ext cx="345600" cy="345600"/>
            <a:chOff x="1048950" y="618723"/>
            <a:chExt cx="540000" cy="54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664209B4-F7EC-C01A-8A80-F911CD69843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7F241A04-C807-1414-3A10-9F44C4330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6" name="Ellipse 95">
            <a:extLst>
              <a:ext uri="{FF2B5EF4-FFF2-40B4-BE49-F238E27FC236}">
                <a16:creationId xmlns:a16="http://schemas.microsoft.com/office/drawing/2014/main" id="{8A1F063B-5058-14D5-07F2-C41DBFC675C9}"/>
              </a:ext>
            </a:extLst>
          </p:cNvPr>
          <p:cNvSpPr/>
          <p:nvPr/>
        </p:nvSpPr>
        <p:spPr>
          <a:xfrm>
            <a:off x="7851755" y="471215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47111009-6FB3-335D-6632-C5B437015C15}"/>
              </a:ext>
            </a:extLst>
          </p:cNvPr>
          <p:cNvGrpSpPr/>
          <p:nvPr/>
        </p:nvGrpSpPr>
        <p:grpSpPr>
          <a:xfrm>
            <a:off x="8334155" y="4636556"/>
            <a:ext cx="345600" cy="345600"/>
            <a:chOff x="1048950" y="618723"/>
            <a:chExt cx="540000" cy="540000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CBD8444D-9311-D68C-D270-90F593E5314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9" name="Grafik 98">
              <a:extLst>
                <a:ext uri="{FF2B5EF4-FFF2-40B4-BE49-F238E27FC236}">
                  <a16:creationId xmlns:a16="http://schemas.microsoft.com/office/drawing/2014/main" id="{11323720-45E8-CF6A-3EB2-FAF472205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0" name="Ellipse 99">
            <a:extLst>
              <a:ext uri="{FF2B5EF4-FFF2-40B4-BE49-F238E27FC236}">
                <a16:creationId xmlns:a16="http://schemas.microsoft.com/office/drawing/2014/main" id="{A202EBE7-CC36-6012-CF93-35B1BA8E5703}"/>
              </a:ext>
            </a:extLst>
          </p:cNvPr>
          <p:cNvSpPr/>
          <p:nvPr/>
        </p:nvSpPr>
        <p:spPr>
          <a:xfrm>
            <a:off x="8962954" y="471215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963D1041-4812-E686-1ADA-0475A4490918}"/>
              </a:ext>
            </a:extLst>
          </p:cNvPr>
          <p:cNvGrpSpPr/>
          <p:nvPr/>
        </p:nvGrpSpPr>
        <p:grpSpPr>
          <a:xfrm>
            <a:off x="9445354" y="4636556"/>
            <a:ext cx="345600" cy="345600"/>
            <a:chOff x="1048950" y="618723"/>
            <a:chExt cx="5400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64227D03-2639-0E93-0834-969949FD320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64A85F6D-3D95-4C36-1167-651FC3619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3724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58666-702D-06C6-208F-522ED7BC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FE6C1A88-89B9-4FD0-D0C9-49E3106F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1: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A23C208D-3AB4-301F-AA07-EF88D3A07351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DDEA29EE-5664-4659-2C8B-444ED781D890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63DEB9DC-7AEF-7D3A-A4DB-408B57A8A482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EC068951-435A-DD29-508D-674AB9208882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8CBC9DE8-B4FA-6609-561A-AA300CE04DDE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818F40B6-8E87-6E9D-1C1E-B110AEAFDDBC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778EE251-FE0B-3ED7-2C63-F8CB34361A3C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2F163BA4-67CF-9CD1-5791-DBEF07F5E677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033C8456-F113-1978-E7F3-C025D6701BD7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C24F0B37-DFEC-E70E-1875-6AD8A29A156B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142FF8CC-6F46-04E4-9DF5-CDDF7BF4806F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A7871163-E028-8016-CE6D-79D65172B490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771E9DB5-C5A7-20D7-33E9-B832E8AB2644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53B4A88E-109F-BB45-35F1-206D2C1A8FD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20CEE1BF-642E-848F-1084-B0159649A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D419D625-DA4E-5D12-4E42-9DDEBCED8E30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2885E0D4-18E1-E03D-6C5B-D2F65EA601B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2A27739F-8474-6B70-F7DE-9490E3550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91579E13-7052-A0E4-9E57-A336139BA736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4E0DBFF0-02FE-438F-F6BA-6469F45DD35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37CEB2D0-8D49-A8CA-2A8C-656FCCE08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30220746-1BB3-A5D7-EE7F-DA40F294928B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01CE9E44-7A92-30A2-C716-F5E3CBD4222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DFEB5740-EB66-25A5-4BC8-DA5FFE79D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4E13B01D-426A-ECF6-94FB-D70A4D532878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B991885E-4FD3-5B6E-B28A-BFF24490743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2DDD5267-5B38-D101-A7B8-6F34D2D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141AF2A4-BCB1-7285-0872-F48012223E80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05184D69-C9C8-0902-1707-ED072194B3D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CFD12024-075D-EFAD-3004-D7C8F70B9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3514FB8D-A075-E99C-9C67-F62163E8E1CE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1F362F1D-AE5B-1B5E-6424-C037112030E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C4D3FB1B-D895-FF54-C47E-BF3EF7EC8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FA7E962A-E2A6-B5C8-6AD1-8FD5A9E5D237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8D7681DA-5410-810C-408D-9D17A3BB783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B570844A-2A33-39B9-B903-ACF224B70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315E9931-D811-47CA-26A6-395EC987DD6A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579F7A4F-3F61-90F9-E373-59F94D29D15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207999EC-6791-F4C6-3790-11EF0FB89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C1E38F5C-B022-CB57-E734-04BED178EDE2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70EFFE52-0E41-8E48-8659-75F43D983A0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70FDE43F-F86E-6742-A48B-AA059A987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D0AE4D8B-3D73-286F-5840-DCBB0F8530B6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C34082FD-1933-FEAE-0450-FB1E8F4A4D3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A47117A2-D182-AB98-741E-2511DA8A3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7F5B5944-847A-0DC7-396E-C423F0315A86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192B6C6-3C12-4E17-1DE0-A1557A3D6F62}"/>
              </a:ext>
            </a:extLst>
          </p:cNvPr>
          <p:cNvSpPr txBox="1">
            <a:spLocks/>
          </p:cNvSpPr>
          <p:nvPr/>
        </p:nvSpPr>
        <p:spPr>
          <a:xfrm>
            <a:off x="480059" y="1628434"/>
            <a:ext cx="146050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Also: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A717DA4-CEAA-CDB1-E824-5FC93623B7D6}"/>
              </a:ext>
            </a:extLst>
          </p:cNvPr>
          <p:cNvSpPr/>
          <p:nvPr/>
        </p:nvSpPr>
        <p:spPr>
          <a:xfrm>
            <a:off x="2295760" y="17539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B8F2B6C-465A-9FA6-3C30-43736DA703CA}"/>
              </a:ext>
            </a:extLst>
          </p:cNvPr>
          <p:cNvGrpSpPr/>
          <p:nvPr/>
        </p:nvGrpSpPr>
        <p:grpSpPr>
          <a:xfrm>
            <a:off x="2778160" y="1678396"/>
            <a:ext cx="345600" cy="345600"/>
            <a:chOff x="1048950" y="618723"/>
            <a:chExt cx="5400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09717B27-ACC0-EC47-5EF5-C4F8799BE4D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BA905BD3-E00E-5738-9F25-82DB8474F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2" name="Ellipse 11">
            <a:extLst>
              <a:ext uri="{FF2B5EF4-FFF2-40B4-BE49-F238E27FC236}">
                <a16:creationId xmlns:a16="http://schemas.microsoft.com/office/drawing/2014/main" id="{75D20689-A030-59D6-7C42-80CC44336F34}"/>
              </a:ext>
            </a:extLst>
          </p:cNvPr>
          <p:cNvSpPr/>
          <p:nvPr/>
        </p:nvSpPr>
        <p:spPr>
          <a:xfrm>
            <a:off x="3406959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04A3C10-F182-B7DB-3B99-390389CD7DBF}"/>
              </a:ext>
            </a:extLst>
          </p:cNvPr>
          <p:cNvGrpSpPr/>
          <p:nvPr/>
        </p:nvGrpSpPr>
        <p:grpSpPr>
          <a:xfrm>
            <a:off x="3889359" y="1730796"/>
            <a:ext cx="345600" cy="345600"/>
            <a:chOff x="1048950" y="618723"/>
            <a:chExt cx="5400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625B88E-7311-016B-8A87-5734EEAE034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C3D542D-223B-C671-AF83-7C6A85346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" name="Ellipse 16">
            <a:extLst>
              <a:ext uri="{FF2B5EF4-FFF2-40B4-BE49-F238E27FC236}">
                <a16:creationId xmlns:a16="http://schemas.microsoft.com/office/drawing/2014/main" id="{770DEA8A-A8D9-6351-654D-A4022C430E22}"/>
              </a:ext>
            </a:extLst>
          </p:cNvPr>
          <p:cNvSpPr/>
          <p:nvPr/>
        </p:nvSpPr>
        <p:spPr>
          <a:xfrm>
            <a:off x="4518158" y="1785512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21FA5C7-A1FE-DF31-33DC-41ACF21FA70E}"/>
              </a:ext>
            </a:extLst>
          </p:cNvPr>
          <p:cNvGrpSpPr/>
          <p:nvPr/>
        </p:nvGrpSpPr>
        <p:grpSpPr>
          <a:xfrm>
            <a:off x="5000558" y="1709912"/>
            <a:ext cx="345600" cy="345600"/>
            <a:chOff x="1048950" y="618723"/>
            <a:chExt cx="5400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FE8D46D0-A1CC-61EB-A6C8-295518CF994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DFE32508-2F79-C105-04AE-CB929C470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88" name="Ellipse 87">
            <a:extLst>
              <a:ext uri="{FF2B5EF4-FFF2-40B4-BE49-F238E27FC236}">
                <a16:creationId xmlns:a16="http://schemas.microsoft.com/office/drawing/2014/main" id="{8C7AB534-8B1D-ACC0-2D87-AA5ACB7C7746}"/>
              </a:ext>
            </a:extLst>
          </p:cNvPr>
          <p:cNvSpPr/>
          <p:nvPr/>
        </p:nvSpPr>
        <p:spPr>
          <a:xfrm>
            <a:off x="5629357" y="1788392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DF390515-CD3D-C8FA-B38F-8D6019B7A3A1}"/>
              </a:ext>
            </a:extLst>
          </p:cNvPr>
          <p:cNvGrpSpPr/>
          <p:nvPr/>
        </p:nvGrpSpPr>
        <p:grpSpPr>
          <a:xfrm>
            <a:off x="6111757" y="1712792"/>
            <a:ext cx="345600" cy="345600"/>
            <a:chOff x="1048950" y="618723"/>
            <a:chExt cx="5400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115D71BD-3065-7E68-DEEB-62E1D48504F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94F99E8B-461D-D5C9-ED76-CC8F1570B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2" name="Ellipse 91">
            <a:extLst>
              <a:ext uri="{FF2B5EF4-FFF2-40B4-BE49-F238E27FC236}">
                <a16:creationId xmlns:a16="http://schemas.microsoft.com/office/drawing/2014/main" id="{7844D89B-F86C-3A9B-DED9-B33CF0CC05B6}"/>
              </a:ext>
            </a:extLst>
          </p:cNvPr>
          <p:cNvSpPr/>
          <p:nvPr/>
        </p:nvSpPr>
        <p:spPr>
          <a:xfrm>
            <a:off x="6740556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BA2CCA54-56A5-8352-9AFE-F84582CFD2D4}"/>
              </a:ext>
            </a:extLst>
          </p:cNvPr>
          <p:cNvGrpSpPr/>
          <p:nvPr/>
        </p:nvGrpSpPr>
        <p:grpSpPr>
          <a:xfrm>
            <a:off x="7222956" y="1730796"/>
            <a:ext cx="345600" cy="345600"/>
            <a:chOff x="1048950" y="618723"/>
            <a:chExt cx="540000" cy="54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21087ACE-34DF-0DB5-BBBF-FFFD1655449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2D45F630-E054-4321-563C-56BB714CC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6" name="Ellipse 95">
            <a:extLst>
              <a:ext uri="{FF2B5EF4-FFF2-40B4-BE49-F238E27FC236}">
                <a16:creationId xmlns:a16="http://schemas.microsoft.com/office/drawing/2014/main" id="{1F5A15C9-4332-6EC9-0C95-79FAE6CBCF21}"/>
              </a:ext>
            </a:extLst>
          </p:cNvPr>
          <p:cNvSpPr/>
          <p:nvPr/>
        </p:nvSpPr>
        <p:spPr>
          <a:xfrm>
            <a:off x="7851755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BBB8A095-F3EF-E8D7-DFF4-1CA4DE78131F}"/>
              </a:ext>
            </a:extLst>
          </p:cNvPr>
          <p:cNvGrpSpPr/>
          <p:nvPr/>
        </p:nvGrpSpPr>
        <p:grpSpPr>
          <a:xfrm>
            <a:off x="8334155" y="1730796"/>
            <a:ext cx="345600" cy="345600"/>
            <a:chOff x="1048950" y="618723"/>
            <a:chExt cx="540000" cy="540000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23EF0C27-5F00-EF4F-34BC-AE360A94DE3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9" name="Grafik 98">
              <a:extLst>
                <a:ext uri="{FF2B5EF4-FFF2-40B4-BE49-F238E27FC236}">
                  <a16:creationId xmlns:a16="http://schemas.microsoft.com/office/drawing/2014/main" id="{135C916A-BFF7-BE64-4E6A-42F4D14A0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0" name="Ellipse 99">
            <a:extLst>
              <a:ext uri="{FF2B5EF4-FFF2-40B4-BE49-F238E27FC236}">
                <a16:creationId xmlns:a16="http://schemas.microsoft.com/office/drawing/2014/main" id="{9E86C681-8A44-8664-E652-E5BE3F90AC26}"/>
              </a:ext>
            </a:extLst>
          </p:cNvPr>
          <p:cNvSpPr/>
          <p:nvPr/>
        </p:nvSpPr>
        <p:spPr>
          <a:xfrm>
            <a:off x="8962954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1187298D-52F2-7033-90DA-9C19F6CFF385}"/>
              </a:ext>
            </a:extLst>
          </p:cNvPr>
          <p:cNvGrpSpPr/>
          <p:nvPr/>
        </p:nvGrpSpPr>
        <p:grpSpPr>
          <a:xfrm>
            <a:off x="9445354" y="1730796"/>
            <a:ext cx="345600" cy="345600"/>
            <a:chOff x="1048950" y="618723"/>
            <a:chExt cx="5400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A84001E2-3A5A-B3FE-BA16-A1755C6B920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34BC0FA5-96F1-4BC2-0043-70691E747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50B9020A-2723-1007-3A86-5B99887E75EA}"/>
              </a:ext>
            </a:extLst>
          </p:cNvPr>
          <p:cNvSpPr/>
          <p:nvPr/>
        </p:nvSpPr>
        <p:spPr>
          <a:xfrm>
            <a:off x="5637949" y="3303535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00060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8C1D-F497-E4AC-9F9C-1FAC1E87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1932434F-FFC3-E1F0-1A37-91DF9E54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1: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5F17C561-FD59-14B7-8325-6F29A0418FC7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B88C491A-865B-DA0E-3D51-5AD4E4C1508A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6FDE5D3F-DD63-8387-3B91-1587F879B000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F3E59034-546A-5842-0BB6-D956E650C7F2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7F66F4EF-932F-7E9F-4AB2-A465736CFC86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9B887C74-AA05-6010-54B3-E481DF7D160A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BD9B9870-C308-9256-F027-2673E7270A64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D7B7E82D-F392-AE24-ACA2-68AA8D1429C4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109C2108-50B0-4649-B39F-2F72AD0093EC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ACF8FDEC-F81A-B162-4FE3-36C67E632EFD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9C2AD694-781A-4D81-7B7C-579421C442C7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7F313124-5C8B-2D84-8ACA-1B64663DB54C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4F6B0F7-46B0-1316-FAF5-808040225A2D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83271654-D699-8182-3AA3-77358F43F5E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DE8F2617-66BF-F7B7-3BEC-8D4ABC59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F50DB102-A2B5-8BDA-4D8F-08CFF6CF2797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65316DE7-B10D-ACDA-866C-C509B6F733E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DACE20A0-788F-D692-4B76-237EF4DBC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C4235BB8-7F16-FD49-E026-A47FF896E511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4279F1D6-B84B-D972-5204-4DE0175004E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9E36AF22-4CEB-E21C-EA13-79E0ADD22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61BF2081-FD89-01D4-EA28-E53106622FC2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A068E01D-20A9-0131-E579-D23D74F0129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DB7BD6CB-CF06-E69E-9B90-D8E1A7F4C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6E9943E6-0984-3CF0-70D1-0C252E9C4C6B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E36E81A4-CDFE-D794-ABC3-A9CC23D3D28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6B63F790-A8C9-CA25-05BC-6BBBA9CB7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CBC31026-58CE-F9DD-138D-44F57EF93CB4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510CC699-5D6F-43FA-4ECC-F56AFCA591E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03AD29BD-ADC8-347B-687F-70697A25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3297B0B2-85B5-15ED-17C3-8ED1A09343F4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A9DFF433-6F67-245E-ADF1-3F0CBD651FB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B1B0BA26-8D57-FAFF-EF42-6470CB620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56247AF6-6DAA-85B8-BF09-2AC3F8E5F332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4F2524B3-E8D3-460B-6CC2-360A2095A53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3F4B9D83-7C99-9194-1854-8E53FA7C4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CE66F674-AEFE-10AD-B7A8-1D6A3426303F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ADDCFE0B-4CB9-7668-4FD7-E9592634C2F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7BBB7BD4-4F9F-E50A-822B-9DDA0C41D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E1E663E8-DCF9-AD38-AE18-33B5A25A88AB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4FFDC755-671B-8C13-87D7-1053597073A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20D8711D-9A1B-87B9-37D6-7C724BC20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3AEBE53D-4C7E-7E6C-E7B7-8D76FED47A31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EFBDB96D-9414-04A4-031F-B52053A8FE9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62CBFAFF-EF91-9559-9FB8-42AF439DB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5C72B428-7438-639B-EA34-F4C7C595EA67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9E9EEB8-0C8B-3BC1-9B3C-048CD339F325}"/>
              </a:ext>
            </a:extLst>
          </p:cNvPr>
          <p:cNvSpPr txBox="1">
            <a:spLocks/>
          </p:cNvSpPr>
          <p:nvPr/>
        </p:nvSpPr>
        <p:spPr>
          <a:xfrm>
            <a:off x="480059" y="1628434"/>
            <a:ext cx="146050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Also: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E99BF41-7079-C3CD-7741-B279D4AA7AA6}"/>
              </a:ext>
            </a:extLst>
          </p:cNvPr>
          <p:cNvSpPr/>
          <p:nvPr/>
        </p:nvSpPr>
        <p:spPr>
          <a:xfrm>
            <a:off x="2295760" y="17539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B05F434-2FA1-22D7-BC5A-6A0639A79F9D}"/>
              </a:ext>
            </a:extLst>
          </p:cNvPr>
          <p:cNvGrpSpPr/>
          <p:nvPr/>
        </p:nvGrpSpPr>
        <p:grpSpPr>
          <a:xfrm>
            <a:off x="2778160" y="1678396"/>
            <a:ext cx="345600" cy="345600"/>
            <a:chOff x="1048950" y="618723"/>
            <a:chExt cx="5400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5B98D05-4D44-DDF1-0F5C-DB4B37BAD75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72D9320-292A-595C-4222-99E7A7433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2" name="Ellipse 11">
            <a:extLst>
              <a:ext uri="{FF2B5EF4-FFF2-40B4-BE49-F238E27FC236}">
                <a16:creationId xmlns:a16="http://schemas.microsoft.com/office/drawing/2014/main" id="{31B75F53-F184-3DE3-2239-E97BEB53E06A}"/>
              </a:ext>
            </a:extLst>
          </p:cNvPr>
          <p:cNvSpPr/>
          <p:nvPr/>
        </p:nvSpPr>
        <p:spPr>
          <a:xfrm>
            <a:off x="3406959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CF36574-242E-49D0-56A4-898AFEE1FD82}"/>
              </a:ext>
            </a:extLst>
          </p:cNvPr>
          <p:cNvGrpSpPr/>
          <p:nvPr/>
        </p:nvGrpSpPr>
        <p:grpSpPr>
          <a:xfrm>
            <a:off x="3889359" y="1730796"/>
            <a:ext cx="345600" cy="345600"/>
            <a:chOff x="1048950" y="618723"/>
            <a:chExt cx="5400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8B1B774-A8D8-FBF0-B481-14F452C532B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0D7743A9-3DF6-9622-444A-84A807FFC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7" name="Ellipse 16">
            <a:extLst>
              <a:ext uri="{FF2B5EF4-FFF2-40B4-BE49-F238E27FC236}">
                <a16:creationId xmlns:a16="http://schemas.microsoft.com/office/drawing/2014/main" id="{BBF2B3E2-E414-E7A6-7E81-2219CDDD3541}"/>
              </a:ext>
            </a:extLst>
          </p:cNvPr>
          <p:cNvSpPr/>
          <p:nvPr/>
        </p:nvSpPr>
        <p:spPr>
          <a:xfrm>
            <a:off x="4518158" y="1785512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EDDAB06-D896-031B-0710-0F7239335DA5}"/>
              </a:ext>
            </a:extLst>
          </p:cNvPr>
          <p:cNvGrpSpPr/>
          <p:nvPr/>
        </p:nvGrpSpPr>
        <p:grpSpPr>
          <a:xfrm>
            <a:off x="5000558" y="1709912"/>
            <a:ext cx="345600" cy="345600"/>
            <a:chOff x="1048950" y="618723"/>
            <a:chExt cx="540000" cy="540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251A9DA7-E197-F2A0-CF53-8832E512C5F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2DB1F58B-665C-0114-286C-16FF464E3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88" name="Ellipse 87">
            <a:extLst>
              <a:ext uri="{FF2B5EF4-FFF2-40B4-BE49-F238E27FC236}">
                <a16:creationId xmlns:a16="http://schemas.microsoft.com/office/drawing/2014/main" id="{866AEC70-AA3A-0EB4-F62C-BBD52D774CBC}"/>
              </a:ext>
            </a:extLst>
          </p:cNvPr>
          <p:cNvSpPr/>
          <p:nvPr/>
        </p:nvSpPr>
        <p:spPr>
          <a:xfrm>
            <a:off x="5629357" y="1788392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47908E0B-155B-6306-2995-2FF502BDA947}"/>
              </a:ext>
            </a:extLst>
          </p:cNvPr>
          <p:cNvGrpSpPr/>
          <p:nvPr/>
        </p:nvGrpSpPr>
        <p:grpSpPr>
          <a:xfrm>
            <a:off x="6111757" y="1712792"/>
            <a:ext cx="345600" cy="345600"/>
            <a:chOff x="1048950" y="618723"/>
            <a:chExt cx="540000" cy="54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B98DD647-7966-3D4A-E470-FF16ED2B1C6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F9945777-615D-66EF-5056-458661533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2" name="Ellipse 91">
            <a:extLst>
              <a:ext uri="{FF2B5EF4-FFF2-40B4-BE49-F238E27FC236}">
                <a16:creationId xmlns:a16="http://schemas.microsoft.com/office/drawing/2014/main" id="{00257DBA-227F-79D2-BF7A-45040DA3F811}"/>
              </a:ext>
            </a:extLst>
          </p:cNvPr>
          <p:cNvSpPr/>
          <p:nvPr/>
        </p:nvSpPr>
        <p:spPr>
          <a:xfrm>
            <a:off x="6740556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5EC65EC0-4DB8-61AC-4EFB-EF96383CA5BF}"/>
              </a:ext>
            </a:extLst>
          </p:cNvPr>
          <p:cNvGrpSpPr/>
          <p:nvPr/>
        </p:nvGrpSpPr>
        <p:grpSpPr>
          <a:xfrm>
            <a:off x="7222956" y="1730796"/>
            <a:ext cx="345600" cy="345600"/>
            <a:chOff x="1048950" y="618723"/>
            <a:chExt cx="540000" cy="54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E059E2EA-1E36-D62F-EBC2-598DC493D43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DF08CF48-7D0B-813A-9DFD-1F12F8656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6" name="Ellipse 95">
            <a:extLst>
              <a:ext uri="{FF2B5EF4-FFF2-40B4-BE49-F238E27FC236}">
                <a16:creationId xmlns:a16="http://schemas.microsoft.com/office/drawing/2014/main" id="{F5949214-6B30-D0FE-8FF8-CB4AD6468EA2}"/>
              </a:ext>
            </a:extLst>
          </p:cNvPr>
          <p:cNvSpPr/>
          <p:nvPr/>
        </p:nvSpPr>
        <p:spPr>
          <a:xfrm>
            <a:off x="7851755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6E30706-AF9A-340B-A772-34B0196A254F}"/>
              </a:ext>
            </a:extLst>
          </p:cNvPr>
          <p:cNvGrpSpPr/>
          <p:nvPr/>
        </p:nvGrpSpPr>
        <p:grpSpPr>
          <a:xfrm>
            <a:off x="8334155" y="1730796"/>
            <a:ext cx="345600" cy="345600"/>
            <a:chOff x="1048950" y="618723"/>
            <a:chExt cx="540000" cy="540000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DD1751E7-0C7B-736F-6EFC-7FFFD719790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9" name="Grafik 98">
              <a:extLst>
                <a:ext uri="{FF2B5EF4-FFF2-40B4-BE49-F238E27FC236}">
                  <a16:creationId xmlns:a16="http://schemas.microsoft.com/office/drawing/2014/main" id="{938AF2B7-5568-E240-1A6B-E49C18FBB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0" name="Ellipse 99">
            <a:extLst>
              <a:ext uri="{FF2B5EF4-FFF2-40B4-BE49-F238E27FC236}">
                <a16:creationId xmlns:a16="http://schemas.microsoft.com/office/drawing/2014/main" id="{E2D78629-2250-874F-5C81-83BD1049907C}"/>
              </a:ext>
            </a:extLst>
          </p:cNvPr>
          <p:cNvSpPr/>
          <p:nvPr/>
        </p:nvSpPr>
        <p:spPr>
          <a:xfrm>
            <a:off x="8962954" y="1806396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D1C6ADA4-8AD2-2335-4A83-89EE3287C390}"/>
              </a:ext>
            </a:extLst>
          </p:cNvPr>
          <p:cNvGrpSpPr/>
          <p:nvPr/>
        </p:nvGrpSpPr>
        <p:grpSpPr>
          <a:xfrm>
            <a:off x="9445354" y="1730796"/>
            <a:ext cx="345600" cy="345600"/>
            <a:chOff x="1048950" y="618723"/>
            <a:chExt cx="5400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F99F2D25-1826-E90F-2126-8655E19A32F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81D4B170-078A-0BA1-7564-21E29506A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950DCD6D-AFFF-1051-F4BA-F9A6B9884353}"/>
              </a:ext>
            </a:extLst>
          </p:cNvPr>
          <p:cNvSpPr/>
          <p:nvPr/>
        </p:nvSpPr>
        <p:spPr>
          <a:xfrm>
            <a:off x="5637949" y="3303535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31343E7-33C4-324F-12E9-3AC990450FAF}"/>
              </a:ext>
            </a:extLst>
          </p:cNvPr>
          <p:cNvGrpSpPr/>
          <p:nvPr/>
        </p:nvGrpSpPr>
        <p:grpSpPr>
          <a:xfrm>
            <a:off x="6111757" y="3201211"/>
            <a:ext cx="345600" cy="3456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0B8266B9-E2BC-F3F1-B1BF-8248961C4EE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3C58B74D-44F2-9B2A-C233-F8590FB52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44176429-1E88-581A-B695-87D2BF1F0EAD}"/>
              </a:ext>
            </a:extLst>
          </p:cNvPr>
          <p:cNvSpPr txBox="1">
            <a:spLocks/>
          </p:cNvSpPr>
          <p:nvPr/>
        </p:nvSpPr>
        <p:spPr>
          <a:xfrm>
            <a:off x="1703480" y="4615474"/>
            <a:ext cx="8785040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Kein valider Knoten, also gehen wir ein Level zurück</a:t>
            </a:r>
          </a:p>
        </p:txBody>
      </p:sp>
    </p:spTree>
    <p:extLst>
      <p:ext uri="{BB962C8B-B14F-4D97-AF65-F5344CB8AC3E}">
        <p14:creationId xmlns:p14="http://schemas.microsoft.com/office/powerpoint/2010/main" val="243749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9151E-D0F5-DA63-D52D-66F59896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A5CC5B54-1064-85C6-D137-2838E9E71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C43483A1-C1AE-DDC8-E790-0B3DC31DAB22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FD4A6D8F-653D-B49B-195A-C1841DA7B2F4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8F1DCA98-CDE4-D6F4-0151-8B6DDD226669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4037D099-D508-D02A-B2F4-686109CD3D42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54E91779-3CFE-4104-96BD-999863812EED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6D4EBB0F-751F-2B71-2977-E6F10B8027AB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DE263950-E10B-1621-85D6-F4BB7AC48F91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FAA7D979-A550-A2DE-3848-A4938583769D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DA63B5E7-E19B-487D-5421-73266CBC20F0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809AE9C7-E725-CBE5-32ED-AE0FCA6CBF7E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64C3CE3B-17BB-3F86-52F1-117BF6AC0FDA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5AE6C725-E141-B0EC-F861-0760128775E5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0C7C0FBB-033E-E24C-6453-4D14F4928991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373BAB6D-95E1-993E-A470-033EE2EBC12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A195568D-2367-AE45-7217-68EB24C58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239D62B7-C203-27E9-23F6-0D3ADA4FB993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5AD5929A-3DD5-4678-E0F2-B8FE473E696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6F4113FB-D009-3503-1F5A-AA7AE4C0C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9E086195-3F35-9EE7-3927-28F2DE8B585A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F95D14BA-2F8E-1486-AE5F-E893433A8E8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0CA681E3-B285-9DBE-D5EB-0A9A98021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2DBC8755-AF24-F279-A493-F32E2D17516E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E6426418-15B0-CBBE-3984-65E076AAEFA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9BA7C686-175B-5223-140C-6A05BD745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FE5D37C3-8B52-E0FA-B6EF-1D6808239008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AF4F817D-3CCA-C5CA-F630-2311CBBBAA6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738CF5FC-4F55-6163-0AB2-29418AAD4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1284E183-6063-5015-BEEC-829C3ADE875F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53707B6E-9D34-7100-178E-0CDC1742A04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50C96282-64CE-6B7E-941D-99E33179B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97573351-1E3A-08CF-F1A4-8608B29E8C65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74BDE97F-E68E-1A04-231E-F248A6DB34E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8712275D-0ECD-B3C2-F334-C34920BA1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175AB5A5-A5C1-4032-B913-C0A03D6BB796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A5AA6DFE-28D0-BFE1-A62C-D972D8886D3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AC8BA1D6-5740-CD7E-8E5C-F4D8E82E3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E6EA52A1-8083-0D18-6EB2-AF1F1AAC2E2E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224F98EE-9CF9-EBDF-CF25-BED05A26CAF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01B8D28E-C0EE-EAE2-C1D4-C28879605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90FC8B0C-42EC-496A-C481-DB3F60D49DFA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151F5D3C-F3D3-818D-7C21-7A0258AF7AA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2CDDB6AF-BAC6-2707-08EB-9D7EFF8B1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35DD29E1-4541-B69B-1B9B-45413E7CC570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63EEED29-55EF-5D4D-A458-BFE75A3C324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57259AAE-7F91-9DF6-57F9-57B885E1D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44193DBE-DD72-C8C8-BC23-E9CC43D94B31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31637652-BF37-E558-50E7-9A8AB7FF4782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97EC2F1-AA21-1E53-95C6-8A269968146E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A27A669-72BC-83AC-D6F0-681F2F7022EE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701FCC9-7C36-F2D3-7066-3F51F312986C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959BA3B-E03B-E9BC-7533-BBA2F6E7C3CD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8" name="!!Ellipse 41">
            <a:extLst>
              <a:ext uri="{FF2B5EF4-FFF2-40B4-BE49-F238E27FC236}">
                <a16:creationId xmlns:a16="http://schemas.microsoft.com/office/drawing/2014/main" id="{41EA34D0-0D73-1147-C2AA-912D2CC27998}"/>
              </a:ext>
            </a:extLst>
          </p:cNvPr>
          <p:cNvSpPr/>
          <p:nvPr/>
        </p:nvSpPr>
        <p:spPr>
          <a:xfrm>
            <a:off x="199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587CDF-8633-87A4-08B0-BA114331BF40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C8C491D-04F1-9F27-E074-189E721120A8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96C0B00-EAAB-89D3-856C-28E611D6455F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6990670-4D80-638D-0F5B-F02E668BD019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5B9B8C1-0096-FF2E-91A5-01F8E1F2CDA9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46A784C-2DA7-A40D-39AD-B63CDC70FD76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3F1A05B-8EB8-D5EF-895A-E7C3D4AB01A6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B227B19-97A8-533B-B329-0AACF6BF6BC2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39AD1DA-CEDF-6477-0C0A-0208C2119759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240F5A0-8AB8-A003-AA48-84B173584895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5D4D807-F607-F22F-7D60-BB4C0B19E4AF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C,G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FBC5E49-AAC8-6380-EC18-0F333042A06C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C,H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7EA52555-6915-BE86-F253-F4A3923C4AC1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624C6A6D-9D2B-2FC8-910D-2CF7E83C1A32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6D04E3DB-12EF-33BB-19CE-CE4AB1282B79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78F2691C-818E-5DA3-56C1-B57E5F7961CF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7E3BFA39-1D97-E66F-9BBC-851D6C4BCB20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E,F</a:t>
            </a:r>
          </a:p>
        </p:txBody>
      </p:sp>
      <p:sp>
        <p:nvSpPr>
          <p:cNvPr id="93" name="Ellipse 92">
            <a:extLst>
              <a:ext uri="{FF2B5EF4-FFF2-40B4-BE49-F238E27FC236}">
                <a16:creationId xmlns:a16="http://schemas.microsoft.com/office/drawing/2014/main" id="{AA2ADDFE-3C16-A3E7-269B-F190F842E293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E,G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CC758518-3D63-AE5B-8B32-53E0D1D0DF46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CBE9A748-8954-53E2-ABA1-B9100A4BFEC0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F,G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C0E14649-26AD-3690-BA58-787825FCDABF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2D1682A4-2E58-582F-6664-B1EFDFC2B051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BC633D88-9C18-593C-CF74-017B07FE6B3F}"/>
              </a:ext>
            </a:extLst>
          </p:cNvPr>
          <p:cNvGrpSpPr>
            <a:grpSpLocks noChangeAspect="1"/>
          </p:cNvGrpSpPr>
          <p:nvPr/>
        </p:nvGrpSpPr>
        <p:grpSpPr>
          <a:xfrm>
            <a:off x="3288000" y="2502000"/>
            <a:ext cx="360000" cy="360000"/>
            <a:chOff x="1048950" y="618723"/>
            <a:chExt cx="540000" cy="54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3418B5F7-36C3-CE1E-7890-6D6A8FAB281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56BF6CB4-CF12-91D0-CAD0-7DBB3D4D6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39BBC1A3-9D05-89B7-BCE2-247005A3B1FB}"/>
              </a:ext>
            </a:extLst>
          </p:cNvPr>
          <p:cNvGrpSpPr>
            <a:grpSpLocks noChangeAspect="1"/>
          </p:cNvGrpSpPr>
          <p:nvPr/>
        </p:nvGrpSpPr>
        <p:grpSpPr>
          <a:xfrm>
            <a:off x="4116000" y="1898748"/>
            <a:ext cx="360000" cy="360000"/>
            <a:chOff x="1048950" y="618723"/>
            <a:chExt cx="540000" cy="54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3E8821ED-CD29-4BBB-9095-BDD78681738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572364F6-A0B8-6D4F-DA2C-B8530437A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F7C5EC7B-E8B8-C1F2-7564-4D8670C8CCA7}"/>
              </a:ext>
            </a:extLst>
          </p:cNvPr>
          <p:cNvGrpSpPr>
            <a:grpSpLocks noChangeAspect="1"/>
          </p:cNvGrpSpPr>
          <p:nvPr/>
        </p:nvGrpSpPr>
        <p:grpSpPr>
          <a:xfrm>
            <a:off x="4944000" y="1890000"/>
            <a:ext cx="360000" cy="360000"/>
            <a:chOff x="1048950" y="618723"/>
            <a:chExt cx="540000" cy="540000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6C18BE6F-FA88-F763-2A71-126661ECC99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46D685FD-13D5-CCF8-EC94-F0E51A972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59026DFD-9AA3-0CF4-A418-F2A89205416A}"/>
              </a:ext>
            </a:extLst>
          </p:cNvPr>
          <p:cNvGrpSpPr>
            <a:grpSpLocks noChangeAspect="1"/>
          </p:cNvGrpSpPr>
          <p:nvPr/>
        </p:nvGrpSpPr>
        <p:grpSpPr>
          <a:xfrm>
            <a:off x="5772000" y="1890000"/>
            <a:ext cx="360000" cy="360000"/>
            <a:chOff x="1048950" y="618723"/>
            <a:chExt cx="540000" cy="54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7C988D22-B235-2CF0-DD5A-9C2C4ACAF51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B5D5ECB9-147C-EFE7-04FE-27DB15982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47484F4E-16C3-6827-B09F-77428A2E03E7}"/>
              </a:ext>
            </a:extLst>
          </p:cNvPr>
          <p:cNvGrpSpPr>
            <a:grpSpLocks noChangeAspect="1"/>
          </p:cNvGrpSpPr>
          <p:nvPr/>
        </p:nvGrpSpPr>
        <p:grpSpPr>
          <a:xfrm>
            <a:off x="4992640" y="2502000"/>
            <a:ext cx="360000" cy="360000"/>
            <a:chOff x="1048950" y="618723"/>
            <a:chExt cx="540000" cy="540000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F9058D92-AA39-1E87-D064-D981D687ACE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2" name="Grafik 111">
              <a:extLst>
                <a:ext uri="{FF2B5EF4-FFF2-40B4-BE49-F238E27FC236}">
                  <a16:creationId xmlns:a16="http://schemas.microsoft.com/office/drawing/2014/main" id="{1DA557C0-4269-EA4B-E255-15CA53111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AC34670D-C40B-4D51-04A9-9B6F5299AE33}"/>
              </a:ext>
            </a:extLst>
          </p:cNvPr>
          <p:cNvGrpSpPr>
            <a:grpSpLocks noChangeAspect="1"/>
          </p:cNvGrpSpPr>
          <p:nvPr/>
        </p:nvGrpSpPr>
        <p:grpSpPr>
          <a:xfrm>
            <a:off x="5788432" y="2502000"/>
            <a:ext cx="360000" cy="360000"/>
            <a:chOff x="1048950" y="618723"/>
            <a:chExt cx="540000" cy="540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B7BC0671-5A2E-7BEA-C4BE-120F4991CA5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28963CF7-321A-13CC-6B60-F9156ED26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3638D5A0-ED61-3BC1-0EE8-485E73F4B30A}"/>
              </a:ext>
            </a:extLst>
          </p:cNvPr>
          <p:cNvGrpSpPr>
            <a:grpSpLocks noChangeAspect="1"/>
          </p:cNvGrpSpPr>
          <p:nvPr/>
        </p:nvGrpSpPr>
        <p:grpSpPr>
          <a:xfrm>
            <a:off x="6609450" y="2502000"/>
            <a:ext cx="360000" cy="360000"/>
            <a:chOff x="1048950" y="618723"/>
            <a:chExt cx="540000" cy="540000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E835C400-E154-624E-8A05-FE96904166E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8" name="Grafik 117">
              <a:extLst>
                <a:ext uri="{FF2B5EF4-FFF2-40B4-BE49-F238E27FC236}">
                  <a16:creationId xmlns:a16="http://schemas.microsoft.com/office/drawing/2014/main" id="{7DF4D77E-34D8-C045-6EDC-C1E51E245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C0478F37-5A77-77FF-6F60-773AD20AA491}"/>
              </a:ext>
            </a:extLst>
          </p:cNvPr>
          <p:cNvGrpSpPr>
            <a:grpSpLocks noChangeAspect="1"/>
          </p:cNvGrpSpPr>
          <p:nvPr/>
        </p:nvGrpSpPr>
        <p:grpSpPr>
          <a:xfrm>
            <a:off x="8240320" y="2488720"/>
            <a:ext cx="360000" cy="360000"/>
            <a:chOff x="1048950" y="618723"/>
            <a:chExt cx="540000" cy="540000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7F785AF6-A748-8016-0348-1F78DCCD3B9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1" name="Grafik 120">
              <a:extLst>
                <a:ext uri="{FF2B5EF4-FFF2-40B4-BE49-F238E27FC236}">
                  <a16:creationId xmlns:a16="http://schemas.microsoft.com/office/drawing/2014/main" id="{05CB5405-BC93-24EA-AC58-AFCBA6FDC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2137A28E-2C8E-EED8-ECF7-E2D4C199A0F4}"/>
              </a:ext>
            </a:extLst>
          </p:cNvPr>
          <p:cNvGrpSpPr>
            <a:grpSpLocks noChangeAspect="1"/>
          </p:cNvGrpSpPr>
          <p:nvPr/>
        </p:nvGrpSpPr>
        <p:grpSpPr>
          <a:xfrm>
            <a:off x="9048000" y="1894720"/>
            <a:ext cx="360000" cy="360000"/>
            <a:chOff x="1048950" y="618723"/>
            <a:chExt cx="540000" cy="540000"/>
          </a:xfrm>
        </p:grpSpPr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159821BF-34A5-AEA7-BF52-74DD9662F59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9" name="Grafik 168">
              <a:extLst>
                <a:ext uri="{FF2B5EF4-FFF2-40B4-BE49-F238E27FC236}">
                  <a16:creationId xmlns:a16="http://schemas.microsoft.com/office/drawing/2014/main" id="{8725B5ED-A02D-190F-5735-0CD502EBB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5B0E9764-1CB3-B5D9-D117-95AA92902701}"/>
              </a:ext>
            </a:extLst>
          </p:cNvPr>
          <p:cNvGrpSpPr>
            <a:grpSpLocks noChangeAspect="1"/>
          </p:cNvGrpSpPr>
          <p:nvPr/>
        </p:nvGrpSpPr>
        <p:grpSpPr>
          <a:xfrm>
            <a:off x="9124640" y="2486400"/>
            <a:ext cx="360000" cy="360000"/>
            <a:chOff x="1048950" y="618723"/>
            <a:chExt cx="540000" cy="540000"/>
          </a:xfrm>
        </p:grpSpPr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46B6BFDB-01BD-3430-F57D-CBA18E0840E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2110D1C3-0F71-2442-89FF-84E22A269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27E39AEA-FDA5-64F5-798C-90B73A85F43A}"/>
              </a:ext>
            </a:extLst>
          </p:cNvPr>
          <p:cNvGrpSpPr>
            <a:grpSpLocks noChangeAspect="1"/>
          </p:cNvGrpSpPr>
          <p:nvPr/>
        </p:nvGrpSpPr>
        <p:grpSpPr>
          <a:xfrm>
            <a:off x="10704000" y="1844580"/>
            <a:ext cx="360000" cy="360000"/>
            <a:chOff x="1048950" y="618723"/>
            <a:chExt cx="540000" cy="540000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A1A6C4A4-7F03-CACB-007F-BE80D4BA5E1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5" name="Grafik 174">
              <a:extLst>
                <a:ext uri="{FF2B5EF4-FFF2-40B4-BE49-F238E27FC236}">
                  <a16:creationId xmlns:a16="http://schemas.microsoft.com/office/drawing/2014/main" id="{41163F99-1864-3C14-DF76-15450D67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EB86E323-A98B-8C0B-09D0-74819DE23E64}"/>
              </a:ext>
            </a:extLst>
          </p:cNvPr>
          <p:cNvGrpSpPr>
            <a:grpSpLocks noChangeAspect="1"/>
          </p:cNvGrpSpPr>
          <p:nvPr/>
        </p:nvGrpSpPr>
        <p:grpSpPr>
          <a:xfrm>
            <a:off x="11566818" y="1864900"/>
            <a:ext cx="360000" cy="360000"/>
            <a:chOff x="1048950" y="618723"/>
            <a:chExt cx="540000" cy="540000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99DC512E-DA31-52D2-E369-33C93CC090A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8" name="Grafik 177">
              <a:extLst>
                <a:ext uri="{FF2B5EF4-FFF2-40B4-BE49-F238E27FC236}">
                  <a16:creationId xmlns:a16="http://schemas.microsoft.com/office/drawing/2014/main" id="{D312678B-21CA-3332-B2F3-EA311FE6B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79" name="Gruppieren 178">
            <a:extLst>
              <a:ext uri="{FF2B5EF4-FFF2-40B4-BE49-F238E27FC236}">
                <a16:creationId xmlns:a16="http://schemas.microsoft.com/office/drawing/2014/main" id="{EF7970D6-9559-D4BE-D218-91FD76B4F706}"/>
              </a:ext>
            </a:extLst>
          </p:cNvPr>
          <p:cNvGrpSpPr>
            <a:grpSpLocks noChangeAspect="1"/>
          </p:cNvGrpSpPr>
          <p:nvPr/>
        </p:nvGrpSpPr>
        <p:grpSpPr>
          <a:xfrm>
            <a:off x="11599040" y="2520000"/>
            <a:ext cx="360000" cy="360000"/>
            <a:chOff x="1048950" y="618723"/>
            <a:chExt cx="540000" cy="540000"/>
          </a:xfrm>
        </p:grpSpPr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CBD9C3DB-A83D-3531-9BD0-40D67EB9D60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1" name="Grafik 180">
              <a:extLst>
                <a:ext uri="{FF2B5EF4-FFF2-40B4-BE49-F238E27FC236}">
                  <a16:creationId xmlns:a16="http://schemas.microsoft.com/office/drawing/2014/main" id="{3F881CBB-89C1-8061-2823-3FDDAC47C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3647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7E9F-6427-68E0-F358-04D70139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466FD8C3-DD0D-8F5C-910D-347C4518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29EFABDC-CB39-B3E2-1154-02FF4703905C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2391EFCC-E170-A80E-C018-63D88DFA31A0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F73BDFDD-7EC3-7F77-BA65-B4C1B82C226A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68915CFA-533B-7FAB-B43F-25C4627CC836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DF03EC26-E4DD-B009-110B-2ABDDB2671AC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6E8B02BE-45A4-963D-39BB-8734A6A34674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38219796-0618-88A1-2902-7023D37700A1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4944D128-7BC4-8293-ABCF-809A194396D9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DE99AC05-9FE3-A2A5-ABF0-671372EFCDB1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3D493F5E-82C2-F5F6-B970-D55FD66FA14F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3803C6A1-5479-80FA-FB9C-342F34DAD344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57CDBD23-D7A2-3AF2-B510-E1B7C7BEAF39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F8558044-A129-26C0-3B84-1023E15BBE26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4647FA20-47D4-76B9-2D58-CD8735CD6CD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DCC6A9C3-AE51-1BA2-546D-00179965E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C0B6CA4B-00C2-151D-9A7F-DCFE7D97D82B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0C98B873-ECC8-7386-9790-C97A852E8A0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5BD71000-B275-2B94-E6E8-43F48AACC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927CEC2E-4502-7262-F874-CEE0DE49026C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98F6C7C4-F9DB-725D-EF07-503AA0C5570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9D308209-E0BE-AFF1-C7CB-C95E30084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AD0D9DF3-45C1-DBE5-A8DE-F761F2253952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3C2371B8-0639-183F-5FDD-7C595263DCE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BC6F8FD7-9885-7EED-4C7B-3ED218200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7027355-C6F8-1704-1781-05736064339F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67099976-8DFB-8784-BEC0-DA76D591ECC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721E9A0A-9F93-3226-C6A6-826B8B902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EF013386-D1DE-D57D-4001-FA392092370C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4B34E96D-7327-FD22-B0DF-E1B0373B132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D91BAD52-DE17-039A-426E-F9D5ACA0D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1400166D-8723-9132-DB30-FFC29F5D2295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10A57DE6-26E3-AE58-DA4B-BA174401BAB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D7FFBC93-76C1-7C5C-A237-64E9F85CE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5B0421EA-7DE1-2236-E278-62B8BBCD9CC9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4463E03B-10E4-F067-EC87-635802F2605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CE8C4EBA-BACC-D1C0-025B-0DEDD71D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88DA5710-D7C3-463C-D6F6-39DC2CDA3733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731FF5E3-BA26-8899-19F7-F77E896DE27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F85AF3B4-B7A5-CE60-D217-A1C036E6D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002C0D4C-AF10-E214-E7A2-74CF362A1D6A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30E216CF-BC6E-5F93-12C5-133DB51EE6E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464171CC-4294-5720-C82C-88D8D25AA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473539B3-F30E-8F0F-09E1-D242AE36310A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CDE3FCAD-FF31-8CC0-A147-A9BB2F05308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D777BFF1-C8A4-0132-605D-C2224E32F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74FD1785-40C5-AD6E-EEA2-474FBFE5A676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52AC838-0F8F-EF2E-52D6-F6FD443D2166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1CCA895-C8E1-4505-CC8D-561515E66C58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44657D1-6E1B-160C-FBCA-65B85BFCB2B1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B711AC0-FEB8-A007-6B0B-A378138D84A3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D991E5A-EE0D-5C63-BCE6-2F5D0C73FD01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!!Ellipse 41">
            <a:extLst>
              <a:ext uri="{FF2B5EF4-FFF2-40B4-BE49-F238E27FC236}">
                <a16:creationId xmlns:a16="http://schemas.microsoft.com/office/drawing/2014/main" id="{C7EBA89E-5AB9-4D00-6FF5-22B0403CE9C3}"/>
              </a:ext>
            </a:extLst>
          </p:cNvPr>
          <p:cNvSpPr/>
          <p:nvPr/>
        </p:nvSpPr>
        <p:spPr>
          <a:xfrm>
            <a:off x="1992000" y="2592000"/>
            <a:ext cx="756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B1E66D-B979-EC0B-873D-E70D4D26A24D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5461AD47-115F-0562-657F-871F2879B89B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A195147-A1D8-A648-4BB3-5F540D8B0D85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14F5F4D-5A43-E2F8-E513-09D472EFA0E1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E655CBF-A0F9-B794-94B1-398C14CC5A96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80CEFA41-6C13-8703-CC9E-CAAA6F8BB49F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E4CCE31-0976-7D8B-ABE8-B39D527A9AA4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4B4E31B-2A20-9B16-311C-9F25F77CC86D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A727449-9609-B981-5095-337A4D380FEB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9520644-6B26-FAEF-4F8B-64BC61C92B12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0049D46-2505-D74D-5EC3-C729F91CFBE9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BA39D22-3864-89D4-1BB8-4AB3FDAE313C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E8FD7DAB-45B4-F89C-5D63-BD7EE8009AFE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52A7EC6-404D-64DC-64BF-919C65AD869A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CF64F5B-E4ED-80C1-63EE-3D4318BEAEB1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C5E4E2A-FEF6-5E18-6C32-8B0031E5EF11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C873F69B-0666-336E-47D8-B6C352DF96CF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20AE0B0-B5BF-3514-1708-E55DADC16F75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793CE36-337A-A58D-34F7-B3201C44799A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C6154DAD-2AED-807F-441D-753AACB55A5F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34C4580A-858D-82C8-3E4D-F1F9D135D9BB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64E822A-0C51-8FBE-6423-0E93A45DC016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6A616794-2B29-FA36-05BC-8FCB27B3109D}"/>
              </a:ext>
            </a:extLst>
          </p:cNvPr>
          <p:cNvGrpSpPr>
            <a:grpSpLocks noChangeAspect="1"/>
          </p:cNvGrpSpPr>
          <p:nvPr/>
        </p:nvGrpSpPr>
        <p:grpSpPr>
          <a:xfrm>
            <a:off x="3288000" y="2502000"/>
            <a:ext cx="360000" cy="360000"/>
            <a:chOff x="1048950" y="618723"/>
            <a:chExt cx="540000" cy="540000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7B1E93E6-2940-50D0-A57C-3BEA21950B2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BA27047C-6938-5545-BA63-395FE418D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474E9A91-B07C-4862-A9C5-59D3B6C1CD15}"/>
              </a:ext>
            </a:extLst>
          </p:cNvPr>
          <p:cNvGrpSpPr>
            <a:grpSpLocks noChangeAspect="1"/>
          </p:cNvGrpSpPr>
          <p:nvPr/>
        </p:nvGrpSpPr>
        <p:grpSpPr>
          <a:xfrm>
            <a:off x="4116000" y="1898748"/>
            <a:ext cx="360000" cy="360000"/>
            <a:chOff x="1048950" y="618723"/>
            <a:chExt cx="5400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36E2EC3D-53C8-8312-3C7B-6ADD731BAA3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5DDB46BB-817B-512D-679B-8BA91D1D7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1855A2FC-0570-1A63-E426-3B804ABFC39F}"/>
              </a:ext>
            </a:extLst>
          </p:cNvPr>
          <p:cNvGrpSpPr>
            <a:grpSpLocks noChangeAspect="1"/>
          </p:cNvGrpSpPr>
          <p:nvPr/>
        </p:nvGrpSpPr>
        <p:grpSpPr>
          <a:xfrm>
            <a:off x="4944000" y="1890000"/>
            <a:ext cx="360000" cy="360000"/>
            <a:chOff x="1048950" y="618723"/>
            <a:chExt cx="5400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2A312158-B160-C361-12C1-23B4B2B2DEE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C0BAA8BB-6CE1-1B72-3DB1-EBAA9B27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640DF1F4-354C-4F4F-0D05-B4FE0A9B0220}"/>
              </a:ext>
            </a:extLst>
          </p:cNvPr>
          <p:cNvGrpSpPr>
            <a:grpSpLocks noChangeAspect="1"/>
          </p:cNvGrpSpPr>
          <p:nvPr/>
        </p:nvGrpSpPr>
        <p:grpSpPr>
          <a:xfrm>
            <a:off x="5772000" y="1890000"/>
            <a:ext cx="360000" cy="360000"/>
            <a:chOff x="1048950" y="618723"/>
            <a:chExt cx="540000" cy="540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1E39C66-794D-B815-B142-C3024EC4D50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A0B18929-6004-1FDE-4867-11151BAFF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3ABFE3FA-7FCB-1F6D-4747-CB2F16E97A1C}"/>
              </a:ext>
            </a:extLst>
          </p:cNvPr>
          <p:cNvGrpSpPr>
            <a:grpSpLocks noChangeAspect="1"/>
          </p:cNvGrpSpPr>
          <p:nvPr/>
        </p:nvGrpSpPr>
        <p:grpSpPr>
          <a:xfrm>
            <a:off x="4992640" y="2502000"/>
            <a:ext cx="360000" cy="360000"/>
            <a:chOff x="1048950" y="618723"/>
            <a:chExt cx="540000" cy="54000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E02528A9-A195-69F0-68F3-94E315CBA86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B7A33AF6-4EF7-837C-1316-F7027FF4E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6EF3C240-5D70-6693-C432-A8BC67BE5409}"/>
              </a:ext>
            </a:extLst>
          </p:cNvPr>
          <p:cNvGrpSpPr>
            <a:grpSpLocks noChangeAspect="1"/>
          </p:cNvGrpSpPr>
          <p:nvPr/>
        </p:nvGrpSpPr>
        <p:grpSpPr>
          <a:xfrm>
            <a:off x="5788432" y="2502000"/>
            <a:ext cx="360000" cy="3600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A7F652AD-80BA-7E6F-AEB2-83C3E18D650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35C6E453-B63F-33BA-2E76-99DE845EC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38968D3-3F53-C44D-0F5A-C641A4AD75E6}"/>
              </a:ext>
            </a:extLst>
          </p:cNvPr>
          <p:cNvGrpSpPr>
            <a:grpSpLocks noChangeAspect="1"/>
          </p:cNvGrpSpPr>
          <p:nvPr/>
        </p:nvGrpSpPr>
        <p:grpSpPr>
          <a:xfrm>
            <a:off x="6609450" y="2502000"/>
            <a:ext cx="360000" cy="3600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EEF4BCD0-2265-B42B-456F-F7934F6954C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87115829-3A90-732D-0909-E775D38CF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A4704FF1-AFA7-8BE9-6A7D-425FEB0774F1}"/>
              </a:ext>
            </a:extLst>
          </p:cNvPr>
          <p:cNvGrpSpPr>
            <a:grpSpLocks noChangeAspect="1"/>
          </p:cNvGrpSpPr>
          <p:nvPr/>
        </p:nvGrpSpPr>
        <p:grpSpPr>
          <a:xfrm>
            <a:off x="8240320" y="2488720"/>
            <a:ext cx="360000" cy="3600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9ECFA5B6-A01A-A3BC-9317-7576F05BBCE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26E06C97-3370-B1BF-5508-4388ED86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F70B9E4C-991C-D91B-6254-947F34232C39}"/>
              </a:ext>
            </a:extLst>
          </p:cNvPr>
          <p:cNvGrpSpPr>
            <a:grpSpLocks noChangeAspect="1"/>
          </p:cNvGrpSpPr>
          <p:nvPr/>
        </p:nvGrpSpPr>
        <p:grpSpPr>
          <a:xfrm>
            <a:off x="9048000" y="1894720"/>
            <a:ext cx="360000" cy="3600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880B9C13-96DB-C0FF-DDBD-95E685A0E27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FBA8345A-FFBE-482C-FE9C-3E8BAC392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63DF31C5-B8B3-7F34-AC13-BBA3F84DC7E5}"/>
              </a:ext>
            </a:extLst>
          </p:cNvPr>
          <p:cNvGrpSpPr>
            <a:grpSpLocks noChangeAspect="1"/>
          </p:cNvGrpSpPr>
          <p:nvPr/>
        </p:nvGrpSpPr>
        <p:grpSpPr>
          <a:xfrm>
            <a:off x="9124640" y="2486400"/>
            <a:ext cx="360000" cy="3600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E16E1645-6CF1-8A7C-DB1F-DAB1AE749BA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213BE297-204E-48AD-EFCF-5098C692E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11F717AE-275F-C66F-B383-0AAA7CB002EE}"/>
              </a:ext>
            </a:extLst>
          </p:cNvPr>
          <p:cNvGrpSpPr>
            <a:grpSpLocks noChangeAspect="1"/>
          </p:cNvGrpSpPr>
          <p:nvPr/>
        </p:nvGrpSpPr>
        <p:grpSpPr>
          <a:xfrm>
            <a:off x="10704000" y="1844580"/>
            <a:ext cx="360000" cy="3600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11476E99-9474-8694-4FA9-2678ED0FF18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F223D7C6-72E1-A32A-EECB-673982A95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22062F7A-4252-08D1-9326-A7D4995A3D70}"/>
              </a:ext>
            </a:extLst>
          </p:cNvPr>
          <p:cNvGrpSpPr>
            <a:grpSpLocks noChangeAspect="1"/>
          </p:cNvGrpSpPr>
          <p:nvPr/>
        </p:nvGrpSpPr>
        <p:grpSpPr>
          <a:xfrm>
            <a:off x="11566818" y="1864900"/>
            <a:ext cx="360000" cy="3600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80571845-14B2-251B-9301-5C81DC72525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F83D2987-9F83-9F36-BDEF-F7D5697E6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673DC216-36E8-47F2-3D81-491F56DAF71C}"/>
              </a:ext>
            </a:extLst>
          </p:cNvPr>
          <p:cNvGrpSpPr>
            <a:grpSpLocks noChangeAspect="1"/>
          </p:cNvGrpSpPr>
          <p:nvPr/>
        </p:nvGrpSpPr>
        <p:grpSpPr>
          <a:xfrm>
            <a:off x="11599040" y="2520000"/>
            <a:ext cx="360000" cy="3600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FC3AC0BC-7375-21CC-B090-009A0E4A690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1E57FBC6-0E61-6A10-E3C5-B845D5486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9970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338C7-7670-5A5E-2E55-AF439030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AB44D923-14FF-455E-3FE7-76C54889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240706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Ebene 2:</a:t>
            </a:r>
          </a:p>
        </p:txBody>
      </p:sp>
      <p:sp>
        <p:nvSpPr>
          <p:cNvPr id="123" name="!!Ellipse 9">
            <a:extLst>
              <a:ext uri="{FF2B5EF4-FFF2-40B4-BE49-F238E27FC236}">
                <a16:creationId xmlns:a16="http://schemas.microsoft.com/office/drawing/2014/main" id="{26899EE0-9018-56E6-71EF-3D6726047A06}"/>
              </a:ext>
            </a:extLst>
          </p:cNvPr>
          <p:cNvSpPr/>
          <p:nvPr/>
        </p:nvSpPr>
        <p:spPr>
          <a:xfrm>
            <a:off x="4153100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4" name="!!Ellipse 9">
            <a:extLst>
              <a:ext uri="{FF2B5EF4-FFF2-40B4-BE49-F238E27FC236}">
                <a16:creationId xmlns:a16="http://schemas.microsoft.com/office/drawing/2014/main" id="{39192C9B-B2B9-86C7-A665-771C37A2CFE4}"/>
              </a:ext>
            </a:extLst>
          </p:cNvPr>
          <p:cNvSpPr/>
          <p:nvPr/>
        </p:nvSpPr>
        <p:spPr>
          <a:xfrm>
            <a:off x="4153100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5" name="!!Ellipse 9">
            <a:extLst>
              <a:ext uri="{FF2B5EF4-FFF2-40B4-BE49-F238E27FC236}">
                <a16:creationId xmlns:a16="http://schemas.microsoft.com/office/drawing/2014/main" id="{AD636AC2-4B9E-B084-B5D2-6479E607EC80}"/>
              </a:ext>
            </a:extLst>
          </p:cNvPr>
          <p:cNvSpPr/>
          <p:nvPr/>
        </p:nvSpPr>
        <p:spPr>
          <a:xfrm>
            <a:off x="4153100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6" name="!!Ellipse 9">
            <a:extLst>
              <a:ext uri="{FF2B5EF4-FFF2-40B4-BE49-F238E27FC236}">
                <a16:creationId xmlns:a16="http://schemas.microsoft.com/office/drawing/2014/main" id="{43BE64D3-D973-5F5A-3930-125C2E87C9DC}"/>
              </a:ext>
            </a:extLst>
          </p:cNvPr>
          <p:cNvSpPr/>
          <p:nvPr/>
        </p:nvSpPr>
        <p:spPr>
          <a:xfrm>
            <a:off x="4153100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8" name="!!Ellipse 9">
            <a:extLst>
              <a:ext uri="{FF2B5EF4-FFF2-40B4-BE49-F238E27FC236}">
                <a16:creationId xmlns:a16="http://schemas.microsoft.com/office/drawing/2014/main" id="{FDB0E071-F48D-19AE-6E09-B4D07FAB687F}"/>
              </a:ext>
            </a:extLst>
          </p:cNvPr>
          <p:cNvSpPr/>
          <p:nvPr/>
        </p:nvSpPr>
        <p:spPr>
          <a:xfrm>
            <a:off x="5043796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9" name="!!Ellipse 9">
            <a:extLst>
              <a:ext uri="{FF2B5EF4-FFF2-40B4-BE49-F238E27FC236}">
                <a16:creationId xmlns:a16="http://schemas.microsoft.com/office/drawing/2014/main" id="{BEA7AF88-16EC-BF03-C188-E360975972A0}"/>
              </a:ext>
            </a:extLst>
          </p:cNvPr>
          <p:cNvSpPr/>
          <p:nvPr/>
        </p:nvSpPr>
        <p:spPr>
          <a:xfrm>
            <a:off x="5043796" y="-1579364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!!Ellipse 9">
            <a:extLst>
              <a:ext uri="{FF2B5EF4-FFF2-40B4-BE49-F238E27FC236}">
                <a16:creationId xmlns:a16="http://schemas.microsoft.com/office/drawing/2014/main" id="{B47BBAA1-C264-E67E-DFD8-C6541A995E4E}"/>
              </a:ext>
            </a:extLst>
          </p:cNvPr>
          <p:cNvSpPr/>
          <p:nvPr/>
        </p:nvSpPr>
        <p:spPr>
          <a:xfrm>
            <a:off x="5043796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1" name="!!Ellipse 9">
            <a:extLst>
              <a:ext uri="{FF2B5EF4-FFF2-40B4-BE49-F238E27FC236}">
                <a16:creationId xmlns:a16="http://schemas.microsoft.com/office/drawing/2014/main" id="{EB3CEB45-0424-6CA9-A27E-DFEFAFCDB9BD}"/>
              </a:ext>
            </a:extLst>
          </p:cNvPr>
          <p:cNvSpPr/>
          <p:nvPr/>
        </p:nvSpPr>
        <p:spPr>
          <a:xfrm>
            <a:off x="5043796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2" name="!!Ellipse 9">
            <a:extLst>
              <a:ext uri="{FF2B5EF4-FFF2-40B4-BE49-F238E27FC236}">
                <a16:creationId xmlns:a16="http://schemas.microsoft.com/office/drawing/2014/main" id="{973686A8-2F6E-72A1-9149-1FA1E6AF934C}"/>
              </a:ext>
            </a:extLst>
          </p:cNvPr>
          <p:cNvSpPr/>
          <p:nvPr/>
        </p:nvSpPr>
        <p:spPr>
          <a:xfrm>
            <a:off x="5917459" y="-2004696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8" name="!!Ellipse 9">
            <a:extLst>
              <a:ext uri="{FF2B5EF4-FFF2-40B4-BE49-F238E27FC236}">
                <a16:creationId xmlns:a16="http://schemas.microsoft.com/office/drawing/2014/main" id="{2B03BFBB-3811-B323-7EB5-5A49C63FD3EA}"/>
              </a:ext>
            </a:extLst>
          </p:cNvPr>
          <p:cNvSpPr/>
          <p:nvPr/>
        </p:nvSpPr>
        <p:spPr>
          <a:xfrm>
            <a:off x="8127058" y="-1154032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9" name="!!Ellipse 9">
            <a:extLst>
              <a:ext uri="{FF2B5EF4-FFF2-40B4-BE49-F238E27FC236}">
                <a16:creationId xmlns:a16="http://schemas.microsoft.com/office/drawing/2014/main" id="{FB2F517D-AB34-138A-C3C3-709DFF38F0BA}"/>
              </a:ext>
            </a:extLst>
          </p:cNvPr>
          <p:cNvSpPr/>
          <p:nvPr/>
        </p:nvSpPr>
        <p:spPr>
          <a:xfrm>
            <a:off x="8127058" y="-728700"/>
            <a:ext cx="709216" cy="35460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0" name="Titel 1">
            <a:extLst>
              <a:ext uri="{FF2B5EF4-FFF2-40B4-BE49-F238E27FC236}">
                <a16:creationId xmlns:a16="http://schemas.microsoft.com/office/drawing/2014/main" id="{369B2A33-68AD-157E-A204-D2044659955E}"/>
              </a:ext>
            </a:extLst>
          </p:cNvPr>
          <p:cNvSpPr txBox="1">
            <a:spLocks/>
          </p:cNvSpPr>
          <p:nvPr/>
        </p:nvSpPr>
        <p:spPr>
          <a:xfrm>
            <a:off x="6571932" y="-1070490"/>
            <a:ext cx="287051" cy="8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937532DF-557A-D42D-153A-4EABD3FB6D81}"/>
              </a:ext>
            </a:extLst>
          </p:cNvPr>
          <p:cNvGrpSpPr/>
          <p:nvPr/>
        </p:nvGrpSpPr>
        <p:grpSpPr>
          <a:xfrm>
            <a:off x="5526599" y="-2041486"/>
            <a:ext cx="222700" cy="169993"/>
            <a:chOff x="217350" y="639497"/>
            <a:chExt cx="651600" cy="540000"/>
          </a:xfrm>
        </p:grpSpPr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33E4668C-DB0F-2FA0-3A66-F5040B143BA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AA72FCC1-B618-2E8B-BCD5-0EA358853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B6E69A7E-1DA2-87FA-0521-A04BDAEF8727}"/>
              </a:ext>
            </a:extLst>
          </p:cNvPr>
          <p:cNvGrpSpPr/>
          <p:nvPr/>
        </p:nvGrpSpPr>
        <p:grpSpPr>
          <a:xfrm>
            <a:off x="6376542" y="-2041486"/>
            <a:ext cx="222700" cy="169993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A20DD35D-EA07-3B9A-0579-18293CA1230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6F68E6AA-8A4F-6CE6-C74E-B7B38C7B6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318C9AB0-A717-2F21-7BC0-6CB27DDD73E8}"/>
              </a:ext>
            </a:extLst>
          </p:cNvPr>
          <p:cNvGrpSpPr/>
          <p:nvPr/>
        </p:nvGrpSpPr>
        <p:grpSpPr>
          <a:xfrm>
            <a:off x="4619006" y="-1604384"/>
            <a:ext cx="222700" cy="169993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3F8BD9D2-9D31-4732-FF95-E836954FB56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B68E2959-7D54-1DCE-F1A7-106521503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55B840DE-6FFD-D270-7463-E1C123BA8CC1}"/>
              </a:ext>
            </a:extLst>
          </p:cNvPr>
          <p:cNvGrpSpPr/>
          <p:nvPr/>
        </p:nvGrpSpPr>
        <p:grpSpPr>
          <a:xfrm>
            <a:off x="5538212" y="-1601391"/>
            <a:ext cx="222700" cy="169993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90EE410C-E56F-054A-CCB6-95FB44A22C5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4EAE8BBA-9E96-8F29-E8CA-338020DB4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396284EE-A880-4832-00A9-66FF9F8513A1}"/>
              </a:ext>
            </a:extLst>
          </p:cNvPr>
          <p:cNvGrpSpPr/>
          <p:nvPr/>
        </p:nvGrpSpPr>
        <p:grpSpPr>
          <a:xfrm>
            <a:off x="5549219" y="-1190399"/>
            <a:ext cx="222700" cy="169993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F2776A92-DBB2-47FB-09B5-BDE42490DD3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A9774DC1-F02C-C942-AEBB-D2EBA1EAA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FF1350A4-05A0-B740-9965-A8C59E4BCE33}"/>
              </a:ext>
            </a:extLst>
          </p:cNvPr>
          <p:cNvGrpSpPr/>
          <p:nvPr/>
        </p:nvGrpSpPr>
        <p:grpSpPr>
          <a:xfrm>
            <a:off x="4639616" y="-1196245"/>
            <a:ext cx="222700" cy="169993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82F7B9C1-C970-75D9-00D0-DE5AB2E1E2D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75711193-2285-6D4C-B3CA-636C21963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C8D4065C-8B0D-FE81-BAE7-2BC143CAB928}"/>
              </a:ext>
            </a:extLst>
          </p:cNvPr>
          <p:cNvGrpSpPr/>
          <p:nvPr/>
        </p:nvGrpSpPr>
        <p:grpSpPr>
          <a:xfrm>
            <a:off x="4642548" y="-763944"/>
            <a:ext cx="222700" cy="169993"/>
            <a:chOff x="217350" y="639497"/>
            <a:chExt cx="651600" cy="54000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1AE233D8-7D48-30BA-475D-2B3535278F7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1EBC99F5-1415-4558-DC3F-5DDE63AE5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22A62CBD-1A11-1944-27C6-B7C6EFABD397}"/>
              </a:ext>
            </a:extLst>
          </p:cNvPr>
          <p:cNvGrpSpPr/>
          <p:nvPr/>
        </p:nvGrpSpPr>
        <p:grpSpPr>
          <a:xfrm>
            <a:off x="5569379" y="-749915"/>
            <a:ext cx="222700" cy="169993"/>
            <a:chOff x="217350" y="639497"/>
            <a:chExt cx="651600" cy="540000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65AF0F1A-BC89-695E-0538-B5E529F0BDA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7E6B723A-BA1F-919F-34DE-22FC4A5E7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ADDF30B1-7724-369E-324C-21EB2233EC5F}"/>
              </a:ext>
            </a:extLst>
          </p:cNvPr>
          <p:cNvGrpSpPr/>
          <p:nvPr/>
        </p:nvGrpSpPr>
        <p:grpSpPr>
          <a:xfrm>
            <a:off x="8661826" y="-728700"/>
            <a:ext cx="222700" cy="169993"/>
            <a:chOff x="217350" y="639497"/>
            <a:chExt cx="651600" cy="54000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ADABD492-3023-A97E-EE10-7CB38FB8DA3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29B13419-0906-1C1A-A32C-7BC337714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A4F36253-9EEE-12A4-9D4E-720A710B840E}"/>
              </a:ext>
            </a:extLst>
          </p:cNvPr>
          <p:cNvGrpSpPr/>
          <p:nvPr/>
        </p:nvGrpSpPr>
        <p:grpSpPr>
          <a:xfrm>
            <a:off x="8651819" y="-1155487"/>
            <a:ext cx="222700" cy="169993"/>
            <a:chOff x="217350" y="639497"/>
            <a:chExt cx="651600" cy="540000"/>
          </a:xfrm>
        </p:grpSpPr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FA827653-A41E-657C-8694-EC4B5D64C8E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A7C4FD68-EF9E-D32F-A320-42E4D4E64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A91521E0-8ADC-98AB-1AE7-88FC0A19CAB9}"/>
              </a:ext>
            </a:extLst>
          </p:cNvPr>
          <p:cNvGrpSpPr/>
          <p:nvPr/>
        </p:nvGrpSpPr>
        <p:grpSpPr>
          <a:xfrm>
            <a:off x="4592959" y="-2036052"/>
            <a:ext cx="222700" cy="169993"/>
            <a:chOff x="217350" y="639497"/>
            <a:chExt cx="651600" cy="540000"/>
          </a:xfrm>
        </p:grpSpPr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BF38FA4F-6097-A7A3-0CEE-E001AACC5A9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03FEF932-8157-AA06-3829-1187B345B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20" name="Titel 1">
            <a:extLst>
              <a:ext uri="{FF2B5EF4-FFF2-40B4-BE49-F238E27FC236}">
                <a16:creationId xmlns:a16="http://schemas.microsoft.com/office/drawing/2014/main" id="{05C7BC61-28FC-29A9-F00E-6D04671B80C9}"/>
              </a:ext>
            </a:extLst>
          </p:cNvPr>
          <p:cNvSpPr txBox="1">
            <a:spLocks/>
          </p:cNvSpPr>
          <p:nvPr/>
        </p:nvSpPr>
        <p:spPr>
          <a:xfrm>
            <a:off x="255184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ABE07D4-6B75-319D-983D-7D85E7178B5E}"/>
              </a:ext>
            </a:extLst>
          </p:cNvPr>
          <p:cNvSpPr/>
          <p:nvPr/>
        </p:nvSpPr>
        <p:spPr>
          <a:xfrm>
            <a:off x="336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A86F2A3-7773-B01A-1588-D14F38D2F856}"/>
              </a:ext>
            </a:extLst>
          </p:cNvPr>
          <p:cNvSpPr/>
          <p:nvPr/>
        </p:nvSpPr>
        <p:spPr>
          <a:xfrm>
            <a:off x="336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2EEDE86-7C76-5297-E269-789913994E96}"/>
              </a:ext>
            </a:extLst>
          </p:cNvPr>
          <p:cNvSpPr/>
          <p:nvPr/>
        </p:nvSpPr>
        <p:spPr>
          <a:xfrm>
            <a:off x="116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1CD9041C-AD71-82C0-185C-A911FB7E8FE7}"/>
              </a:ext>
            </a:extLst>
          </p:cNvPr>
          <p:cNvSpPr/>
          <p:nvPr/>
        </p:nvSpPr>
        <p:spPr>
          <a:xfrm>
            <a:off x="116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D7019E1-7573-FE3C-ED6C-2C52CAB4CDCC}"/>
              </a:ext>
            </a:extLst>
          </p:cNvPr>
          <p:cNvSpPr/>
          <p:nvPr/>
        </p:nvSpPr>
        <p:spPr>
          <a:xfrm>
            <a:off x="199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FBC633B-DE93-0B33-839B-B322C3A02362}"/>
              </a:ext>
            </a:extLst>
          </p:cNvPr>
          <p:cNvSpPr/>
          <p:nvPr/>
        </p:nvSpPr>
        <p:spPr>
          <a:xfrm>
            <a:off x="282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CFE7B06-2CA1-7988-8E93-6D6420C3EAEC}"/>
              </a:ext>
            </a:extLst>
          </p:cNvPr>
          <p:cNvSpPr/>
          <p:nvPr/>
        </p:nvSpPr>
        <p:spPr>
          <a:xfrm>
            <a:off x="282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38F0E95-DFCB-6286-CAEF-217B081AB493}"/>
              </a:ext>
            </a:extLst>
          </p:cNvPr>
          <p:cNvSpPr/>
          <p:nvPr/>
        </p:nvSpPr>
        <p:spPr>
          <a:xfrm>
            <a:off x="3648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B,D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D0E8FA42-D872-5211-FE6D-C9D64EC1F54D}"/>
              </a:ext>
            </a:extLst>
          </p:cNvPr>
          <p:cNvSpPr/>
          <p:nvPr/>
        </p:nvSpPr>
        <p:spPr>
          <a:xfrm>
            <a:off x="3648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E17B754F-9069-1D49-D67A-37BC29818C8A}"/>
              </a:ext>
            </a:extLst>
          </p:cNvPr>
          <p:cNvSpPr/>
          <p:nvPr/>
        </p:nvSpPr>
        <p:spPr>
          <a:xfrm>
            <a:off x="447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B,F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ED6020F-C537-DD91-95F2-09AC28EFD232}"/>
              </a:ext>
            </a:extLst>
          </p:cNvPr>
          <p:cNvSpPr/>
          <p:nvPr/>
        </p:nvSpPr>
        <p:spPr>
          <a:xfrm>
            <a:off x="447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B,G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CEC139C-1879-922A-6C34-671E328D3EA6}"/>
              </a:ext>
            </a:extLst>
          </p:cNvPr>
          <p:cNvSpPr/>
          <p:nvPr/>
        </p:nvSpPr>
        <p:spPr>
          <a:xfrm>
            <a:off x="5304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B,H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FEA1B78-D4AE-328C-6A18-EBA10736AEA4}"/>
              </a:ext>
            </a:extLst>
          </p:cNvPr>
          <p:cNvSpPr/>
          <p:nvPr/>
        </p:nvSpPr>
        <p:spPr>
          <a:xfrm>
            <a:off x="5304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E45033A-4337-F2CE-881E-BC7B99BB61A9}"/>
              </a:ext>
            </a:extLst>
          </p:cNvPr>
          <p:cNvSpPr/>
          <p:nvPr/>
        </p:nvSpPr>
        <p:spPr>
          <a:xfrm>
            <a:off x="6132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C16FFD26-D4DD-C21F-5DAE-087E3CBEDD49}"/>
              </a:ext>
            </a:extLst>
          </p:cNvPr>
          <p:cNvSpPr/>
          <p:nvPr/>
        </p:nvSpPr>
        <p:spPr>
          <a:xfrm>
            <a:off x="6132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C,F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8A519E5-2972-7EAF-F877-E73372958278}"/>
              </a:ext>
            </a:extLst>
          </p:cNvPr>
          <p:cNvSpPr/>
          <p:nvPr/>
        </p:nvSpPr>
        <p:spPr>
          <a:xfrm>
            <a:off x="6960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B6F4F12-55E0-9DC5-8491-63AE6DE3F76F}"/>
              </a:ext>
            </a:extLst>
          </p:cNvPr>
          <p:cNvSpPr/>
          <p:nvPr/>
        </p:nvSpPr>
        <p:spPr>
          <a:xfrm>
            <a:off x="6960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7DDCA8D-F1BF-C3ED-A6A8-2AFCCA0188BB}"/>
              </a:ext>
            </a:extLst>
          </p:cNvPr>
          <p:cNvSpPr/>
          <p:nvPr/>
        </p:nvSpPr>
        <p:spPr>
          <a:xfrm>
            <a:off x="7788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412CFCF-749B-2798-57B1-38B4512D96E3}"/>
              </a:ext>
            </a:extLst>
          </p:cNvPr>
          <p:cNvSpPr/>
          <p:nvPr/>
        </p:nvSpPr>
        <p:spPr>
          <a:xfrm>
            <a:off x="7788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D,F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0EC7DFE-6B60-69A2-DBAD-FAD12D7604A8}"/>
              </a:ext>
            </a:extLst>
          </p:cNvPr>
          <p:cNvSpPr/>
          <p:nvPr/>
        </p:nvSpPr>
        <p:spPr>
          <a:xfrm>
            <a:off x="8616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D,G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5EA4A13-B378-4FBE-22F6-A95287E95780}"/>
              </a:ext>
            </a:extLst>
          </p:cNvPr>
          <p:cNvSpPr/>
          <p:nvPr/>
        </p:nvSpPr>
        <p:spPr>
          <a:xfrm>
            <a:off x="8616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D,H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D884E0D-7C46-C842-A884-74DC497DE21D}"/>
              </a:ext>
            </a:extLst>
          </p:cNvPr>
          <p:cNvSpPr/>
          <p:nvPr/>
        </p:nvSpPr>
        <p:spPr>
          <a:xfrm>
            <a:off x="9444000" y="1980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743AF0F7-5478-EFD1-1DF9-94BA340175AB}"/>
              </a:ext>
            </a:extLst>
          </p:cNvPr>
          <p:cNvSpPr/>
          <p:nvPr/>
        </p:nvSpPr>
        <p:spPr>
          <a:xfrm>
            <a:off x="9444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70021AF-A947-720C-213A-2E98CB8BA7D5}"/>
              </a:ext>
            </a:extLst>
          </p:cNvPr>
          <p:cNvSpPr/>
          <p:nvPr/>
        </p:nvSpPr>
        <p:spPr>
          <a:xfrm>
            <a:off x="10272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E,H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77E3A86D-FB6A-CB0C-43DF-FBBFFF5866D7}"/>
              </a:ext>
            </a:extLst>
          </p:cNvPr>
          <p:cNvSpPr/>
          <p:nvPr/>
        </p:nvSpPr>
        <p:spPr>
          <a:xfrm>
            <a:off x="10272000" y="2592000"/>
            <a:ext cx="756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DF2D1D3-D229-3C23-5389-F944E5F24AA0}"/>
              </a:ext>
            </a:extLst>
          </p:cNvPr>
          <p:cNvSpPr/>
          <p:nvPr/>
        </p:nvSpPr>
        <p:spPr>
          <a:xfrm>
            <a:off x="11100000" y="1980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F,H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AA7BC2DE-52AE-126D-AFFC-3680D5C40940}"/>
              </a:ext>
            </a:extLst>
          </p:cNvPr>
          <p:cNvSpPr/>
          <p:nvPr/>
        </p:nvSpPr>
        <p:spPr>
          <a:xfrm>
            <a:off x="11100000" y="2592000"/>
            <a:ext cx="756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G,H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D266BDC8-3F28-64B5-A8A1-69C89D3E0D43}"/>
              </a:ext>
            </a:extLst>
          </p:cNvPr>
          <p:cNvGrpSpPr>
            <a:grpSpLocks noChangeAspect="1"/>
          </p:cNvGrpSpPr>
          <p:nvPr/>
        </p:nvGrpSpPr>
        <p:grpSpPr>
          <a:xfrm>
            <a:off x="3288000" y="2502000"/>
            <a:ext cx="360000" cy="360000"/>
            <a:chOff x="1048950" y="618723"/>
            <a:chExt cx="540000" cy="540000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DD50D7F9-EC9F-ECBF-B095-503FA0A5981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8C56AF8E-7FC8-4C46-E303-3C2D0EA60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7A38DAED-6C4E-E383-26AB-50988E7E5655}"/>
              </a:ext>
            </a:extLst>
          </p:cNvPr>
          <p:cNvGrpSpPr>
            <a:grpSpLocks noChangeAspect="1"/>
          </p:cNvGrpSpPr>
          <p:nvPr/>
        </p:nvGrpSpPr>
        <p:grpSpPr>
          <a:xfrm>
            <a:off x="4116000" y="1898748"/>
            <a:ext cx="360000" cy="360000"/>
            <a:chOff x="1048950" y="618723"/>
            <a:chExt cx="5400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C878F4AE-5E1D-D063-CAEF-804FEF7036E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51A2C73A-C426-E462-F69B-07EA37EA5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929966F5-9D20-1126-D8DA-AD2F069E5129}"/>
              </a:ext>
            </a:extLst>
          </p:cNvPr>
          <p:cNvGrpSpPr>
            <a:grpSpLocks noChangeAspect="1"/>
          </p:cNvGrpSpPr>
          <p:nvPr/>
        </p:nvGrpSpPr>
        <p:grpSpPr>
          <a:xfrm>
            <a:off x="4944000" y="1890000"/>
            <a:ext cx="360000" cy="360000"/>
            <a:chOff x="1048950" y="618723"/>
            <a:chExt cx="5400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2A7003BD-E5AA-C978-D8F8-439C6FCA1C1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939D9B4-5F53-6A6B-2BEC-BDC9157AE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FE35E229-39E6-7F09-CDB0-798F8A556906}"/>
              </a:ext>
            </a:extLst>
          </p:cNvPr>
          <p:cNvGrpSpPr>
            <a:grpSpLocks noChangeAspect="1"/>
          </p:cNvGrpSpPr>
          <p:nvPr/>
        </p:nvGrpSpPr>
        <p:grpSpPr>
          <a:xfrm>
            <a:off x="5772000" y="1890000"/>
            <a:ext cx="360000" cy="360000"/>
            <a:chOff x="1048950" y="618723"/>
            <a:chExt cx="540000" cy="540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F10AC88C-1DB6-9845-C9F2-BAD34D06C9C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DB13AF0E-E96C-E2A8-AB91-FB9882CFA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622A6A16-B8BA-8C47-7D8A-51F8E2B865D0}"/>
              </a:ext>
            </a:extLst>
          </p:cNvPr>
          <p:cNvGrpSpPr>
            <a:grpSpLocks noChangeAspect="1"/>
          </p:cNvGrpSpPr>
          <p:nvPr/>
        </p:nvGrpSpPr>
        <p:grpSpPr>
          <a:xfrm>
            <a:off x="4992640" y="2502000"/>
            <a:ext cx="360000" cy="360000"/>
            <a:chOff x="1048950" y="618723"/>
            <a:chExt cx="540000" cy="54000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2D1B1E4F-67C8-B94C-A692-2D9127840BD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3F350C0E-BFEE-75EF-71F1-B9B03B6E0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E1791E5F-740A-24F2-8C16-AD25DAC6D72A}"/>
              </a:ext>
            </a:extLst>
          </p:cNvPr>
          <p:cNvGrpSpPr>
            <a:grpSpLocks noChangeAspect="1"/>
          </p:cNvGrpSpPr>
          <p:nvPr/>
        </p:nvGrpSpPr>
        <p:grpSpPr>
          <a:xfrm>
            <a:off x="5788432" y="2502000"/>
            <a:ext cx="360000" cy="360000"/>
            <a:chOff x="1048950" y="618723"/>
            <a:chExt cx="5400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1D0EFDBA-4D1D-EBB3-E5CD-DF9528EB7C4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9C2FB654-8ADD-9307-5461-059BE61B7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30635EB0-2E5A-44C8-A76E-4A002195FE4E}"/>
              </a:ext>
            </a:extLst>
          </p:cNvPr>
          <p:cNvGrpSpPr>
            <a:grpSpLocks noChangeAspect="1"/>
          </p:cNvGrpSpPr>
          <p:nvPr/>
        </p:nvGrpSpPr>
        <p:grpSpPr>
          <a:xfrm>
            <a:off x="6609450" y="2502000"/>
            <a:ext cx="360000" cy="360000"/>
            <a:chOff x="1048950" y="618723"/>
            <a:chExt cx="540000" cy="54000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0F515B82-EB49-9540-A30A-F6FAA0CF400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A4BC78BE-C42D-8E69-ABE7-A1AD41426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DC88D070-7ADD-7481-7C2F-0FE7726A2493}"/>
              </a:ext>
            </a:extLst>
          </p:cNvPr>
          <p:cNvGrpSpPr>
            <a:grpSpLocks noChangeAspect="1"/>
          </p:cNvGrpSpPr>
          <p:nvPr/>
        </p:nvGrpSpPr>
        <p:grpSpPr>
          <a:xfrm>
            <a:off x="8240320" y="2488720"/>
            <a:ext cx="360000" cy="360000"/>
            <a:chOff x="1048950" y="618723"/>
            <a:chExt cx="540000" cy="54000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BDBE2770-9EB0-025A-3A25-C2BDA512CEE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E565A152-D495-3919-7599-45BCE6311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79F81391-A159-D7DB-7B27-610F9C7703E4}"/>
              </a:ext>
            </a:extLst>
          </p:cNvPr>
          <p:cNvGrpSpPr>
            <a:grpSpLocks noChangeAspect="1"/>
          </p:cNvGrpSpPr>
          <p:nvPr/>
        </p:nvGrpSpPr>
        <p:grpSpPr>
          <a:xfrm>
            <a:off x="9048000" y="1894720"/>
            <a:ext cx="360000" cy="360000"/>
            <a:chOff x="1048950" y="618723"/>
            <a:chExt cx="5400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D5EA39BC-0E2A-9B33-1A3A-EC6C993EC8E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651A30A4-50BE-23B9-4FD5-42BA5E9B8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B6362EE2-B048-F7C7-1914-57D5AB292F6A}"/>
              </a:ext>
            </a:extLst>
          </p:cNvPr>
          <p:cNvGrpSpPr>
            <a:grpSpLocks noChangeAspect="1"/>
          </p:cNvGrpSpPr>
          <p:nvPr/>
        </p:nvGrpSpPr>
        <p:grpSpPr>
          <a:xfrm>
            <a:off x="9124640" y="2486400"/>
            <a:ext cx="360000" cy="360000"/>
            <a:chOff x="1048950" y="618723"/>
            <a:chExt cx="540000" cy="540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67F3E597-CCFF-C9B7-334D-05533ACB2AB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D0F9BBAE-EF1E-29BC-F9B7-B5FECFA04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BDC01F5B-F556-DF24-E3E4-E6013096DD95}"/>
              </a:ext>
            </a:extLst>
          </p:cNvPr>
          <p:cNvGrpSpPr>
            <a:grpSpLocks noChangeAspect="1"/>
          </p:cNvGrpSpPr>
          <p:nvPr/>
        </p:nvGrpSpPr>
        <p:grpSpPr>
          <a:xfrm>
            <a:off x="10704000" y="1844580"/>
            <a:ext cx="360000" cy="360000"/>
            <a:chOff x="1048950" y="618723"/>
            <a:chExt cx="540000" cy="54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5A7C3536-42B6-B281-53CD-CB2AA9D8582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B9A85B77-DFFC-D96D-B23E-E71E3616B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B8F7528E-596A-9325-25F6-4D86F9C88D8D}"/>
              </a:ext>
            </a:extLst>
          </p:cNvPr>
          <p:cNvGrpSpPr>
            <a:grpSpLocks noChangeAspect="1"/>
          </p:cNvGrpSpPr>
          <p:nvPr/>
        </p:nvGrpSpPr>
        <p:grpSpPr>
          <a:xfrm>
            <a:off x="11566818" y="1864900"/>
            <a:ext cx="360000" cy="360000"/>
            <a:chOff x="1048950" y="618723"/>
            <a:chExt cx="540000" cy="54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DFE85CC8-14B6-1CDC-CD35-E836F497C70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E4F988C6-AAA2-9077-018C-3EF834937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E9C2632F-8B6D-E17D-4F0A-C1E75396C816}"/>
              </a:ext>
            </a:extLst>
          </p:cNvPr>
          <p:cNvGrpSpPr>
            <a:grpSpLocks noChangeAspect="1"/>
          </p:cNvGrpSpPr>
          <p:nvPr/>
        </p:nvGrpSpPr>
        <p:grpSpPr>
          <a:xfrm>
            <a:off x="11599040" y="2520000"/>
            <a:ext cx="360000" cy="360000"/>
            <a:chOff x="1048950" y="618723"/>
            <a:chExt cx="540000" cy="54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EB6201CF-04E8-AC87-E84D-2B23A383554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48809896-D3FC-8913-3EF3-933FB89A7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" name="!!Ellipse 41">
            <a:extLst>
              <a:ext uri="{FF2B5EF4-FFF2-40B4-BE49-F238E27FC236}">
                <a16:creationId xmlns:a16="http://schemas.microsoft.com/office/drawing/2014/main" id="{6069527B-EB91-D8DC-AB3D-BC5EE899AEC2}"/>
              </a:ext>
            </a:extLst>
          </p:cNvPr>
          <p:cNvSpPr>
            <a:spLocks noChangeAspect="1"/>
          </p:cNvSpPr>
          <p:nvPr/>
        </p:nvSpPr>
        <p:spPr>
          <a:xfrm>
            <a:off x="3382240" y="3429000"/>
            <a:ext cx="1179338" cy="84238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5F34F0D-916E-019D-AA0F-CD3051D8C584}"/>
              </a:ext>
            </a:extLst>
          </p:cNvPr>
          <p:cNvSpPr txBox="1">
            <a:spLocks/>
          </p:cNvSpPr>
          <p:nvPr/>
        </p:nvSpPr>
        <p:spPr>
          <a:xfrm>
            <a:off x="258960" y="325929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</p:spTree>
    <p:extLst>
      <p:ext uri="{BB962C8B-B14F-4D97-AF65-F5344CB8AC3E}">
        <p14:creationId xmlns:p14="http://schemas.microsoft.com/office/powerpoint/2010/main" val="886534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E57A-C3DD-9144-38C7-643A0F3B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AB1B09-A563-378C-2721-68025BE1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008" y="-244475"/>
            <a:ext cx="4451985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Top Down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4BA8B62-A9B4-CFEB-5840-13A2B0826F7C}"/>
              </a:ext>
            </a:extLst>
          </p:cNvPr>
          <p:cNvSpPr txBox="1">
            <a:spLocks/>
          </p:cNvSpPr>
          <p:nvPr/>
        </p:nvSpPr>
        <p:spPr>
          <a:xfrm>
            <a:off x="3263899" y="2326005"/>
            <a:ext cx="58699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Validierungen:        245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3978C4A-CB55-9179-692E-2B588E135AC9}"/>
              </a:ext>
            </a:extLst>
          </p:cNvPr>
          <p:cNvSpPr txBox="1">
            <a:spLocks/>
          </p:cNvSpPr>
          <p:nvPr/>
        </p:nvSpPr>
        <p:spPr>
          <a:xfrm>
            <a:off x="3263899" y="3373121"/>
            <a:ext cx="579882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Scorings:                 15        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0708A90-6F02-92DC-7693-455A21A8568B}"/>
              </a:ext>
            </a:extLst>
          </p:cNvPr>
          <p:cNvSpPr txBox="1">
            <a:spLocks/>
          </p:cNvSpPr>
          <p:nvPr/>
        </p:nvSpPr>
        <p:spPr>
          <a:xfrm>
            <a:off x="3263899" y="4531361"/>
            <a:ext cx="58699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Prunings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:                 10</a:t>
            </a:r>
          </a:p>
        </p:txBody>
      </p:sp>
    </p:spTree>
    <p:extLst>
      <p:ext uri="{BB962C8B-B14F-4D97-AF65-F5344CB8AC3E}">
        <p14:creationId xmlns:p14="http://schemas.microsoft.com/office/powerpoint/2010/main" val="1246775300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230D-398B-B439-5BB9-6B4AD797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F8F5F-5AF7-6BB0-826A-A073594C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698" y="1565275"/>
            <a:ext cx="6153152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Random Walk</a:t>
            </a:r>
          </a:p>
        </p:txBody>
      </p:sp>
    </p:spTree>
    <p:extLst>
      <p:ext uri="{BB962C8B-B14F-4D97-AF65-F5344CB8AC3E}">
        <p14:creationId xmlns:p14="http://schemas.microsoft.com/office/powerpoint/2010/main" val="1569505152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D2F4-6037-4444-66ED-EA0199FF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099C583-B7AB-BF18-21F6-31F18F74A2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1.) Starte mit zufälligem Kandidaten </a:t>
                </a:r>
                <a14:m>
                  <m:oMath xmlns:m="http://schemas.openxmlformats.org/officeDocument/2006/math">
                    <m:r>
                      <a:rPr lang="de-DE" sz="4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2.) Ist X valide: Top Down, sonst: Bottom Up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099C583-B7AB-BF18-21F6-31F18F74A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A14547CD-949A-6C12-5D01-E7CF919A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40"/>
          <a:stretch>
            <a:fillRect/>
          </a:stretch>
        </p:blipFill>
        <p:spPr>
          <a:xfrm>
            <a:off x="3929062" y="3555113"/>
            <a:ext cx="3309938" cy="258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52137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FFE2BDA-E53B-DE96-6FBA-8C4FC3E3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Start-Instanz: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17048B17-BA69-FB05-97B5-0D03C95DA40D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</p:spTree>
    <p:extLst>
      <p:ext uri="{BB962C8B-B14F-4D97-AF65-F5344CB8AC3E}">
        <p14:creationId xmlns:p14="http://schemas.microsoft.com/office/powerpoint/2010/main" val="1343978300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C8B0-D24C-F331-C782-C209709E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A525E79-C9CC-F2BD-616F-62AFF96F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Start-Instanz: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AD67ACA6-12C0-2B0D-F287-9871F43FBEA4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5B90F8-AEAB-CEBE-C7F3-4FEBD7F5BFAD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CEA332C-05DB-2122-1BE8-8D6E0E5D4B05}"/>
              </a:ext>
            </a:extLst>
          </p:cNvPr>
          <p:cNvGrpSpPr/>
          <p:nvPr/>
        </p:nvGrpSpPr>
        <p:grpSpPr>
          <a:xfrm>
            <a:off x="5109908" y="466723"/>
            <a:ext cx="452172" cy="345155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C7DB0422-621C-388E-D3EE-33D68B4ACFE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AC5AC77B-027C-905A-2790-C992489EE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34F27AA2-2FAC-7B38-FC80-01764396137D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</p:spTree>
    <p:extLst>
      <p:ext uri="{BB962C8B-B14F-4D97-AF65-F5344CB8AC3E}">
        <p14:creationId xmlns:p14="http://schemas.microsoft.com/office/powerpoint/2010/main" val="3237443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A4C0-2182-7171-04EC-2AF4B846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057D700B-B55D-DDF9-AA66-EEE9E9A8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Start-Instanz: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F460CDD8-D504-F114-9325-B6FA3F8275C1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1723CE-A586-487A-9E5D-3B2BE292B9DD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A8DD27E-FEA3-5160-4841-AEC0C2770396}"/>
              </a:ext>
            </a:extLst>
          </p:cNvPr>
          <p:cNvGrpSpPr/>
          <p:nvPr/>
        </p:nvGrpSpPr>
        <p:grpSpPr>
          <a:xfrm>
            <a:off x="5109908" y="466723"/>
            <a:ext cx="452172" cy="345155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4A0493F5-F2CE-94BE-88F7-151DB51119E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8C0C3B4C-142A-2315-3605-A74C5C8CA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D7895EA7-6029-2863-84B7-7070EA6923CE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0DCBB52B-6A7C-6450-3A15-589F60764DDE}"/>
              </a:ext>
            </a:extLst>
          </p:cNvPr>
          <p:cNvSpPr/>
          <p:nvPr/>
        </p:nvSpPr>
        <p:spPr>
          <a:xfrm>
            <a:off x="1402080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5195A0E1-2E32-352D-8770-185246DEEFD7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5412DE62-E13F-7E18-832E-BACDBCA7964E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</p:spTree>
    <p:extLst>
      <p:ext uri="{BB962C8B-B14F-4D97-AF65-F5344CB8AC3E}">
        <p14:creationId xmlns:p14="http://schemas.microsoft.com/office/powerpoint/2010/main" val="3253052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58E7A-AEF7-AE39-D528-61B95984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08DA7DA3-D688-BE17-BAB4-47C22419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Start-Instanz: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549BC01F-1B97-FD19-6EE3-8D3F769C4BD2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FB69CE-1313-6982-00ED-62A347B7EE29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848636D-C0A3-9388-1F5A-50B3F856045B}"/>
              </a:ext>
            </a:extLst>
          </p:cNvPr>
          <p:cNvGrpSpPr/>
          <p:nvPr/>
        </p:nvGrpSpPr>
        <p:grpSpPr>
          <a:xfrm>
            <a:off x="5109908" y="466723"/>
            <a:ext cx="452172" cy="345155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9E33482-8F63-AF43-C7BE-917310F8220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D3FC235E-4845-4197-918B-0A7D52D6E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28F2BBF8-ECAE-8442-289B-6F05A3514100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F6042633-B04C-D3AB-6D12-3C0CDAF37A81}"/>
              </a:ext>
            </a:extLst>
          </p:cNvPr>
          <p:cNvSpPr/>
          <p:nvPr/>
        </p:nvSpPr>
        <p:spPr>
          <a:xfrm>
            <a:off x="1402080" y="268159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3D4EBF1B-C823-FB4F-62E1-0DEA1AA34939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CA03A5E2-79EE-61EF-11DA-C6CB3FEFFAAD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624044E4-4121-05F8-4024-8BB655E54F9B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0DB22BB-640E-7CFF-2B43-C8E23C62CCA5}"/>
              </a:ext>
            </a:extLst>
          </p:cNvPr>
          <p:cNvGrpSpPr/>
          <p:nvPr/>
        </p:nvGrpSpPr>
        <p:grpSpPr>
          <a:xfrm>
            <a:off x="2478943" y="2660352"/>
            <a:ext cx="452172" cy="345155"/>
            <a:chOff x="217350" y="639497"/>
            <a:chExt cx="6516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B5384927-E2C2-450B-01E8-E4A38B0053C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59AC88D2-0481-5214-1CF4-733907CE9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D6AAF47-233C-96D2-1E18-0ADF4BF45E8F}"/>
              </a:ext>
            </a:extLst>
          </p:cNvPr>
          <p:cNvGrpSpPr/>
          <p:nvPr/>
        </p:nvGrpSpPr>
        <p:grpSpPr>
          <a:xfrm>
            <a:off x="4097012" y="2654877"/>
            <a:ext cx="452172" cy="345155"/>
            <a:chOff x="217350" y="639497"/>
            <a:chExt cx="651600" cy="540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6BF4A44-B600-8324-67E3-4E8E2A73E95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08B5E097-1514-C157-50D0-D1D25F9B8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D7C0687-2841-0A34-6523-050E4FA9BEBF}"/>
              </a:ext>
            </a:extLst>
          </p:cNvPr>
          <p:cNvGrpSpPr>
            <a:grpSpLocks noChangeAspect="1"/>
          </p:cNvGrpSpPr>
          <p:nvPr/>
        </p:nvGrpSpPr>
        <p:grpSpPr>
          <a:xfrm>
            <a:off x="5792525" y="2608489"/>
            <a:ext cx="360000" cy="360000"/>
            <a:chOff x="1048950" y="618723"/>
            <a:chExt cx="5400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9EC7CCB9-C18D-3300-E4D3-DFE980CAB01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2330E882-6CBD-1559-A9CA-A0E71FA5D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407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9C6FC-1A09-8980-9FAC-3E7830D2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724EF8B-0E6F-C473-4641-65F9C5DE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Start-Instanz: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C39C6758-7194-E863-37C5-EF68A437B007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483FCA-BD51-3AA9-D18A-1C9DEE0A4F12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18AA667-BC80-074D-752F-B869A18EABAE}"/>
              </a:ext>
            </a:extLst>
          </p:cNvPr>
          <p:cNvGrpSpPr/>
          <p:nvPr/>
        </p:nvGrpSpPr>
        <p:grpSpPr>
          <a:xfrm>
            <a:off x="5109908" y="466723"/>
            <a:ext cx="452172" cy="345155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3E3CEBA-BE4C-6AB0-D4F5-43C5BB00C65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F603CD1D-C343-DC82-BCA7-56DED1C65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C1DCFF5A-696C-F278-B9FD-7848C78C1AB4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E41F3E26-95E9-3F58-30AE-E151A4F3D103}"/>
              </a:ext>
            </a:extLst>
          </p:cNvPr>
          <p:cNvSpPr/>
          <p:nvPr/>
        </p:nvSpPr>
        <p:spPr>
          <a:xfrm>
            <a:off x="1402080" y="268159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4F40CD03-E844-7CFD-6EDE-D94FBC5765C5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983BAA3A-904D-86BF-0996-1441740C8D1A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259CF39-C533-030F-0CEB-2441040D4853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E80C5D7-493E-C36F-2E04-0BA13FCD72DC}"/>
              </a:ext>
            </a:extLst>
          </p:cNvPr>
          <p:cNvGrpSpPr/>
          <p:nvPr/>
        </p:nvGrpSpPr>
        <p:grpSpPr>
          <a:xfrm>
            <a:off x="2478943" y="2660352"/>
            <a:ext cx="452172" cy="345155"/>
            <a:chOff x="217350" y="639497"/>
            <a:chExt cx="6516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BC3FD129-C887-82E2-D329-6CB67AC6B10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798A9E83-D208-E613-1B26-BD5450FBA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0ED2540-93BF-E126-791B-472D40BD38F8}"/>
              </a:ext>
            </a:extLst>
          </p:cNvPr>
          <p:cNvGrpSpPr/>
          <p:nvPr/>
        </p:nvGrpSpPr>
        <p:grpSpPr>
          <a:xfrm>
            <a:off x="4097012" y="2654877"/>
            <a:ext cx="452172" cy="345155"/>
            <a:chOff x="217350" y="639497"/>
            <a:chExt cx="651600" cy="540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9D28FDC-5458-9287-3CCE-FEECD0D899E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BA008D21-A7C8-73BC-01F1-3D59006F3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FE5CAF4-5C9F-5D3D-13D8-8E451DE859C4}"/>
              </a:ext>
            </a:extLst>
          </p:cNvPr>
          <p:cNvGrpSpPr>
            <a:grpSpLocks noChangeAspect="1"/>
          </p:cNvGrpSpPr>
          <p:nvPr/>
        </p:nvGrpSpPr>
        <p:grpSpPr>
          <a:xfrm>
            <a:off x="5792525" y="2608489"/>
            <a:ext cx="360000" cy="360000"/>
            <a:chOff x="1048950" y="618723"/>
            <a:chExt cx="5400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BADD8DC-25D2-786C-B159-BCD4534345A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B9F5240C-4A5E-37AE-E84C-9C4E36553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C98389C1-45D7-5398-EE40-6430ABDC2964}"/>
              </a:ext>
            </a:extLst>
          </p:cNvPr>
          <p:cNvSpPr txBox="1">
            <a:spLocks/>
          </p:cNvSpPr>
          <p:nvPr/>
        </p:nvSpPr>
        <p:spPr>
          <a:xfrm>
            <a:off x="292052" y="3788605"/>
            <a:ext cx="10254027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Wenn wir Top Down gehen können gehen wir Top-Down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2480B561-0DA3-411F-2617-E6522584C7B0}"/>
              </a:ext>
            </a:extLst>
          </p:cNvPr>
          <p:cNvSpPr txBox="1">
            <a:spLocks/>
          </p:cNvSpPr>
          <p:nvPr/>
        </p:nvSpPr>
        <p:spPr>
          <a:xfrm>
            <a:off x="292052" y="4415559"/>
            <a:ext cx="10254027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Wir nutzen optimalsten Kandidaten für nächste Generation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7BEA410-5595-7FF2-6F07-D7EBD718AB6D}"/>
              </a:ext>
            </a:extLst>
          </p:cNvPr>
          <p:cNvSpPr/>
          <p:nvPr/>
        </p:nvSpPr>
        <p:spPr>
          <a:xfrm>
            <a:off x="1225548" y="7061836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8CEF93CB-381D-11E4-64F9-A04BA6D647F5}"/>
              </a:ext>
            </a:extLst>
          </p:cNvPr>
          <p:cNvSpPr txBox="1">
            <a:spLocks/>
          </p:cNvSpPr>
          <p:nvPr/>
        </p:nvSpPr>
        <p:spPr>
          <a:xfrm>
            <a:off x="889246" y="714520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26" name="!!Ellipse 9">
            <a:extLst>
              <a:ext uri="{FF2B5EF4-FFF2-40B4-BE49-F238E27FC236}">
                <a16:creationId xmlns:a16="http://schemas.microsoft.com/office/drawing/2014/main" id="{1F4A0FBC-9699-0AF9-5708-E1E0FC7507B4}"/>
              </a:ext>
            </a:extLst>
          </p:cNvPr>
          <p:cNvSpPr/>
          <p:nvPr/>
        </p:nvSpPr>
        <p:spPr>
          <a:xfrm>
            <a:off x="4482510" y="7421046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1A0939F-AD74-6A92-A7B4-B15B09D2ECAF}"/>
              </a:ext>
            </a:extLst>
          </p:cNvPr>
          <p:cNvSpPr/>
          <p:nvPr/>
        </p:nvSpPr>
        <p:spPr>
          <a:xfrm>
            <a:off x="5579202" y="7394329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7AA6D61-105A-B2ED-1F80-834CCF0971FC}"/>
              </a:ext>
            </a:extLst>
          </p:cNvPr>
          <p:cNvSpPr txBox="1"/>
          <p:nvPr/>
        </p:nvSpPr>
        <p:spPr>
          <a:xfrm>
            <a:off x="5631693" y="738215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14287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F4F7-3240-FD57-DFF9-C1BD139C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9BC3006-B0F5-5086-A096-A2730663A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Start-Instanz: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5B21C6B9-8896-AFA8-1D10-A09DDED17C49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12ED5-0FFB-F37E-3F51-236AD4D7F6E7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6BABB32-4A06-E468-0192-E58A31459A84}"/>
              </a:ext>
            </a:extLst>
          </p:cNvPr>
          <p:cNvGrpSpPr/>
          <p:nvPr/>
        </p:nvGrpSpPr>
        <p:grpSpPr>
          <a:xfrm>
            <a:off x="5109908" y="466723"/>
            <a:ext cx="452172" cy="345155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91C9C336-DCBF-5975-396E-F8C4C8B9575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F843CC0C-01F6-CB51-7666-A4BBE49C8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F8653080-D030-48B2-782B-AE6677D49596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A8045104-808B-2AB0-19FC-5B929F88E327}"/>
              </a:ext>
            </a:extLst>
          </p:cNvPr>
          <p:cNvSpPr/>
          <p:nvPr/>
        </p:nvSpPr>
        <p:spPr>
          <a:xfrm>
            <a:off x="1402080" y="268159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C332B67B-451B-6C58-9170-4A8804F55E52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C2B9C487-512C-2066-CBC1-86BA24293ED7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5EEEFD7-6AEA-C7DE-3E97-DAC441094A9E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406C3BA-AE8D-22EF-2613-170BB33612E3}"/>
              </a:ext>
            </a:extLst>
          </p:cNvPr>
          <p:cNvGrpSpPr/>
          <p:nvPr/>
        </p:nvGrpSpPr>
        <p:grpSpPr>
          <a:xfrm>
            <a:off x="2478943" y="2660352"/>
            <a:ext cx="452172" cy="345155"/>
            <a:chOff x="217350" y="639497"/>
            <a:chExt cx="651600" cy="540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463FB4D-C9EA-9560-3F73-B0308B2C5D0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F9FDE222-6B76-99B6-3D9B-A927EC0D4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7" name="Ellipse 16">
            <a:extLst>
              <a:ext uri="{FF2B5EF4-FFF2-40B4-BE49-F238E27FC236}">
                <a16:creationId xmlns:a16="http://schemas.microsoft.com/office/drawing/2014/main" id="{1A232268-4DD3-A991-A3E4-1C0B183FDD54}"/>
              </a:ext>
            </a:extLst>
          </p:cNvPr>
          <p:cNvSpPr/>
          <p:nvPr/>
        </p:nvSpPr>
        <p:spPr>
          <a:xfrm>
            <a:off x="4116841" y="2654877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59A0B32-791E-407B-4791-B9563E0C1AC5}"/>
              </a:ext>
            </a:extLst>
          </p:cNvPr>
          <p:cNvGrpSpPr>
            <a:grpSpLocks noChangeAspect="1"/>
          </p:cNvGrpSpPr>
          <p:nvPr/>
        </p:nvGrpSpPr>
        <p:grpSpPr>
          <a:xfrm>
            <a:off x="5792525" y="2608489"/>
            <a:ext cx="360000" cy="360000"/>
            <a:chOff x="1048950" y="618723"/>
            <a:chExt cx="5400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39ADF0C5-23DC-E1A4-FA19-AEF6F243758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D089036-F882-D0DA-860C-DA242F22F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66D888A6-95A9-688C-908E-FA5B5F07AD7F}"/>
              </a:ext>
            </a:extLst>
          </p:cNvPr>
          <p:cNvSpPr txBox="1">
            <a:spLocks/>
          </p:cNvSpPr>
          <p:nvPr/>
        </p:nvSpPr>
        <p:spPr>
          <a:xfrm>
            <a:off x="292052" y="3788605"/>
            <a:ext cx="10254027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Wenn wir Top Down gehen können gehen wir Top-Down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C88F5D82-A62E-3563-B905-CF3832A50BC1}"/>
              </a:ext>
            </a:extLst>
          </p:cNvPr>
          <p:cNvSpPr txBox="1">
            <a:spLocks/>
          </p:cNvSpPr>
          <p:nvPr/>
        </p:nvSpPr>
        <p:spPr>
          <a:xfrm>
            <a:off x="292052" y="4415559"/>
            <a:ext cx="10254027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Wir nutzen optimalsten Kandidaten für nächste Generation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20AE609-C59A-6038-7745-CFBD88FCB04A}"/>
              </a:ext>
            </a:extLst>
          </p:cNvPr>
          <p:cNvSpPr txBox="1"/>
          <p:nvPr/>
        </p:nvSpPr>
        <p:spPr>
          <a:xfrm>
            <a:off x="4169332" y="2642702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F7033E1-5902-ED73-09D2-8C81A23E5047}"/>
              </a:ext>
            </a:extLst>
          </p:cNvPr>
          <p:cNvSpPr/>
          <p:nvPr/>
        </p:nvSpPr>
        <p:spPr>
          <a:xfrm>
            <a:off x="1225548" y="5273676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C2A98A2B-5822-DC82-D0C3-8B3F510301BF}"/>
              </a:ext>
            </a:extLst>
          </p:cNvPr>
          <p:cNvSpPr txBox="1">
            <a:spLocks/>
          </p:cNvSpPr>
          <p:nvPr/>
        </p:nvSpPr>
        <p:spPr>
          <a:xfrm>
            <a:off x="889246" y="535704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29" name="!!Ellipse 9">
            <a:extLst>
              <a:ext uri="{FF2B5EF4-FFF2-40B4-BE49-F238E27FC236}">
                <a16:creationId xmlns:a16="http://schemas.microsoft.com/office/drawing/2014/main" id="{FCABDF6D-A1FD-05CA-0EEA-650FC50E6DF5}"/>
              </a:ext>
            </a:extLst>
          </p:cNvPr>
          <p:cNvSpPr/>
          <p:nvPr/>
        </p:nvSpPr>
        <p:spPr>
          <a:xfrm>
            <a:off x="4482510" y="5632886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8CDA2E5-C534-3463-4D88-23A8DDF79DC8}"/>
              </a:ext>
            </a:extLst>
          </p:cNvPr>
          <p:cNvSpPr/>
          <p:nvPr/>
        </p:nvSpPr>
        <p:spPr>
          <a:xfrm>
            <a:off x="5579202" y="5606169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CAE6AB0-7758-BB55-AFC0-756F60B737AB}"/>
              </a:ext>
            </a:extLst>
          </p:cNvPr>
          <p:cNvSpPr txBox="1"/>
          <p:nvPr/>
        </p:nvSpPr>
        <p:spPr>
          <a:xfrm>
            <a:off x="5631693" y="559399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8974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C510C-A090-6CC2-462F-9D7908D0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4E0D68-2B7F-8793-9188-C5A3EE1F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1: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9D491B3B-1152-52F9-C179-D90B8631C42D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42ED18-64E5-6217-7E58-6D78894AF0F4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FC9BF71-8BD9-6634-DF04-EAA46862CA5D}"/>
              </a:ext>
            </a:extLst>
          </p:cNvPr>
          <p:cNvSpPr/>
          <p:nvPr/>
        </p:nvSpPr>
        <p:spPr>
          <a:xfrm>
            <a:off x="5129737" y="466723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8B0CF2E-5087-DCDF-61D0-00A7C389A0D0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488E4BB-9CFC-FD57-9C79-BA97C8E2C8FE}"/>
              </a:ext>
            </a:extLst>
          </p:cNvPr>
          <p:cNvSpPr txBox="1"/>
          <p:nvPr/>
        </p:nvSpPr>
        <p:spPr>
          <a:xfrm>
            <a:off x="5193192" y="462692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EB2B4B-E709-15A9-894B-26B05EFBEB5D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D1D421EB-5D89-4970-D50F-7AC4F1E226BB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0FEE43C2-36A0-FEC9-BF16-FF9564B11670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F7A0251-366B-1CF7-78AE-4F600D188EA5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DAA55BCA-0A08-666C-F6E4-24F231B5251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860200DE-A64E-6859-E827-8AA3FBF8E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38C3C3CD-DFF7-A3DE-8A1C-1CA5F20095A1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8DE1F94-97A6-F528-D391-4800837429BB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365C3F48-5677-EC54-0670-D2F356BDF62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537D3B19-8242-8710-E362-74024A66A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342517E3-35F0-60E4-6903-F14B737942F1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D60EB12C-715A-564C-C998-575DC752C9F3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D4EA2925-6847-963B-6001-96CC388DC22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67A01BD1-89A0-F748-E3A5-42F64A3DC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9" name="!!Ellipse 9">
            <a:extLst>
              <a:ext uri="{FF2B5EF4-FFF2-40B4-BE49-F238E27FC236}">
                <a16:creationId xmlns:a16="http://schemas.microsoft.com/office/drawing/2014/main" id="{0A0CDE19-F26F-05F3-501A-F888EE2B2E73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0" name="!!Ellipse 9">
            <a:extLst>
              <a:ext uri="{FF2B5EF4-FFF2-40B4-BE49-F238E27FC236}">
                <a16:creationId xmlns:a16="http://schemas.microsoft.com/office/drawing/2014/main" id="{AE12E5FE-C8F5-69D4-922D-1983AC8E25DD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C0C9A9C6-02E0-C1C9-7DDC-72C63601891C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08A01244-F831-6A5E-BFB7-CD828AB7C555}"/>
              </a:ext>
            </a:extLst>
          </p:cNvPr>
          <p:cNvSpPr/>
          <p:nvPr/>
        </p:nvSpPr>
        <p:spPr>
          <a:xfrm>
            <a:off x="1225548" y="7061836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itel 1">
            <a:extLst>
              <a:ext uri="{FF2B5EF4-FFF2-40B4-BE49-F238E27FC236}">
                <a16:creationId xmlns:a16="http://schemas.microsoft.com/office/drawing/2014/main" id="{094D76E0-5F88-1584-6636-9892BEF0C03E}"/>
              </a:ext>
            </a:extLst>
          </p:cNvPr>
          <p:cNvSpPr txBox="1">
            <a:spLocks/>
          </p:cNvSpPr>
          <p:nvPr/>
        </p:nvSpPr>
        <p:spPr>
          <a:xfrm>
            <a:off x="889246" y="714520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44" name="!!Ellipse 9">
            <a:extLst>
              <a:ext uri="{FF2B5EF4-FFF2-40B4-BE49-F238E27FC236}">
                <a16:creationId xmlns:a16="http://schemas.microsoft.com/office/drawing/2014/main" id="{F10DD40C-E8E6-34ED-DB5B-F2C89B75D5BE}"/>
              </a:ext>
            </a:extLst>
          </p:cNvPr>
          <p:cNvSpPr/>
          <p:nvPr/>
        </p:nvSpPr>
        <p:spPr>
          <a:xfrm>
            <a:off x="4482510" y="7421046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40383BF-23B0-3130-B942-C2F12C7B2205}"/>
              </a:ext>
            </a:extLst>
          </p:cNvPr>
          <p:cNvSpPr/>
          <p:nvPr/>
        </p:nvSpPr>
        <p:spPr>
          <a:xfrm>
            <a:off x="5579202" y="7394329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5167215-99BC-FBFC-5689-B02DCCDF3B6C}"/>
              </a:ext>
            </a:extLst>
          </p:cNvPr>
          <p:cNvSpPr txBox="1"/>
          <p:nvPr/>
        </p:nvSpPr>
        <p:spPr>
          <a:xfrm>
            <a:off x="5631693" y="738215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55332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F0A4-C8AB-20E9-5D74-0F60D8FF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84B1291-4262-ECD9-A3EE-52E545FC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1: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6156A28E-00CD-A6E7-FD3B-9C1A21F83A06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180C40-B623-0784-D852-E612917565BF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7DFA48B-4CA7-23FB-F705-DB2A28BB9A54}"/>
              </a:ext>
            </a:extLst>
          </p:cNvPr>
          <p:cNvSpPr/>
          <p:nvPr/>
        </p:nvSpPr>
        <p:spPr>
          <a:xfrm>
            <a:off x="5129737" y="466723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C42FB93-2FD2-C4AF-33F5-D71F5F46E902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D60FAA5-0EB6-78BC-DD1B-0D91FD56F78E}"/>
              </a:ext>
            </a:extLst>
          </p:cNvPr>
          <p:cNvSpPr txBox="1"/>
          <p:nvPr/>
        </p:nvSpPr>
        <p:spPr>
          <a:xfrm>
            <a:off x="5193192" y="462692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9114C17-A0FE-2D57-9026-98347ACED4FE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AF8B4DD2-9CD5-DDCF-C92C-9040A821CF0A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16C88DE0-7BFC-3017-522A-89A8BCE1AC78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5E021BE-33A7-F8F3-F7D4-55EEC4654AFA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3EA684E7-226D-6FF9-3799-D473231D6B5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FC14A864-D991-9B1C-C250-8F138818D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AF7C1304-2DAE-9B54-C6C2-357BB9A0E91E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630E1FBC-04AC-BAEE-F913-C943E4E478A4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7E422E7-CD10-F273-974E-9E5EABE642E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AE01217F-781A-7F2C-614D-84002E96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CA6F25D8-4155-CF07-D9DE-81DB010643DB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ED4C9F5E-31B5-7437-3339-1E6BF67041C0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2EACE709-73CA-989E-46EE-7EB2DE33549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95541139-F928-83EB-4081-104CDB9A4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9" name="!!Ellipse 9">
            <a:extLst>
              <a:ext uri="{FF2B5EF4-FFF2-40B4-BE49-F238E27FC236}">
                <a16:creationId xmlns:a16="http://schemas.microsoft.com/office/drawing/2014/main" id="{563996BE-4846-EEDC-86AE-2DDA24F7B18C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0" name="!!Ellipse 9">
            <a:extLst>
              <a:ext uri="{FF2B5EF4-FFF2-40B4-BE49-F238E27FC236}">
                <a16:creationId xmlns:a16="http://schemas.microsoft.com/office/drawing/2014/main" id="{4102B605-016E-8E9B-6394-4872F077D154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BBFA9F9C-6695-2D55-2D36-1545CD5C7190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414A9AA-CA70-4C06-48AC-6E43E80533F1}"/>
              </a:ext>
            </a:extLst>
          </p:cNvPr>
          <p:cNvCxnSpPr>
            <a:cxnSpLocks/>
            <a:stCxn id="35" idx="0"/>
            <a:endCxn id="40" idx="4"/>
          </p:cNvCxnSpPr>
          <p:nvPr/>
        </p:nvCxnSpPr>
        <p:spPr>
          <a:xfrm flipV="1">
            <a:off x="5353155" y="3401594"/>
            <a:ext cx="5063" cy="25168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64F46FF-2D90-4690-FA91-781B972BBDFD}"/>
              </a:ext>
            </a:extLst>
          </p:cNvPr>
          <p:cNvGrpSpPr>
            <a:grpSpLocks noChangeAspect="1"/>
          </p:cNvGrpSpPr>
          <p:nvPr/>
        </p:nvGrpSpPr>
        <p:grpSpPr>
          <a:xfrm>
            <a:off x="5693486" y="2614466"/>
            <a:ext cx="360000" cy="360000"/>
            <a:chOff x="1048950" y="618723"/>
            <a:chExt cx="540000" cy="540000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9E97BC6-7A81-E15A-0604-52944D469D5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47BD1318-78FE-6F78-9F30-258D2BC42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1536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A96F-55B6-D1AC-7D25-46F10EA4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98ACBAF-AFCC-F1E7-2EAC-825DE412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1: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6993EADA-2712-4C94-A1F2-1D973B75168D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46FCC5-BD58-55E4-F161-177E6C71A652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5FE45C2-8CBB-EB79-D0A7-2778466B0C0C}"/>
              </a:ext>
            </a:extLst>
          </p:cNvPr>
          <p:cNvSpPr/>
          <p:nvPr/>
        </p:nvSpPr>
        <p:spPr>
          <a:xfrm>
            <a:off x="5129737" y="466723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5B3B2DC-1816-6846-1815-0DCA5D430DE1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C555470-7360-192A-4253-9E2709639548}"/>
              </a:ext>
            </a:extLst>
          </p:cNvPr>
          <p:cNvSpPr txBox="1"/>
          <p:nvPr/>
        </p:nvSpPr>
        <p:spPr>
          <a:xfrm>
            <a:off x="5193192" y="462692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1AE0445-BD68-0A37-D99C-2BC6C46F53D9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B3E14D3E-6EEB-4D3C-D1A8-F850E02CDA0C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16209920-0F9D-0CE9-1FB3-4B6C081CF6A2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E098380-37B1-9A4D-ACA2-3AEC97D8C00A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DB5BF36C-EC44-DCA9-5ECB-921E81634F9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45076ED9-34B1-D099-D1EC-940FFA6FC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628A417D-5532-DF5B-221D-58A98DF6ED5C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71456A8D-7727-1C7E-D411-14556CE2BC07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74BDB7D-FA77-C01F-F9BB-49DC894773D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B20CEDB7-E2EE-C045-40ED-99A595BDB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96A5E422-1A4A-629D-AE48-4C028D62D3EA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7F59B996-7B1A-A92A-8D93-590ADAF15833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952DD5DE-B733-9AD9-727B-6F5B3284BBD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8FA4E3DC-EB4D-34A7-5F3C-F2C2CFBC5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9" name="!!Ellipse 9">
            <a:extLst>
              <a:ext uri="{FF2B5EF4-FFF2-40B4-BE49-F238E27FC236}">
                <a16:creationId xmlns:a16="http://schemas.microsoft.com/office/drawing/2014/main" id="{A84EB4B8-EA97-DC54-61B7-F2A53F2B44F9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0" name="!!Ellipse 9">
            <a:extLst>
              <a:ext uri="{FF2B5EF4-FFF2-40B4-BE49-F238E27FC236}">
                <a16:creationId xmlns:a16="http://schemas.microsoft.com/office/drawing/2014/main" id="{7DAF7693-20C2-03B8-B27F-097FA0B6819D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CAF2D827-3D97-C3ED-E07B-B08A41C3E81E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C6CD3C1-1F5E-CA80-C5BE-ECADEE141CD8}"/>
              </a:ext>
            </a:extLst>
          </p:cNvPr>
          <p:cNvGrpSpPr>
            <a:grpSpLocks noChangeAspect="1"/>
          </p:cNvGrpSpPr>
          <p:nvPr/>
        </p:nvGrpSpPr>
        <p:grpSpPr>
          <a:xfrm>
            <a:off x="5693486" y="2614466"/>
            <a:ext cx="360000" cy="360000"/>
            <a:chOff x="1048950" y="618723"/>
            <a:chExt cx="540000" cy="540000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973FEBB-5674-E1DA-60D3-1E39C1852B1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5D96680F-F7C8-9AA5-1AC6-58A31B2D2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785E27A-CE44-A9A9-2DF3-37E5D68BE8FE}"/>
              </a:ext>
            </a:extLst>
          </p:cNvPr>
          <p:cNvGrpSpPr>
            <a:grpSpLocks noChangeAspect="1"/>
          </p:cNvGrpSpPr>
          <p:nvPr/>
        </p:nvGrpSpPr>
        <p:grpSpPr>
          <a:xfrm>
            <a:off x="4071329" y="2578008"/>
            <a:ext cx="360000" cy="360000"/>
            <a:chOff x="1048950" y="618723"/>
            <a:chExt cx="540000" cy="5400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A0E7853-C2D4-B58C-0CBC-C9684AD5EA2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8725986D-09FF-1EDC-58EC-A51235905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8958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F496-D609-D8C1-D75C-8CB951E4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70A690D-C052-BFDF-BC8B-457AB544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1: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9EC82E45-B4D1-9840-3508-72A1A7FDC1D5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3B5DB5-0BE0-0EE3-F88D-EBF9A20B89D3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85C9E2F-56DD-EAAC-624F-7539A99D0C4D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3169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1C3F259-677E-B3F2-4D76-E7331B8E07B1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C28A2C38-79EC-FE7A-0031-7ADF7A217AD9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849B3F14-8BF3-E084-82D5-0FC4285EF201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EFB29DF-9350-9DED-66C1-F25555285835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A4F074E1-6BBD-6527-916D-1C535EA2D136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5CED9D55-C959-AC84-0581-963EC8A22E75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17900FA-AC15-C426-9E46-0E18FE7B69CB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F7BEBAE1-F388-33FA-93F5-30BE9E2DECC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F388D720-22FA-0756-774B-6D1C05275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31AC18D2-A7CA-CDD7-4994-017F96B3CD3B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94427F6E-641E-3292-371B-440FAF7A36F1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C01E8669-04C7-A9A7-F28D-3BFDB2F9A82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140B0C4D-15DF-210C-4BAB-E9A3922BC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1D758BA5-C2F7-34D9-643D-9AB4202984AE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03E88FE-9824-45E8-6795-925960C203E1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6833F853-BC50-DDCB-4B09-F4623314C84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1F71CEC2-79ED-0AC3-B416-B16EDD48D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9" name="!!Ellipse 9">
            <a:extLst>
              <a:ext uri="{FF2B5EF4-FFF2-40B4-BE49-F238E27FC236}">
                <a16:creationId xmlns:a16="http://schemas.microsoft.com/office/drawing/2014/main" id="{00BB0337-F22A-6004-9E32-6013B0AD2D11}"/>
              </a:ext>
            </a:extLst>
          </p:cNvPr>
          <p:cNvSpPr/>
          <p:nvPr/>
        </p:nvSpPr>
        <p:spPr>
          <a:xfrm>
            <a:off x="3020149" y="268159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0" name="!!Ellipse 9">
            <a:extLst>
              <a:ext uri="{FF2B5EF4-FFF2-40B4-BE49-F238E27FC236}">
                <a16:creationId xmlns:a16="http://schemas.microsoft.com/office/drawing/2014/main" id="{7F9765F0-D928-A079-6603-243475395349}"/>
              </a:ext>
            </a:extLst>
          </p:cNvPr>
          <p:cNvSpPr/>
          <p:nvPr/>
        </p:nvSpPr>
        <p:spPr>
          <a:xfrm>
            <a:off x="4638218" y="268159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EE2B609A-FE78-101C-70D1-548D3E853A13}"/>
              </a:ext>
            </a:extLst>
          </p:cNvPr>
          <p:cNvSpPr txBox="1">
            <a:spLocks/>
          </p:cNvSpPr>
          <p:nvPr/>
        </p:nvSpPr>
        <p:spPr>
          <a:xfrm>
            <a:off x="6473600" y="245072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1C19B92-55E8-3C86-7662-1251AADBD2F4}"/>
              </a:ext>
            </a:extLst>
          </p:cNvPr>
          <p:cNvGrpSpPr>
            <a:grpSpLocks noChangeAspect="1"/>
          </p:cNvGrpSpPr>
          <p:nvPr/>
        </p:nvGrpSpPr>
        <p:grpSpPr>
          <a:xfrm>
            <a:off x="5693486" y="2614466"/>
            <a:ext cx="360000" cy="360000"/>
            <a:chOff x="1048950" y="618723"/>
            <a:chExt cx="540000" cy="540000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AF3B7712-D08F-917A-8491-EEEE8D70603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AFE477DC-7946-FF89-1749-F3E46CDA0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1190F7B-D512-DBB6-2BE7-0658FA45D635}"/>
              </a:ext>
            </a:extLst>
          </p:cNvPr>
          <p:cNvGrpSpPr/>
          <p:nvPr/>
        </p:nvGrpSpPr>
        <p:grpSpPr>
          <a:xfrm>
            <a:off x="4082792" y="2593225"/>
            <a:ext cx="374728" cy="369332"/>
            <a:chOff x="5129737" y="462692"/>
            <a:chExt cx="374728" cy="369332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F3D5E06-2782-650E-FB0A-97BB1BF4E231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F3121F77-659E-F211-46BD-D497B91D2BD4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0710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AD7B5-FB6A-34C3-3BBA-0187A4DA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!!Ellipse 9">
            <a:extLst>
              <a:ext uri="{FF2B5EF4-FFF2-40B4-BE49-F238E27FC236}">
                <a16:creationId xmlns:a16="http://schemas.microsoft.com/office/drawing/2014/main" id="{A26AD8CE-9776-277F-5CBA-50F764A55D1E}"/>
              </a:ext>
            </a:extLst>
          </p:cNvPr>
          <p:cNvSpPr/>
          <p:nvPr/>
        </p:nvSpPr>
        <p:spPr>
          <a:xfrm>
            <a:off x="1761884" y="377204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BAD76BA-8662-F3B7-79DF-00939878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2: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DB1DA5E4-521E-5E1D-EC8E-C14CE23F2C82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40C206-2AD8-AA08-7140-2DA5820DB65D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C23E471-A03C-C560-454E-BDF6F255BE4B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56082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Bottom Up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7F49316-F496-754D-CB23-0DF5FC487637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8AAC3DB-EA2F-58CC-635E-182726708199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3736D63-06A3-3189-A166-9BE98288173E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881DF74-BCC0-F168-BE9A-06EC672F9983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03F40F0-F637-6EC4-6B06-A0EEEC4652A0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D28B98C3-E6B2-EFC9-A8CB-3B8651B21945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CF9367D-AB1B-00DF-7349-9BD62D44947B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706D69C7-7364-6AEC-F12B-8E99107C5FF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6DF78F46-5810-71E2-3107-AED574B69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D77AB039-5724-426C-6B9A-D63E849FA332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60F8145A-B95C-1FAE-9252-9D37A6036911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E866AD0F-2EF7-38D0-9E84-37D60E15B26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D28E2385-CEA0-4EC9-9FF2-957EC72C4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6C779651-A9CF-C756-8CA3-66276222DCA0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F4137A09-C862-F74A-69F8-0C0A782CEEA7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EA4C56B4-8ACC-760B-B4BB-130D93B99D8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59775816-8119-F3E7-871A-9DBFB2E89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59812C20-13DB-2907-EB60-BEA001866E24}"/>
              </a:ext>
            </a:extLst>
          </p:cNvPr>
          <p:cNvSpPr/>
          <p:nvPr/>
        </p:nvSpPr>
        <p:spPr>
          <a:xfrm>
            <a:off x="6248790" y="594517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862111E-F914-33E8-FC5A-84A3003C8403}"/>
              </a:ext>
            </a:extLst>
          </p:cNvPr>
          <p:cNvGrpSpPr/>
          <p:nvPr/>
        </p:nvGrpSpPr>
        <p:grpSpPr>
          <a:xfrm>
            <a:off x="7325653" y="591846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3036B36A-3086-3242-9968-13923F79AC7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44573253-547B-2F3A-9531-12D685045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3F207493-8457-24A6-3ABD-A32B26EE6041}"/>
              </a:ext>
            </a:extLst>
          </p:cNvPr>
          <p:cNvSpPr/>
          <p:nvPr/>
        </p:nvSpPr>
        <p:spPr>
          <a:xfrm>
            <a:off x="7915690" y="595492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1CD7F79-E0C7-4544-F63E-FF5E62273574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588779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082ED878-BE43-EE92-340D-2907603908E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75BAD4A7-EE5B-0B53-B8C1-AE95466A5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4" name="!!Ellipse 9">
            <a:extLst>
              <a:ext uri="{FF2B5EF4-FFF2-40B4-BE49-F238E27FC236}">
                <a16:creationId xmlns:a16="http://schemas.microsoft.com/office/drawing/2014/main" id="{4D50316C-CAFF-C80D-D8C2-82A1641A5023}"/>
              </a:ext>
            </a:extLst>
          </p:cNvPr>
          <p:cNvSpPr/>
          <p:nvPr/>
        </p:nvSpPr>
        <p:spPr>
          <a:xfrm>
            <a:off x="4798149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25" name="!!Ellipse 9">
            <a:extLst>
              <a:ext uri="{FF2B5EF4-FFF2-40B4-BE49-F238E27FC236}">
                <a16:creationId xmlns:a16="http://schemas.microsoft.com/office/drawing/2014/main" id="{B0A73BB5-1FE4-3130-6802-4EB819F3D702}"/>
              </a:ext>
            </a:extLst>
          </p:cNvPr>
          <p:cNvSpPr/>
          <p:nvPr/>
        </p:nvSpPr>
        <p:spPr>
          <a:xfrm>
            <a:off x="6313512" y="271677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B50325B5-7E70-7679-DD04-CF26FF99B40A}"/>
              </a:ext>
            </a:extLst>
          </p:cNvPr>
          <p:cNvSpPr/>
          <p:nvPr/>
        </p:nvSpPr>
        <p:spPr>
          <a:xfrm>
            <a:off x="3282786" y="263827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26490E1E-913E-29E3-09C0-0D3321227D40}"/>
              </a:ext>
            </a:extLst>
          </p:cNvPr>
          <p:cNvSpPr/>
          <p:nvPr/>
        </p:nvSpPr>
        <p:spPr>
          <a:xfrm>
            <a:off x="1761884" y="263827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000411A7-973A-D5C3-CC5E-874E20F054C6}"/>
              </a:ext>
            </a:extLst>
          </p:cNvPr>
          <p:cNvSpPr/>
          <p:nvPr/>
        </p:nvSpPr>
        <p:spPr>
          <a:xfrm>
            <a:off x="4798149" y="381536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569E2268-C984-4E91-EA14-3D700F038C79}"/>
              </a:ext>
            </a:extLst>
          </p:cNvPr>
          <p:cNvSpPr/>
          <p:nvPr/>
        </p:nvSpPr>
        <p:spPr>
          <a:xfrm>
            <a:off x="3282786" y="377204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</p:spTree>
    <p:extLst>
      <p:ext uri="{BB962C8B-B14F-4D97-AF65-F5344CB8AC3E}">
        <p14:creationId xmlns:p14="http://schemas.microsoft.com/office/powerpoint/2010/main" val="113182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5261-CB2E-A074-B7BE-15564A7E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!!Ellipse 9">
            <a:extLst>
              <a:ext uri="{FF2B5EF4-FFF2-40B4-BE49-F238E27FC236}">
                <a16:creationId xmlns:a16="http://schemas.microsoft.com/office/drawing/2014/main" id="{421FF838-6017-9D3A-5B08-6AE34CFE0CCA}"/>
              </a:ext>
            </a:extLst>
          </p:cNvPr>
          <p:cNvSpPr/>
          <p:nvPr/>
        </p:nvSpPr>
        <p:spPr>
          <a:xfrm>
            <a:off x="1761884" y="377204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907CD6E-463D-92C4-2B42-B17612A4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2: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D630318B-8E80-F31F-8963-FD3981CF0E8F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1B26D4-42DB-18CF-9A70-83474A3A6D72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5C34449-8F30-216B-F60D-2B3E29230224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56082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Bottom Up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CC48ED5-AB21-8CA7-7537-B010410E7FF3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882119A-7745-8401-BB3C-FA2BAD1C3DFC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1A9B2F1C-1131-D4DE-2E51-E4E9088D1BAB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ACB04BE-A806-1158-2F2E-87DCC7F02897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D232FFDD-AF1B-D480-599A-7E3D212F4AD0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04E6989D-3478-7B34-125A-08A873E160D4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B3ACC008-D83F-0817-4253-AE2839619608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F0577ECC-457F-A8DD-CE61-6EB4C53889D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AE6204EC-ABC2-D56D-A0A7-A36D1E284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87CF577C-F816-58A0-AF25-524A86A75659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8EDC95F2-C387-95AF-46DA-BFE4527BC356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ECE2E695-3858-F272-6DC9-833C58F0C7D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EDB8CDCF-627B-F899-E37C-4A8FFEABD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43B55997-B652-FB92-A671-C0657620FF7B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2728638-7B22-B461-C108-18E96D193AE9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EA5A3EA8-A350-8C8C-0B43-099AE2FD082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83F30AD0-D3E3-5CBA-2BE8-5A39336E1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2E20DA7E-56A8-2A7B-53F5-54AAD6359BA1}"/>
              </a:ext>
            </a:extLst>
          </p:cNvPr>
          <p:cNvSpPr/>
          <p:nvPr/>
        </p:nvSpPr>
        <p:spPr>
          <a:xfrm>
            <a:off x="6248790" y="594517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7089E7-663D-B60B-5831-C6C204E70D15}"/>
              </a:ext>
            </a:extLst>
          </p:cNvPr>
          <p:cNvGrpSpPr/>
          <p:nvPr/>
        </p:nvGrpSpPr>
        <p:grpSpPr>
          <a:xfrm>
            <a:off x="7325653" y="591846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2A778293-33F5-3BCC-64D1-925695D7F0C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F0E25C88-F5D9-61CB-C651-A2C729B95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7EA9C608-3D01-C058-2981-82999A4231FC}"/>
              </a:ext>
            </a:extLst>
          </p:cNvPr>
          <p:cNvSpPr/>
          <p:nvPr/>
        </p:nvSpPr>
        <p:spPr>
          <a:xfrm>
            <a:off x="7915690" y="595492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02EAEC1-3594-A247-0B34-F8B2161D84AD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588779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0FF20673-B2DB-5968-A8FE-B9FC7DAE2CC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00899AB0-8A51-8D79-B94E-3FA7421D4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4" name="!!Ellipse 9">
            <a:extLst>
              <a:ext uri="{FF2B5EF4-FFF2-40B4-BE49-F238E27FC236}">
                <a16:creationId xmlns:a16="http://schemas.microsoft.com/office/drawing/2014/main" id="{4966809D-B4DF-FA09-1332-00EDBA25BA2E}"/>
              </a:ext>
            </a:extLst>
          </p:cNvPr>
          <p:cNvSpPr/>
          <p:nvPr/>
        </p:nvSpPr>
        <p:spPr>
          <a:xfrm>
            <a:off x="4798149" y="268159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25" name="!!Ellipse 9">
            <a:extLst>
              <a:ext uri="{FF2B5EF4-FFF2-40B4-BE49-F238E27FC236}">
                <a16:creationId xmlns:a16="http://schemas.microsoft.com/office/drawing/2014/main" id="{31ABF0FC-56A4-4F87-98B9-4CE2DBC9EC35}"/>
              </a:ext>
            </a:extLst>
          </p:cNvPr>
          <p:cNvSpPr/>
          <p:nvPr/>
        </p:nvSpPr>
        <p:spPr>
          <a:xfrm>
            <a:off x="6313512" y="271677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E977867A-CA29-B16F-16B0-E73659245F83}"/>
              </a:ext>
            </a:extLst>
          </p:cNvPr>
          <p:cNvSpPr/>
          <p:nvPr/>
        </p:nvSpPr>
        <p:spPr>
          <a:xfrm>
            <a:off x="3282786" y="263827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6DB6B0DD-91BE-A6FA-0519-EDAE3D2EAFBB}"/>
              </a:ext>
            </a:extLst>
          </p:cNvPr>
          <p:cNvSpPr/>
          <p:nvPr/>
        </p:nvSpPr>
        <p:spPr>
          <a:xfrm>
            <a:off x="1761884" y="263827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4C6A91D1-A6BF-A534-01C8-7095B551DC6A}"/>
              </a:ext>
            </a:extLst>
          </p:cNvPr>
          <p:cNvSpPr/>
          <p:nvPr/>
        </p:nvSpPr>
        <p:spPr>
          <a:xfrm>
            <a:off x="4798149" y="381536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5AF19A04-536A-2D45-CDBF-6749F74607F4}"/>
              </a:ext>
            </a:extLst>
          </p:cNvPr>
          <p:cNvSpPr/>
          <p:nvPr/>
        </p:nvSpPr>
        <p:spPr>
          <a:xfrm>
            <a:off x="3282786" y="3772041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F8D42BA4-8F4A-87C8-A1EB-6B2057BAEE2F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786B08A-6680-5DAD-F4D4-A54A48586813}"/>
              </a:ext>
            </a:extLst>
          </p:cNvPr>
          <p:cNvCxnSpPr>
            <a:cxnSpLocks/>
            <a:stCxn id="31" idx="0"/>
            <a:endCxn id="43" idx="4"/>
          </p:cNvCxnSpPr>
          <p:nvPr/>
        </p:nvCxnSpPr>
        <p:spPr>
          <a:xfrm flipH="1" flipV="1">
            <a:off x="2481884" y="3358274"/>
            <a:ext cx="1255636" cy="252373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9F075D5-53D4-C102-A4FE-0D3DB51FAF61}"/>
              </a:ext>
            </a:extLst>
          </p:cNvPr>
          <p:cNvCxnSpPr>
            <a:cxnSpLocks/>
            <a:stCxn id="3" idx="0"/>
            <a:endCxn id="49" idx="4"/>
          </p:cNvCxnSpPr>
          <p:nvPr/>
        </p:nvCxnSpPr>
        <p:spPr>
          <a:xfrm flipH="1" flipV="1">
            <a:off x="2481884" y="4492041"/>
            <a:ext cx="4486906" cy="14531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4359793-2A50-E59C-2047-9D37BA53561A}"/>
              </a:ext>
            </a:extLst>
          </p:cNvPr>
          <p:cNvGrpSpPr/>
          <p:nvPr/>
        </p:nvGrpSpPr>
        <p:grpSpPr>
          <a:xfrm>
            <a:off x="2755015" y="2571147"/>
            <a:ext cx="452172" cy="345155"/>
            <a:chOff x="217350" y="639497"/>
            <a:chExt cx="651600" cy="5400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F8D10FB-1C20-12EE-E7B2-3F87E5043B3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DE9B46BA-8CE3-323B-1F1F-49A537726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60B22AF-13C5-5F64-5F67-FC89FD378BD7}"/>
              </a:ext>
            </a:extLst>
          </p:cNvPr>
          <p:cNvGrpSpPr/>
          <p:nvPr/>
        </p:nvGrpSpPr>
        <p:grpSpPr>
          <a:xfrm>
            <a:off x="2853477" y="3733119"/>
            <a:ext cx="452172" cy="345155"/>
            <a:chOff x="217350" y="639497"/>
            <a:chExt cx="651600" cy="540000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87BE821-4CF2-945D-4A15-9208BCFFB2D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C9D73FE4-681E-3851-A669-B961F4915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9" name="Rechteck 38">
            <a:extLst>
              <a:ext uri="{FF2B5EF4-FFF2-40B4-BE49-F238E27FC236}">
                <a16:creationId xmlns:a16="http://schemas.microsoft.com/office/drawing/2014/main" id="{B8090598-3D18-5366-3FD1-DB19F76DBD08}"/>
              </a:ext>
            </a:extLst>
          </p:cNvPr>
          <p:cNvSpPr/>
          <p:nvPr/>
        </p:nvSpPr>
        <p:spPr>
          <a:xfrm>
            <a:off x="12667013" y="3787821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A8DE5200-E42E-249A-A130-1ED95CCD1659}"/>
              </a:ext>
            </a:extLst>
          </p:cNvPr>
          <p:cNvSpPr txBox="1">
            <a:spLocks/>
          </p:cNvSpPr>
          <p:nvPr/>
        </p:nvSpPr>
        <p:spPr>
          <a:xfrm>
            <a:off x="12330711" y="3871187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41" name="!!Ellipse 9">
            <a:extLst>
              <a:ext uri="{FF2B5EF4-FFF2-40B4-BE49-F238E27FC236}">
                <a16:creationId xmlns:a16="http://schemas.microsoft.com/office/drawing/2014/main" id="{B112A6FF-24B3-4090-9B7B-6698B2ED2C10}"/>
              </a:ext>
            </a:extLst>
          </p:cNvPr>
          <p:cNvSpPr/>
          <p:nvPr/>
        </p:nvSpPr>
        <p:spPr>
          <a:xfrm>
            <a:off x="15923975" y="4147031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47B7638-5E9E-FF77-CAC6-ADF180BDE8ED}"/>
              </a:ext>
            </a:extLst>
          </p:cNvPr>
          <p:cNvSpPr/>
          <p:nvPr/>
        </p:nvSpPr>
        <p:spPr>
          <a:xfrm>
            <a:off x="17020667" y="4120314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670F05D-A723-ED3E-F6C5-41187742308C}"/>
              </a:ext>
            </a:extLst>
          </p:cNvPr>
          <p:cNvSpPr txBox="1"/>
          <p:nvPr/>
        </p:nvSpPr>
        <p:spPr>
          <a:xfrm>
            <a:off x="17073158" y="4108139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535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A78B-E1C1-2BD9-6A01-9CB270BC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!!Ellipse 9">
            <a:extLst>
              <a:ext uri="{FF2B5EF4-FFF2-40B4-BE49-F238E27FC236}">
                <a16:creationId xmlns:a16="http://schemas.microsoft.com/office/drawing/2014/main" id="{26CCCB3E-A9D3-32F8-0C38-77363030EC2D}"/>
              </a:ext>
            </a:extLst>
          </p:cNvPr>
          <p:cNvSpPr/>
          <p:nvPr/>
        </p:nvSpPr>
        <p:spPr>
          <a:xfrm>
            <a:off x="1761884" y="377204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E94F4B7-DEF5-DF25-1435-C993D34E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2: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F23E0522-2275-D8E7-D732-0138527A5491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306F35-B92D-CA7F-4F8E-9AC996380EF3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0B7C567-2A14-4DF5-E174-9AC920C3D702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656082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Bottom Up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1BF3749-6AAA-F3DD-75A1-3E0986C3B6B8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E907F02-FC6E-BC78-FA5E-A4F40D755832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9B4C3FD8-8B42-55D1-2D76-7978BC1B8F14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8EA877F-86E8-A3E3-CDF8-9A30C9FB27C8}"/>
              </a:ext>
            </a:extLst>
          </p:cNvPr>
          <p:cNvCxnSpPr>
            <a:cxnSpLocks/>
          </p:cNvCxnSpPr>
          <p:nvPr/>
        </p:nvCxnSpPr>
        <p:spPr>
          <a:xfrm>
            <a:off x="91440" y="560832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7D329B4C-65EB-3CD9-08B9-C890236650EC}"/>
              </a:ext>
            </a:extLst>
          </p:cNvPr>
          <p:cNvSpPr txBox="1"/>
          <p:nvPr/>
        </p:nvSpPr>
        <p:spPr>
          <a:xfrm>
            <a:off x="138429" y="560832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C91071C2-04B2-9641-CD07-5CC50C1A3722}"/>
              </a:ext>
            </a:extLst>
          </p:cNvPr>
          <p:cNvSpPr/>
          <p:nvPr/>
        </p:nvSpPr>
        <p:spPr>
          <a:xfrm>
            <a:off x="13506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A947D34-453F-C5A4-DC66-04E3CADEB37E}"/>
              </a:ext>
            </a:extLst>
          </p:cNvPr>
          <p:cNvGrpSpPr/>
          <p:nvPr/>
        </p:nvGrpSpPr>
        <p:grpSpPr>
          <a:xfrm>
            <a:off x="2447328" y="588200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8C3290AE-042C-F645-91DF-1956950E0B7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350DDD86-7D7B-EC0D-9DEF-F3455A58C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AB00A1F1-E919-C5CA-2D12-8E5C377EE7B4}"/>
              </a:ext>
            </a:extLst>
          </p:cNvPr>
          <p:cNvSpPr/>
          <p:nvPr/>
        </p:nvSpPr>
        <p:spPr>
          <a:xfrm>
            <a:off x="3017520" y="588200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EF92C054-A553-8EB0-9D0E-5EA3CC246692}"/>
              </a:ext>
            </a:extLst>
          </p:cNvPr>
          <p:cNvGrpSpPr/>
          <p:nvPr/>
        </p:nvGrpSpPr>
        <p:grpSpPr>
          <a:xfrm>
            <a:off x="4094383" y="586076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389BA17E-A243-A92F-61E7-BBFE20F694D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6FB148E5-60C8-038E-AC42-5AF76F026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6DF47CF9-3113-4B24-DE42-92732B7CD8E6}"/>
              </a:ext>
            </a:extLst>
          </p:cNvPr>
          <p:cNvSpPr/>
          <p:nvPr/>
        </p:nvSpPr>
        <p:spPr>
          <a:xfrm>
            <a:off x="4633155" y="591846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67DAFD3F-D22B-5B43-1847-B57C7769D328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84535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73BB4F78-03F3-5CCE-597F-EF2B26D4F38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2FA11157-A865-4C1A-447D-48348EE38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7FE88E0E-D686-38A8-EEE6-41820D9E1684}"/>
              </a:ext>
            </a:extLst>
          </p:cNvPr>
          <p:cNvSpPr/>
          <p:nvPr/>
        </p:nvSpPr>
        <p:spPr>
          <a:xfrm>
            <a:off x="6248790" y="594517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6DD332-438A-2CA0-CED0-801477EC411A}"/>
              </a:ext>
            </a:extLst>
          </p:cNvPr>
          <p:cNvGrpSpPr/>
          <p:nvPr/>
        </p:nvGrpSpPr>
        <p:grpSpPr>
          <a:xfrm>
            <a:off x="7325653" y="591846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46BF73A-9520-B0DB-F0A5-9306FC443C3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5FB0E858-B7E2-B249-44BD-B45A2D97D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98931B4C-87C4-DE82-3F07-20CF0B79DE8A}"/>
              </a:ext>
            </a:extLst>
          </p:cNvPr>
          <p:cNvSpPr/>
          <p:nvPr/>
        </p:nvSpPr>
        <p:spPr>
          <a:xfrm>
            <a:off x="7915690" y="595492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055C9842-08F1-99A0-7755-691A1713984C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588779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AAB28F-58DB-7A2B-763A-C5BEE1DF365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C48C5264-019F-C626-95E0-B159A13CC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4" name="!!Ellipse 9">
            <a:extLst>
              <a:ext uri="{FF2B5EF4-FFF2-40B4-BE49-F238E27FC236}">
                <a16:creationId xmlns:a16="http://schemas.microsoft.com/office/drawing/2014/main" id="{096C0322-0ED8-E12E-F29C-BE9948A9BEC3}"/>
              </a:ext>
            </a:extLst>
          </p:cNvPr>
          <p:cNvSpPr/>
          <p:nvPr/>
        </p:nvSpPr>
        <p:spPr>
          <a:xfrm>
            <a:off x="4798149" y="268159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25" name="!!Ellipse 9">
            <a:extLst>
              <a:ext uri="{FF2B5EF4-FFF2-40B4-BE49-F238E27FC236}">
                <a16:creationId xmlns:a16="http://schemas.microsoft.com/office/drawing/2014/main" id="{B601E933-D55F-FC78-21DB-BB340BE64723}"/>
              </a:ext>
            </a:extLst>
          </p:cNvPr>
          <p:cNvSpPr/>
          <p:nvPr/>
        </p:nvSpPr>
        <p:spPr>
          <a:xfrm>
            <a:off x="6313512" y="271677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42" name="!!Ellipse 9">
            <a:extLst>
              <a:ext uri="{FF2B5EF4-FFF2-40B4-BE49-F238E27FC236}">
                <a16:creationId xmlns:a16="http://schemas.microsoft.com/office/drawing/2014/main" id="{1AA0BFFB-1FEF-FB97-E214-C716F400A534}"/>
              </a:ext>
            </a:extLst>
          </p:cNvPr>
          <p:cNvSpPr/>
          <p:nvPr/>
        </p:nvSpPr>
        <p:spPr>
          <a:xfrm>
            <a:off x="3282786" y="263827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43" name="!!Ellipse 9">
            <a:extLst>
              <a:ext uri="{FF2B5EF4-FFF2-40B4-BE49-F238E27FC236}">
                <a16:creationId xmlns:a16="http://schemas.microsoft.com/office/drawing/2014/main" id="{E94C25BE-28EF-0BC4-5C01-2A2AB0414537}"/>
              </a:ext>
            </a:extLst>
          </p:cNvPr>
          <p:cNvSpPr/>
          <p:nvPr/>
        </p:nvSpPr>
        <p:spPr>
          <a:xfrm>
            <a:off x="1761884" y="263827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46" name="!!Ellipse 9">
            <a:extLst>
              <a:ext uri="{FF2B5EF4-FFF2-40B4-BE49-F238E27FC236}">
                <a16:creationId xmlns:a16="http://schemas.microsoft.com/office/drawing/2014/main" id="{8735BAC7-980C-F41A-1EF7-8B9A3A4E72A4}"/>
              </a:ext>
            </a:extLst>
          </p:cNvPr>
          <p:cNvSpPr/>
          <p:nvPr/>
        </p:nvSpPr>
        <p:spPr>
          <a:xfrm>
            <a:off x="4798149" y="3815361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48" name="!!Ellipse 9">
            <a:extLst>
              <a:ext uri="{FF2B5EF4-FFF2-40B4-BE49-F238E27FC236}">
                <a16:creationId xmlns:a16="http://schemas.microsoft.com/office/drawing/2014/main" id="{6C039063-09CD-C7F7-9534-7C2AAF9B3572}"/>
              </a:ext>
            </a:extLst>
          </p:cNvPr>
          <p:cNvSpPr/>
          <p:nvPr/>
        </p:nvSpPr>
        <p:spPr>
          <a:xfrm>
            <a:off x="3282786" y="377204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1115360B-15C4-657A-702B-AC4FB51DB37A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824D65E-F93A-F167-981B-BF5B660AEF6C}"/>
              </a:ext>
            </a:extLst>
          </p:cNvPr>
          <p:cNvGrpSpPr/>
          <p:nvPr/>
        </p:nvGrpSpPr>
        <p:grpSpPr>
          <a:xfrm>
            <a:off x="2755015" y="2571147"/>
            <a:ext cx="452172" cy="345155"/>
            <a:chOff x="217350" y="639497"/>
            <a:chExt cx="651600" cy="5400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1580F666-68B6-A866-AD92-348E648FC24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1ACF84CD-26AB-9846-929C-D7018CFB7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27B5C34-CF70-1890-FB42-0F6F988CAA29}"/>
              </a:ext>
            </a:extLst>
          </p:cNvPr>
          <p:cNvGrpSpPr/>
          <p:nvPr/>
        </p:nvGrpSpPr>
        <p:grpSpPr>
          <a:xfrm>
            <a:off x="2853477" y="3733119"/>
            <a:ext cx="452172" cy="345155"/>
            <a:chOff x="217350" y="639497"/>
            <a:chExt cx="651600" cy="540000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4153B71-CC81-7567-F6F9-CAFDCABB9D4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0879BA61-B5C2-6328-9131-39B6C3C42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FB7115B-2D23-033D-7967-1DE9CF5858EE}"/>
              </a:ext>
            </a:extLst>
          </p:cNvPr>
          <p:cNvGrpSpPr/>
          <p:nvPr/>
        </p:nvGrpSpPr>
        <p:grpSpPr>
          <a:xfrm>
            <a:off x="4268855" y="2581307"/>
            <a:ext cx="452172" cy="345155"/>
            <a:chOff x="217350" y="639497"/>
            <a:chExt cx="651600" cy="5400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96389DE0-9737-6C72-99DE-AEFA1CE2641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B709A013-37B8-0862-2E61-9A1542D3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EC49C1B1-32E7-2F92-8CEB-5F3AA4526507}"/>
              </a:ext>
            </a:extLst>
          </p:cNvPr>
          <p:cNvGrpSpPr/>
          <p:nvPr/>
        </p:nvGrpSpPr>
        <p:grpSpPr>
          <a:xfrm>
            <a:off x="4367317" y="3743279"/>
            <a:ext cx="452172" cy="345155"/>
            <a:chOff x="217350" y="639497"/>
            <a:chExt cx="651600" cy="540000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A2D9D9EF-BEDF-9522-2145-6A16E764C56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A0CA7205-53B7-BBCE-A790-C774630AA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D71408AF-385A-CD27-0730-CF7D9A5FA615}"/>
              </a:ext>
            </a:extLst>
          </p:cNvPr>
          <p:cNvGrpSpPr/>
          <p:nvPr/>
        </p:nvGrpSpPr>
        <p:grpSpPr>
          <a:xfrm>
            <a:off x="5772535" y="2601627"/>
            <a:ext cx="452172" cy="345155"/>
            <a:chOff x="217350" y="639497"/>
            <a:chExt cx="6516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C223802A-4156-B105-0BAD-093EC8F54E9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2E92E31B-18E1-FA07-1C3B-3995E6A88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746FF3C6-3492-465D-3250-41EFD2FF60ED}"/>
              </a:ext>
            </a:extLst>
          </p:cNvPr>
          <p:cNvGrpSpPr/>
          <p:nvPr/>
        </p:nvGrpSpPr>
        <p:grpSpPr>
          <a:xfrm>
            <a:off x="7306695" y="2642267"/>
            <a:ext cx="452172" cy="345155"/>
            <a:chOff x="217350" y="639497"/>
            <a:chExt cx="651600" cy="54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D0AB2146-7DF7-0ED8-C275-50E68A83812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18938C79-FEDD-4D01-EE6E-6994B43EA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FEA087DF-3DA9-7184-9EAD-82AA54A3E03B}"/>
              </a:ext>
            </a:extLst>
          </p:cNvPr>
          <p:cNvGrpSpPr/>
          <p:nvPr/>
        </p:nvGrpSpPr>
        <p:grpSpPr>
          <a:xfrm>
            <a:off x="5895546" y="3762709"/>
            <a:ext cx="374728" cy="369332"/>
            <a:chOff x="5129737" y="462692"/>
            <a:chExt cx="374728" cy="369332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53604219-B101-0C9E-BAD1-27078A950AC2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54CBA896-CE4B-062A-2087-675A57CE5B30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sp>
        <p:nvSpPr>
          <p:cNvPr id="68" name="Rechteck 67">
            <a:extLst>
              <a:ext uri="{FF2B5EF4-FFF2-40B4-BE49-F238E27FC236}">
                <a16:creationId xmlns:a16="http://schemas.microsoft.com/office/drawing/2014/main" id="{BCB08BDE-B9C1-3AD6-4775-0B0B3729788D}"/>
              </a:ext>
            </a:extLst>
          </p:cNvPr>
          <p:cNvSpPr/>
          <p:nvPr/>
        </p:nvSpPr>
        <p:spPr>
          <a:xfrm>
            <a:off x="6623459" y="3787821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B507BCEF-67C8-A004-C140-DCB4AAA2D859}"/>
              </a:ext>
            </a:extLst>
          </p:cNvPr>
          <p:cNvSpPr txBox="1">
            <a:spLocks/>
          </p:cNvSpPr>
          <p:nvPr/>
        </p:nvSpPr>
        <p:spPr>
          <a:xfrm>
            <a:off x="6287157" y="3871187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70" name="!!Ellipse 9">
            <a:extLst>
              <a:ext uri="{FF2B5EF4-FFF2-40B4-BE49-F238E27FC236}">
                <a16:creationId xmlns:a16="http://schemas.microsoft.com/office/drawing/2014/main" id="{7C3748B3-0E19-2849-D89A-D8047AFDB0C1}"/>
              </a:ext>
            </a:extLst>
          </p:cNvPr>
          <p:cNvSpPr/>
          <p:nvPr/>
        </p:nvSpPr>
        <p:spPr>
          <a:xfrm>
            <a:off x="9880421" y="4147031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7B0B7079-9ACD-277E-1F35-AD6394563C24}"/>
              </a:ext>
            </a:extLst>
          </p:cNvPr>
          <p:cNvSpPr/>
          <p:nvPr/>
        </p:nvSpPr>
        <p:spPr>
          <a:xfrm>
            <a:off x="10977113" y="4120314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5CFBEA23-8A0E-0BAC-E806-EC4D991B3BAF}"/>
              </a:ext>
            </a:extLst>
          </p:cNvPr>
          <p:cNvSpPr txBox="1"/>
          <p:nvPr/>
        </p:nvSpPr>
        <p:spPr>
          <a:xfrm>
            <a:off x="11029604" y="4108139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37401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BBA5-E9C1-DB85-3B30-010D1D6C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BA1B1D3-59B6-03A1-8CD2-388D5DD6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3: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BF93D14A-3A83-FEAA-AE9D-7CBF3C0E27BB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94A77D-0D05-E49C-4A93-8788F98FCF12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91F055D8-72F4-612D-E30F-515EF89176B3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7068624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8EE79E8-D6B3-E639-4B55-C7CC9E4E5033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369B896-F0E4-3E37-A53E-DB28B1D2F7AD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82B138AB-19E5-E87F-8DDB-00F156D8E33A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53A1E7E-6CD1-3631-A25A-8E8CBD7613EC}"/>
              </a:ext>
            </a:extLst>
          </p:cNvPr>
          <p:cNvCxnSpPr>
            <a:cxnSpLocks/>
          </p:cNvCxnSpPr>
          <p:nvPr/>
        </p:nvCxnSpPr>
        <p:spPr>
          <a:xfrm>
            <a:off x="91440" y="488696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D2F3C20A-8572-D401-94BA-3910D9DC6E2E}"/>
              </a:ext>
            </a:extLst>
          </p:cNvPr>
          <p:cNvSpPr txBox="1"/>
          <p:nvPr/>
        </p:nvSpPr>
        <p:spPr>
          <a:xfrm>
            <a:off x="138429" y="48869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EF10D4AE-C186-59F0-1FF5-1783D62C79C8}"/>
              </a:ext>
            </a:extLst>
          </p:cNvPr>
          <p:cNvSpPr/>
          <p:nvPr/>
        </p:nvSpPr>
        <p:spPr>
          <a:xfrm>
            <a:off x="1350620" y="516064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A1C10E6-EB91-7107-23EE-001F547A9C41}"/>
              </a:ext>
            </a:extLst>
          </p:cNvPr>
          <p:cNvGrpSpPr/>
          <p:nvPr/>
        </p:nvGrpSpPr>
        <p:grpSpPr>
          <a:xfrm>
            <a:off x="2447328" y="516064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8B813E33-1AF6-5FD8-B552-00227E62288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2345D586-B280-78A9-BFBB-9D2B0936D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E5A76442-2DEE-41DE-9880-83C726DA243E}"/>
              </a:ext>
            </a:extLst>
          </p:cNvPr>
          <p:cNvSpPr/>
          <p:nvPr/>
        </p:nvSpPr>
        <p:spPr>
          <a:xfrm>
            <a:off x="3017520" y="516064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55B9CCD-1B18-FF4B-E929-35BE60BBDE0F}"/>
              </a:ext>
            </a:extLst>
          </p:cNvPr>
          <p:cNvGrpSpPr/>
          <p:nvPr/>
        </p:nvGrpSpPr>
        <p:grpSpPr>
          <a:xfrm>
            <a:off x="4094383" y="513940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8521AC0D-1E50-E706-EDC9-0EFC2B4C6E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8FC68B6E-FBA8-AAA0-95A6-91311FBE2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CE90A07B-4E5D-4495-2BA7-56C2E7F41EEC}"/>
              </a:ext>
            </a:extLst>
          </p:cNvPr>
          <p:cNvSpPr/>
          <p:nvPr/>
        </p:nvSpPr>
        <p:spPr>
          <a:xfrm>
            <a:off x="4633155" y="519710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35522ECA-EED9-6D59-10EF-3A6EEBEDE4C4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12399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019679FE-F454-DEEA-78AB-8BD5E5257A0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AF63DAB1-AA89-8314-D080-74A3D4189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81AAA763-F31F-863D-9F62-5F4C504DC043}"/>
              </a:ext>
            </a:extLst>
          </p:cNvPr>
          <p:cNvSpPr/>
          <p:nvPr/>
        </p:nvSpPr>
        <p:spPr>
          <a:xfrm>
            <a:off x="6248790" y="522381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172C6C2-A4D7-92B1-A4A1-B92E0574D26C}"/>
              </a:ext>
            </a:extLst>
          </p:cNvPr>
          <p:cNvGrpSpPr/>
          <p:nvPr/>
        </p:nvGrpSpPr>
        <p:grpSpPr>
          <a:xfrm>
            <a:off x="7325653" y="519710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6B4887C-6C64-3885-FE58-7A259E5ED3D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4EF191F3-BDFC-50C7-8A84-2994DCBF1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A08C0DD4-7366-4861-6614-19F268344298}"/>
              </a:ext>
            </a:extLst>
          </p:cNvPr>
          <p:cNvSpPr/>
          <p:nvPr/>
        </p:nvSpPr>
        <p:spPr>
          <a:xfrm>
            <a:off x="7915690" y="523356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6D7F373-677C-717B-D7EE-867A4B768EB9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516643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5EB97AB-B105-D955-E197-6C4E9D99C9D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6B00ED41-2D9D-0EDB-900B-1B7C0CD00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1" name="!!Ellipse 9">
            <a:extLst>
              <a:ext uri="{FF2B5EF4-FFF2-40B4-BE49-F238E27FC236}">
                <a16:creationId xmlns:a16="http://schemas.microsoft.com/office/drawing/2014/main" id="{43FE9635-063E-086A-D8F8-D7CE90DA7A78}"/>
              </a:ext>
            </a:extLst>
          </p:cNvPr>
          <p:cNvSpPr/>
          <p:nvPr/>
        </p:nvSpPr>
        <p:spPr>
          <a:xfrm>
            <a:off x="1340460" y="59632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377E1E5C-B014-AEB9-4D1D-9F1997CEAE28}"/>
              </a:ext>
            </a:extLst>
          </p:cNvPr>
          <p:cNvGrpSpPr/>
          <p:nvPr/>
        </p:nvGrpSpPr>
        <p:grpSpPr>
          <a:xfrm>
            <a:off x="2437168" y="5963283"/>
            <a:ext cx="452172" cy="345155"/>
            <a:chOff x="217350" y="639497"/>
            <a:chExt cx="6516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5F3C34FC-26E8-589C-9CA4-55744E5F3A4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4B2359F9-DFB4-E4A7-3AE1-0980B4145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58" name="!!Ellipse 9">
            <a:extLst>
              <a:ext uri="{FF2B5EF4-FFF2-40B4-BE49-F238E27FC236}">
                <a16:creationId xmlns:a16="http://schemas.microsoft.com/office/drawing/2014/main" id="{5EC5387A-FC46-D8B2-BE35-3CE55042B152}"/>
              </a:ext>
            </a:extLst>
          </p:cNvPr>
          <p:cNvSpPr/>
          <p:nvPr/>
        </p:nvSpPr>
        <p:spPr>
          <a:xfrm>
            <a:off x="3007360" y="59632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E7A70AD2-45AA-492D-B3D5-93A494FF44F9}"/>
              </a:ext>
            </a:extLst>
          </p:cNvPr>
          <p:cNvGrpSpPr/>
          <p:nvPr/>
        </p:nvGrpSpPr>
        <p:grpSpPr>
          <a:xfrm>
            <a:off x="4084223" y="5942042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CC7940AF-B0E2-F2A8-4261-9F2BCEDC761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1D12F9DA-0FDD-AA84-1702-526FD6825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8" name="!!Ellipse 9">
            <a:extLst>
              <a:ext uri="{FF2B5EF4-FFF2-40B4-BE49-F238E27FC236}">
                <a16:creationId xmlns:a16="http://schemas.microsoft.com/office/drawing/2014/main" id="{D662C769-6B6B-D658-A8DF-1469446D1DDF}"/>
              </a:ext>
            </a:extLst>
          </p:cNvPr>
          <p:cNvSpPr/>
          <p:nvPr/>
        </p:nvSpPr>
        <p:spPr>
          <a:xfrm>
            <a:off x="4622995" y="5999742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72" name="!!Ellipse 9">
            <a:extLst>
              <a:ext uri="{FF2B5EF4-FFF2-40B4-BE49-F238E27FC236}">
                <a16:creationId xmlns:a16="http://schemas.microsoft.com/office/drawing/2014/main" id="{DB7DEB16-E883-4A56-BEA7-F291BBF45E62}"/>
              </a:ext>
            </a:extLst>
          </p:cNvPr>
          <p:cNvSpPr/>
          <p:nvPr/>
        </p:nvSpPr>
        <p:spPr>
          <a:xfrm>
            <a:off x="6238630" y="602645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E5A83BA-F55E-5101-BF58-DB080232AB9D}"/>
              </a:ext>
            </a:extLst>
          </p:cNvPr>
          <p:cNvGrpSpPr/>
          <p:nvPr/>
        </p:nvGrpSpPr>
        <p:grpSpPr>
          <a:xfrm>
            <a:off x="7315493" y="5999742"/>
            <a:ext cx="452172" cy="345155"/>
            <a:chOff x="217350" y="639497"/>
            <a:chExt cx="6516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06EC93CD-8969-6641-57F8-B87E5702142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834BBCBC-E931-44D9-B157-4A6879D61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6" name="!!Ellipse 9">
            <a:extLst>
              <a:ext uri="{FF2B5EF4-FFF2-40B4-BE49-F238E27FC236}">
                <a16:creationId xmlns:a16="http://schemas.microsoft.com/office/drawing/2014/main" id="{37162480-C97A-52CD-6B47-2B965A6C009D}"/>
              </a:ext>
            </a:extLst>
          </p:cNvPr>
          <p:cNvSpPr/>
          <p:nvPr/>
        </p:nvSpPr>
        <p:spPr>
          <a:xfrm>
            <a:off x="7905530" y="603620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A83F18C-BCCA-06CC-DF14-26B15F747D36}"/>
              </a:ext>
            </a:extLst>
          </p:cNvPr>
          <p:cNvGrpSpPr/>
          <p:nvPr/>
        </p:nvGrpSpPr>
        <p:grpSpPr>
          <a:xfrm>
            <a:off x="5689773" y="5960127"/>
            <a:ext cx="452172" cy="345155"/>
            <a:chOff x="217350" y="639497"/>
            <a:chExt cx="651600" cy="540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321BCA3F-9982-CE2A-E04D-93AE9BC671E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ECECCFBE-B4C4-8D14-D867-7024BA97B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DFBCE107-C92A-C4DA-AD1F-4398F1D6C25F}"/>
              </a:ext>
            </a:extLst>
          </p:cNvPr>
          <p:cNvGrpSpPr/>
          <p:nvPr/>
        </p:nvGrpSpPr>
        <p:grpSpPr>
          <a:xfrm>
            <a:off x="8924872" y="5960126"/>
            <a:ext cx="452172" cy="345155"/>
            <a:chOff x="217350" y="639497"/>
            <a:chExt cx="651600" cy="54000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0CB10B8D-FCC3-5F82-AB80-DC1B301845E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4ACB4F49-E02F-5794-0D08-31F06FD67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90" name="!!Ellipse 9">
            <a:extLst>
              <a:ext uri="{FF2B5EF4-FFF2-40B4-BE49-F238E27FC236}">
                <a16:creationId xmlns:a16="http://schemas.microsoft.com/office/drawing/2014/main" id="{0DAF99A3-6CFE-D4A2-04B1-BE6D33930A90}"/>
              </a:ext>
            </a:extLst>
          </p:cNvPr>
          <p:cNvSpPr/>
          <p:nvPr/>
        </p:nvSpPr>
        <p:spPr>
          <a:xfrm>
            <a:off x="9493555" y="5206530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CC16D8C4-C1A6-F624-B229-26C8E93275DF}"/>
              </a:ext>
            </a:extLst>
          </p:cNvPr>
          <p:cNvGrpSpPr>
            <a:grpSpLocks noChangeAspect="1"/>
          </p:cNvGrpSpPr>
          <p:nvPr/>
        </p:nvGrpSpPr>
        <p:grpSpPr>
          <a:xfrm>
            <a:off x="10548823" y="5139402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2D04FCC5-9299-F068-C15E-5B580FB4DB8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1CA492F5-61AC-9BB6-0BFA-123201FFD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4" name="!!Ellipse 9">
            <a:extLst>
              <a:ext uri="{FF2B5EF4-FFF2-40B4-BE49-F238E27FC236}">
                <a16:creationId xmlns:a16="http://schemas.microsoft.com/office/drawing/2014/main" id="{843CC5A2-0D60-3264-73C7-6F3F21B5BC8B}"/>
              </a:ext>
            </a:extLst>
          </p:cNvPr>
          <p:cNvSpPr/>
          <p:nvPr/>
        </p:nvSpPr>
        <p:spPr>
          <a:xfrm>
            <a:off x="5477346" y="2638274"/>
            <a:ext cx="1440000" cy="72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5" name="!!Ellipse 9">
            <a:extLst>
              <a:ext uri="{FF2B5EF4-FFF2-40B4-BE49-F238E27FC236}">
                <a16:creationId xmlns:a16="http://schemas.microsoft.com/office/drawing/2014/main" id="{6C8BCD56-155D-A57A-F3D7-A68F929AA7AC}"/>
              </a:ext>
            </a:extLst>
          </p:cNvPr>
          <p:cNvSpPr/>
          <p:nvPr/>
        </p:nvSpPr>
        <p:spPr>
          <a:xfrm>
            <a:off x="3956444" y="263827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BF03739A-5EF1-30B9-9095-168DE286AF26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468C3A2D-BE62-2266-20C5-AF363D840C89}"/>
              </a:ext>
            </a:extLst>
          </p:cNvPr>
          <p:cNvCxnSpPr>
            <a:cxnSpLocks/>
            <a:stCxn id="90" idx="0"/>
            <a:endCxn id="95" idx="4"/>
          </p:cNvCxnSpPr>
          <p:nvPr/>
        </p:nvCxnSpPr>
        <p:spPr>
          <a:xfrm flipH="1" flipV="1">
            <a:off x="4676444" y="3358274"/>
            <a:ext cx="5537111" cy="18482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853DBECF-3DD0-9DBB-1863-E10F846681DD}"/>
              </a:ext>
            </a:extLst>
          </p:cNvPr>
          <p:cNvGrpSpPr>
            <a:grpSpLocks noChangeAspect="1"/>
          </p:cNvGrpSpPr>
          <p:nvPr/>
        </p:nvGrpSpPr>
        <p:grpSpPr>
          <a:xfrm>
            <a:off x="4982995" y="2528603"/>
            <a:ext cx="360000" cy="360000"/>
            <a:chOff x="1048950" y="618723"/>
            <a:chExt cx="540000" cy="540000"/>
          </a:xfrm>
        </p:grpSpPr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9793C6F1-7F9B-27E2-C82D-F36A62956B6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A1EF7847-9672-1217-44F0-23E13B677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3" name="Rechteck 102">
            <a:extLst>
              <a:ext uri="{FF2B5EF4-FFF2-40B4-BE49-F238E27FC236}">
                <a16:creationId xmlns:a16="http://schemas.microsoft.com/office/drawing/2014/main" id="{627DD530-F4C6-1D5D-7634-B944AA90D2AE}"/>
              </a:ext>
            </a:extLst>
          </p:cNvPr>
          <p:cNvSpPr/>
          <p:nvPr/>
        </p:nvSpPr>
        <p:spPr>
          <a:xfrm>
            <a:off x="12667013" y="3787821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4" name="Titel 1">
            <a:extLst>
              <a:ext uri="{FF2B5EF4-FFF2-40B4-BE49-F238E27FC236}">
                <a16:creationId xmlns:a16="http://schemas.microsoft.com/office/drawing/2014/main" id="{820CDB81-92F3-C8EF-7AE6-E2BAC3A9C862}"/>
              </a:ext>
            </a:extLst>
          </p:cNvPr>
          <p:cNvSpPr txBox="1">
            <a:spLocks/>
          </p:cNvSpPr>
          <p:nvPr/>
        </p:nvSpPr>
        <p:spPr>
          <a:xfrm>
            <a:off x="12330711" y="3871187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105" name="!!Ellipse 9">
            <a:extLst>
              <a:ext uri="{FF2B5EF4-FFF2-40B4-BE49-F238E27FC236}">
                <a16:creationId xmlns:a16="http://schemas.microsoft.com/office/drawing/2014/main" id="{75EE13A0-FDDA-89F2-6441-4D5710B21FDB}"/>
              </a:ext>
            </a:extLst>
          </p:cNvPr>
          <p:cNvSpPr/>
          <p:nvPr/>
        </p:nvSpPr>
        <p:spPr>
          <a:xfrm>
            <a:off x="15923975" y="4147031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C782CC5E-5A7A-2BBA-FC2F-DE8ADD887710}"/>
              </a:ext>
            </a:extLst>
          </p:cNvPr>
          <p:cNvSpPr/>
          <p:nvPr/>
        </p:nvSpPr>
        <p:spPr>
          <a:xfrm>
            <a:off x="17020667" y="4120314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AD41AA06-28C4-303F-B3A2-07AE2F94F8DE}"/>
              </a:ext>
            </a:extLst>
          </p:cNvPr>
          <p:cNvSpPr txBox="1"/>
          <p:nvPr/>
        </p:nvSpPr>
        <p:spPr>
          <a:xfrm>
            <a:off x="17073158" y="4108139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80423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927B8-1092-E0A5-27BC-D27D5B7A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AB9CE551-849D-B99E-4D95-C4E0CF5F1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3: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DAC743DE-85BA-5A2E-8069-BDF8289E1B57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BA40F1-F09C-218A-8D46-A218681BAB73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1158113-9470-DDE5-7753-67A7CD0D7DEA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7068624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6229B4A-EED0-334D-3AE3-2447C0821536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B119BBC-C9CA-095F-C85E-6C281C8FB710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D38C05A-E0CB-0CAA-087C-3D0889CA11A9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B228A01-A0EC-04FF-D0C5-F910C6771EB5}"/>
              </a:ext>
            </a:extLst>
          </p:cNvPr>
          <p:cNvCxnSpPr>
            <a:cxnSpLocks/>
          </p:cNvCxnSpPr>
          <p:nvPr/>
        </p:nvCxnSpPr>
        <p:spPr>
          <a:xfrm>
            <a:off x="91440" y="488696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4E9CEA5E-781F-013C-32D5-4BBE7733624D}"/>
              </a:ext>
            </a:extLst>
          </p:cNvPr>
          <p:cNvSpPr txBox="1"/>
          <p:nvPr/>
        </p:nvSpPr>
        <p:spPr>
          <a:xfrm>
            <a:off x="138429" y="48869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644A5A92-EAF7-F777-B3DD-01EFFA1067FE}"/>
              </a:ext>
            </a:extLst>
          </p:cNvPr>
          <p:cNvSpPr/>
          <p:nvPr/>
        </p:nvSpPr>
        <p:spPr>
          <a:xfrm>
            <a:off x="1350620" y="516064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7D6B9CE-19A8-BA5B-EAD8-A1CD784475FF}"/>
              </a:ext>
            </a:extLst>
          </p:cNvPr>
          <p:cNvGrpSpPr/>
          <p:nvPr/>
        </p:nvGrpSpPr>
        <p:grpSpPr>
          <a:xfrm>
            <a:off x="2447328" y="516064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967BBE9A-E9BA-B22C-12BC-D2CEC7BD76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5A3D252F-4459-332E-4D13-5941621DF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10F6A746-10BC-AE6A-8603-982A1B6E84EB}"/>
              </a:ext>
            </a:extLst>
          </p:cNvPr>
          <p:cNvSpPr/>
          <p:nvPr/>
        </p:nvSpPr>
        <p:spPr>
          <a:xfrm>
            <a:off x="3017520" y="516064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FCAC5135-5DB7-BEB8-94BB-2678C8C04287}"/>
              </a:ext>
            </a:extLst>
          </p:cNvPr>
          <p:cNvGrpSpPr/>
          <p:nvPr/>
        </p:nvGrpSpPr>
        <p:grpSpPr>
          <a:xfrm>
            <a:off x="4094383" y="513940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A4B3D77F-BDB1-C5BE-0EE8-6EBD7798D4F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52FA09C2-2BD9-F3ED-FF6D-975CB8BF2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E4E7DB05-F38B-59CF-C246-2D493E897FD4}"/>
              </a:ext>
            </a:extLst>
          </p:cNvPr>
          <p:cNvSpPr/>
          <p:nvPr/>
        </p:nvSpPr>
        <p:spPr>
          <a:xfrm>
            <a:off x="4633155" y="519710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E25137D7-BD5C-D9A5-32C2-4F4144909AA6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12399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9AFDA37B-FDD2-2B5D-E42B-6BFBE8B2C53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2E221E16-8BB8-17F7-3EDF-CB253B801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2BF4C932-C212-8B67-2242-466F0A216ACD}"/>
              </a:ext>
            </a:extLst>
          </p:cNvPr>
          <p:cNvSpPr/>
          <p:nvPr/>
        </p:nvSpPr>
        <p:spPr>
          <a:xfrm>
            <a:off x="6248790" y="522381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046495F-E99F-3882-CF95-4F81894701E9}"/>
              </a:ext>
            </a:extLst>
          </p:cNvPr>
          <p:cNvGrpSpPr/>
          <p:nvPr/>
        </p:nvGrpSpPr>
        <p:grpSpPr>
          <a:xfrm>
            <a:off x="7325653" y="519710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0CA9AA0A-A535-952D-A06F-E234346364C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C607C06A-9ACB-3F56-1225-8E6813AAA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BBD0AFAC-9A7C-CF3E-2141-D483C92F1136}"/>
              </a:ext>
            </a:extLst>
          </p:cNvPr>
          <p:cNvSpPr/>
          <p:nvPr/>
        </p:nvSpPr>
        <p:spPr>
          <a:xfrm>
            <a:off x="7915690" y="523356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5CD5E6C9-8F14-BBA4-728D-F1D8B16C7750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516643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6A2D310-3368-F75C-4157-682BDF4B391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5E507B01-0957-2129-9175-4428CE12E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1" name="!!Ellipse 9">
            <a:extLst>
              <a:ext uri="{FF2B5EF4-FFF2-40B4-BE49-F238E27FC236}">
                <a16:creationId xmlns:a16="http://schemas.microsoft.com/office/drawing/2014/main" id="{C2AFF118-0512-6161-9CAC-813E86F4D46A}"/>
              </a:ext>
            </a:extLst>
          </p:cNvPr>
          <p:cNvSpPr/>
          <p:nvPr/>
        </p:nvSpPr>
        <p:spPr>
          <a:xfrm>
            <a:off x="1340460" y="59632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5CE8564D-3C45-EE73-63B2-C4BDABC6D154}"/>
              </a:ext>
            </a:extLst>
          </p:cNvPr>
          <p:cNvGrpSpPr/>
          <p:nvPr/>
        </p:nvGrpSpPr>
        <p:grpSpPr>
          <a:xfrm>
            <a:off x="2437168" y="5963283"/>
            <a:ext cx="452172" cy="345155"/>
            <a:chOff x="217350" y="639497"/>
            <a:chExt cx="6516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DF8CD47C-82ED-FC59-57A9-F1D4D6EED1D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8DFF7CBD-C190-77C1-A534-60136EE80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58" name="!!Ellipse 9">
            <a:extLst>
              <a:ext uri="{FF2B5EF4-FFF2-40B4-BE49-F238E27FC236}">
                <a16:creationId xmlns:a16="http://schemas.microsoft.com/office/drawing/2014/main" id="{C38EBEA5-0B5C-2EE2-D6E1-9AECB7EC5E3E}"/>
              </a:ext>
            </a:extLst>
          </p:cNvPr>
          <p:cNvSpPr/>
          <p:nvPr/>
        </p:nvSpPr>
        <p:spPr>
          <a:xfrm>
            <a:off x="3007360" y="59632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566584DC-CF1D-0756-2622-8E6179166767}"/>
              </a:ext>
            </a:extLst>
          </p:cNvPr>
          <p:cNvGrpSpPr/>
          <p:nvPr/>
        </p:nvGrpSpPr>
        <p:grpSpPr>
          <a:xfrm>
            <a:off x="4084223" y="5942042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C0002C69-481C-9D6E-2B9C-D0762CADEEA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189AF485-4173-3E45-3D2B-8CA09A498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8" name="!!Ellipse 9">
            <a:extLst>
              <a:ext uri="{FF2B5EF4-FFF2-40B4-BE49-F238E27FC236}">
                <a16:creationId xmlns:a16="http://schemas.microsoft.com/office/drawing/2014/main" id="{88F916E2-C766-0A06-3A24-84B06E9A1B2E}"/>
              </a:ext>
            </a:extLst>
          </p:cNvPr>
          <p:cNvSpPr/>
          <p:nvPr/>
        </p:nvSpPr>
        <p:spPr>
          <a:xfrm>
            <a:off x="4622995" y="5999742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72" name="!!Ellipse 9">
            <a:extLst>
              <a:ext uri="{FF2B5EF4-FFF2-40B4-BE49-F238E27FC236}">
                <a16:creationId xmlns:a16="http://schemas.microsoft.com/office/drawing/2014/main" id="{BC3881E4-AF03-9B92-6F08-2A3C9A444AC6}"/>
              </a:ext>
            </a:extLst>
          </p:cNvPr>
          <p:cNvSpPr/>
          <p:nvPr/>
        </p:nvSpPr>
        <p:spPr>
          <a:xfrm>
            <a:off x="6238630" y="602645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7BAB1B40-18DB-BCBE-1415-F3C3D6E7B2F3}"/>
              </a:ext>
            </a:extLst>
          </p:cNvPr>
          <p:cNvGrpSpPr/>
          <p:nvPr/>
        </p:nvGrpSpPr>
        <p:grpSpPr>
          <a:xfrm>
            <a:off x="7315493" y="5999742"/>
            <a:ext cx="452172" cy="345155"/>
            <a:chOff x="217350" y="639497"/>
            <a:chExt cx="6516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93833D5D-526A-E2E8-21BF-8225D44818E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4AECFB7D-DE0E-DDA5-5289-B86ABEDB0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6" name="!!Ellipse 9">
            <a:extLst>
              <a:ext uri="{FF2B5EF4-FFF2-40B4-BE49-F238E27FC236}">
                <a16:creationId xmlns:a16="http://schemas.microsoft.com/office/drawing/2014/main" id="{B7A37CB0-FFCE-6D89-3F0E-144A165232FB}"/>
              </a:ext>
            </a:extLst>
          </p:cNvPr>
          <p:cNvSpPr/>
          <p:nvPr/>
        </p:nvSpPr>
        <p:spPr>
          <a:xfrm>
            <a:off x="7905530" y="603620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F184A063-A8A1-3C83-EF61-3A2D7ACABA77}"/>
              </a:ext>
            </a:extLst>
          </p:cNvPr>
          <p:cNvGrpSpPr/>
          <p:nvPr/>
        </p:nvGrpSpPr>
        <p:grpSpPr>
          <a:xfrm>
            <a:off x="5689773" y="5960127"/>
            <a:ext cx="452172" cy="345155"/>
            <a:chOff x="217350" y="639497"/>
            <a:chExt cx="651600" cy="540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F09EAC18-659C-4954-F683-33CB6F9BCCB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F9FC8DB6-3A8B-88A4-B860-25F1F5D35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E079BD2-2FC3-3069-2A3B-B5AC88C7E1D5}"/>
              </a:ext>
            </a:extLst>
          </p:cNvPr>
          <p:cNvGrpSpPr/>
          <p:nvPr/>
        </p:nvGrpSpPr>
        <p:grpSpPr>
          <a:xfrm>
            <a:off x="8924872" y="5960126"/>
            <a:ext cx="452172" cy="345155"/>
            <a:chOff x="217350" y="639497"/>
            <a:chExt cx="651600" cy="54000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F319B732-B08F-4857-84FC-C4C9ED057E1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2C58D4AE-7770-3264-A561-618C2E31C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90" name="!!Ellipse 9">
            <a:extLst>
              <a:ext uri="{FF2B5EF4-FFF2-40B4-BE49-F238E27FC236}">
                <a16:creationId xmlns:a16="http://schemas.microsoft.com/office/drawing/2014/main" id="{21D7F509-B21D-5CB9-0E1A-CB498295D1C3}"/>
              </a:ext>
            </a:extLst>
          </p:cNvPr>
          <p:cNvSpPr/>
          <p:nvPr/>
        </p:nvSpPr>
        <p:spPr>
          <a:xfrm>
            <a:off x="9493555" y="5206530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C396D919-CBEF-22C6-7EDB-CFF5D8C603B4}"/>
              </a:ext>
            </a:extLst>
          </p:cNvPr>
          <p:cNvGrpSpPr>
            <a:grpSpLocks noChangeAspect="1"/>
          </p:cNvGrpSpPr>
          <p:nvPr/>
        </p:nvGrpSpPr>
        <p:grpSpPr>
          <a:xfrm>
            <a:off x="10548823" y="5139402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0FFED045-FE21-1AD1-0748-481F5070784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053DFA1F-C16D-04D1-29A3-B9B0DAF7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4" name="!!Ellipse 9">
            <a:extLst>
              <a:ext uri="{FF2B5EF4-FFF2-40B4-BE49-F238E27FC236}">
                <a16:creationId xmlns:a16="http://schemas.microsoft.com/office/drawing/2014/main" id="{767A3FCF-0910-E8C3-CC39-D86B38A92463}"/>
              </a:ext>
            </a:extLst>
          </p:cNvPr>
          <p:cNvSpPr/>
          <p:nvPr/>
        </p:nvSpPr>
        <p:spPr>
          <a:xfrm>
            <a:off x="5477346" y="263827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5" name="!!Ellipse 9">
            <a:extLst>
              <a:ext uri="{FF2B5EF4-FFF2-40B4-BE49-F238E27FC236}">
                <a16:creationId xmlns:a16="http://schemas.microsoft.com/office/drawing/2014/main" id="{D43B83C0-65C1-9CCE-1CA1-FB7982F755BD}"/>
              </a:ext>
            </a:extLst>
          </p:cNvPr>
          <p:cNvSpPr/>
          <p:nvPr/>
        </p:nvSpPr>
        <p:spPr>
          <a:xfrm>
            <a:off x="3956444" y="263827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63AAE9C4-990E-F28A-469E-5D3BE37A086F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Validierung</a:t>
            </a:r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1C1F4D48-4792-B915-EBB3-09BE871A53BD}"/>
              </a:ext>
            </a:extLst>
          </p:cNvPr>
          <p:cNvGrpSpPr>
            <a:grpSpLocks noChangeAspect="1"/>
          </p:cNvGrpSpPr>
          <p:nvPr/>
        </p:nvGrpSpPr>
        <p:grpSpPr>
          <a:xfrm>
            <a:off x="4982995" y="2528603"/>
            <a:ext cx="360000" cy="360000"/>
            <a:chOff x="1048950" y="618723"/>
            <a:chExt cx="540000" cy="540000"/>
          </a:xfrm>
        </p:grpSpPr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1D38E5CD-4130-EFD3-E400-FFFAF4AB781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3E021108-1AC4-7022-C029-918D4A79F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FBC1443-8D50-1B50-1855-55FF6C6AE0D9}"/>
              </a:ext>
            </a:extLst>
          </p:cNvPr>
          <p:cNvGrpSpPr>
            <a:grpSpLocks noChangeAspect="1"/>
          </p:cNvGrpSpPr>
          <p:nvPr/>
        </p:nvGrpSpPr>
        <p:grpSpPr>
          <a:xfrm>
            <a:off x="6507012" y="2538345"/>
            <a:ext cx="360000" cy="360000"/>
            <a:chOff x="1048950" y="618723"/>
            <a:chExt cx="540000" cy="5400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4A17E754-F582-074B-39D7-B41197A8C98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A21E1441-4865-F657-6D63-A60739BE5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2581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19B-CF61-1097-37A7-294F1D9F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3B5D5B0-F004-0246-4309-C7FC7C6B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3: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D1A5621D-0C76-628C-7318-12F1B15BFE19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B71D62-BDE2-DB34-4DE5-2264FD37F0E8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3AED8FB-84A6-4479-32EF-0C57E9CE6E7F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7068624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Top Down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3B6EB89-01C6-5DE0-EBBD-72A51C548CD7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23517BF-CD2E-6439-F0C7-F2836EBE64D8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C477BFA6-1971-EBA1-E5C7-648181820458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F0BC87E-C369-2E60-981E-55CB8D7B0F54}"/>
              </a:ext>
            </a:extLst>
          </p:cNvPr>
          <p:cNvCxnSpPr>
            <a:cxnSpLocks/>
          </p:cNvCxnSpPr>
          <p:nvPr/>
        </p:nvCxnSpPr>
        <p:spPr>
          <a:xfrm>
            <a:off x="91440" y="488696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52CF58E5-64C5-A21C-C8C9-657713CA693F}"/>
              </a:ext>
            </a:extLst>
          </p:cNvPr>
          <p:cNvSpPr txBox="1"/>
          <p:nvPr/>
        </p:nvSpPr>
        <p:spPr>
          <a:xfrm>
            <a:off x="138429" y="48869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F3364ABE-D5D8-76F3-333C-442789419287}"/>
              </a:ext>
            </a:extLst>
          </p:cNvPr>
          <p:cNvSpPr/>
          <p:nvPr/>
        </p:nvSpPr>
        <p:spPr>
          <a:xfrm>
            <a:off x="1350620" y="516064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882526F5-EB71-6B0C-2FFD-3AFE408AFED2}"/>
              </a:ext>
            </a:extLst>
          </p:cNvPr>
          <p:cNvGrpSpPr/>
          <p:nvPr/>
        </p:nvGrpSpPr>
        <p:grpSpPr>
          <a:xfrm>
            <a:off x="2447328" y="516064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59B5ADC4-11C0-65CD-BBF3-1BC7DC22F8C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825A886B-22E1-28C9-2A14-A20FD5A4D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E85A055A-ED87-79BF-A078-44AB33F4B3DC}"/>
              </a:ext>
            </a:extLst>
          </p:cNvPr>
          <p:cNvSpPr/>
          <p:nvPr/>
        </p:nvSpPr>
        <p:spPr>
          <a:xfrm>
            <a:off x="3017520" y="516064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C0994BCC-5D8A-5B78-DA4F-BDC8FE744B5D}"/>
              </a:ext>
            </a:extLst>
          </p:cNvPr>
          <p:cNvGrpSpPr/>
          <p:nvPr/>
        </p:nvGrpSpPr>
        <p:grpSpPr>
          <a:xfrm>
            <a:off x="4094383" y="513940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CE0067F3-F45D-8E18-A4E4-91DC473BBE9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B5644349-2B27-9372-3BDA-6F23C4182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AA98919B-196B-1D66-739A-5B87C4094EA3}"/>
              </a:ext>
            </a:extLst>
          </p:cNvPr>
          <p:cNvSpPr/>
          <p:nvPr/>
        </p:nvSpPr>
        <p:spPr>
          <a:xfrm>
            <a:off x="4633155" y="519710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46CD7E58-63D2-925A-1FA8-BA3095678E3F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512399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F2C788C9-7621-A1E7-2EC6-9EF244B1295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10BC3A94-7D94-4CE3-05CF-C97D19CE7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DFB543D4-0E4E-3089-88D7-BC21A0CFC9E7}"/>
              </a:ext>
            </a:extLst>
          </p:cNvPr>
          <p:cNvSpPr/>
          <p:nvPr/>
        </p:nvSpPr>
        <p:spPr>
          <a:xfrm>
            <a:off x="6248790" y="522381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EC12CB8-373A-B445-D238-EAC338F69A95}"/>
              </a:ext>
            </a:extLst>
          </p:cNvPr>
          <p:cNvGrpSpPr/>
          <p:nvPr/>
        </p:nvGrpSpPr>
        <p:grpSpPr>
          <a:xfrm>
            <a:off x="7325653" y="519710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9CB70F1-6B2C-8965-68E0-2CD71F60EE2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DA97A37F-0B08-697A-CCC8-9C7E203CB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E2662AA5-9DB7-CECB-7E2F-E173D32F9006}"/>
              </a:ext>
            </a:extLst>
          </p:cNvPr>
          <p:cNvSpPr/>
          <p:nvPr/>
        </p:nvSpPr>
        <p:spPr>
          <a:xfrm>
            <a:off x="7915690" y="523356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5C66833-BC21-6E72-0492-8693B8690B57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516643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368E9A71-F6DF-8A87-4BAC-F82AC26BF8E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160FDE63-1A42-4022-1A8F-1404DEDB2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1" name="!!Ellipse 9">
            <a:extLst>
              <a:ext uri="{FF2B5EF4-FFF2-40B4-BE49-F238E27FC236}">
                <a16:creationId xmlns:a16="http://schemas.microsoft.com/office/drawing/2014/main" id="{428D470E-634C-62D6-B52B-13C423657E93}"/>
              </a:ext>
            </a:extLst>
          </p:cNvPr>
          <p:cNvSpPr/>
          <p:nvPr/>
        </p:nvSpPr>
        <p:spPr>
          <a:xfrm>
            <a:off x="1340460" y="59632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F5D64F0B-714C-AB4B-EB7D-C7D049F8E6EE}"/>
              </a:ext>
            </a:extLst>
          </p:cNvPr>
          <p:cNvGrpSpPr/>
          <p:nvPr/>
        </p:nvGrpSpPr>
        <p:grpSpPr>
          <a:xfrm>
            <a:off x="2437168" y="5963283"/>
            <a:ext cx="452172" cy="345155"/>
            <a:chOff x="217350" y="639497"/>
            <a:chExt cx="6516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61AFA0C5-E67E-4C11-2A84-445A367A5E1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B7869ADA-5F6F-419B-BCD8-A141A267B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58" name="!!Ellipse 9">
            <a:extLst>
              <a:ext uri="{FF2B5EF4-FFF2-40B4-BE49-F238E27FC236}">
                <a16:creationId xmlns:a16="http://schemas.microsoft.com/office/drawing/2014/main" id="{D1D06BE1-55E0-C9C6-92CF-528F927C7A8C}"/>
              </a:ext>
            </a:extLst>
          </p:cNvPr>
          <p:cNvSpPr/>
          <p:nvPr/>
        </p:nvSpPr>
        <p:spPr>
          <a:xfrm>
            <a:off x="3007360" y="59632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F38C4FC8-C561-5C4B-D7C6-23136FAED23F}"/>
              </a:ext>
            </a:extLst>
          </p:cNvPr>
          <p:cNvGrpSpPr/>
          <p:nvPr/>
        </p:nvGrpSpPr>
        <p:grpSpPr>
          <a:xfrm>
            <a:off x="4084223" y="5942042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9B62C194-00D3-9DDA-6C43-8AEC02B44FA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E5545582-17A2-D1E6-6464-F787D167B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8" name="!!Ellipse 9">
            <a:extLst>
              <a:ext uri="{FF2B5EF4-FFF2-40B4-BE49-F238E27FC236}">
                <a16:creationId xmlns:a16="http://schemas.microsoft.com/office/drawing/2014/main" id="{9721C67A-0A1A-D615-3EF7-F5AAD43A86CB}"/>
              </a:ext>
            </a:extLst>
          </p:cNvPr>
          <p:cNvSpPr/>
          <p:nvPr/>
        </p:nvSpPr>
        <p:spPr>
          <a:xfrm>
            <a:off x="4622995" y="5999742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72" name="!!Ellipse 9">
            <a:extLst>
              <a:ext uri="{FF2B5EF4-FFF2-40B4-BE49-F238E27FC236}">
                <a16:creationId xmlns:a16="http://schemas.microsoft.com/office/drawing/2014/main" id="{8DA55A15-3459-E277-08C5-CBE476645A1B}"/>
              </a:ext>
            </a:extLst>
          </p:cNvPr>
          <p:cNvSpPr/>
          <p:nvPr/>
        </p:nvSpPr>
        <p:spPr>
          <a:xfrm>
            <a:off x="6238630" y="602645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9C97AB88-71BC-3F24-C196-7217B2785037}"/>
              </a:ext>
            </a:extLst>
          </p:cNvPr>
          <p:cNvGrpSpPr/>
          <p:nvPr/>
        </p:nvGrpSpPr>
        <p:grpSpPr>
          <a:xfrm>
            <a:off x="7315493" y="5999742"/>
            <a:ext cx="452172" cy="345155"/>
            <a:chOff x="217350" y="639497"/>
            <a:chExt cx="6516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FAA48248-478E-82FE-5C2C-422886C8A65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63BB9D5E-9FF3-5246-376A-E615A7C42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6" name="!!Ellipse 9">
            <a:extLst>
              <a:ext uri="{FF2B5EF4-FFF2-40B4-BE49-F238E27FC236}">
                <a16:creationId xmlns:a16="http://schemas.microsoft.com/office/drawing/2014/main" id="{79E6F89C-CE3B-DEBA-02C2-06F594036230}"/>
              </a:ext>
            </a:extLst>
          </p:cNvPr>
          <p:cNvSpPr/>
          <p:nvPr/>
        </p:nvSpPr>
        <p:spPr>
          <a:xfrm>
            <a:off x="7905530" y="603620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BADB2D85-C270-B896-297B-08FC754220D2}"/>
              </a:ext>
            </a:extLst>
          </p:cNvPr>
          <p:cNvGrpSpPr/>
          <p:nvPr/>
        </p:nvGrpSpPr>
        <p:grpSpPr>
          <a:xfrm>
            <a:off x="5689773" y="5960127"/>
            <a:ext cx="452172" cy="345155"/>
            <a:chOff x="217350" y="639497"/>
            <a:chExt cx="651600" cy="540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D14385DB-CCE1-D6CF-5F98-973B05A55AC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CA2EF892-F0F9-F8BA-DCB9-04A367CFD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9C5FCED4-9F6A-C076-B5F3-1966188FD1C4}"/>
              </a:ext>
            </a:extLst>
          </p:cNvPr>
          <p:cNvGrpSpPr/>
          <p:nvPr/>
        </p:nvGrpSpPr>
        <p:grpSpPr>
          <a:xfrm>
            <a:off x="8924872" y="5960126"/>
            <a:ext cx="452172" cy="345155"/>
            <a:chOff x="217350" y="639497"/>
            <a:chExt cx="651600" cy="54000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0D7B63AE-FFF0-6AF1-795A-155E250A9ED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972EF08A-80C2-8672-9A08-B31B5A259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90" name="!!Ellipse 9">
            <a:extLst>
              <a:ext uri="{FF2B5EF4-FFF2-40B4-BE49-F238E27FC236}">
                <a16:creationId xmlns:a16="http://schemas.microsoft.com/office/drawing/2014/main" id="{ED69C402-B27C-7F9E-E178-96233185FAAC}"/>
              </a:ext>
            </a:extLst>
          </p:cNvPr>
          <p:cNvSpPr/>
          <p:nvPr/>
        </p:nvSpPr>
        <p:spPr>
          <a:xfrm>
            <a:off x="9493555" y="5206530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F4431E38-FF8B-FDA9-FCBD-4F8E9DEDBD55}"/>
              </a:ext>
            </a:extLst>
          </p:cNvPr>
          <p:cNvGrpSpPr>
            <a:grpSpLocks noChangeAspect="1"/>
          </p:cNvGrpSpPr>
          <p:nvPr/>
        </p:nvGrpSpPr>
        <p:grpSpPr>
          <a:xfrm>
            <a:off x="10548823" y="5139402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EA5986F1-AFFD-F509-8241-0A2F32A7C79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60092662-FA76-C56A-F87C-1121F1876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94" name="!!Ellipse 9">
            <a:extLst>
              <a:ext uri="{FF2B5EF4-FFF2-40B4-BE49-F238E27FC236}">
                <a16:creationId xmlns:a16="http://schemas.microsoft.com/office/drawing/2014/main" id="{5E2486A9-ED08-CAE5-9128-D07A57968D99}"/>
              </a:ext>
            </a:extLst>
          </p:cNvPr>
          <p:cNvSpPr/>
          <p:nvPr/>
        </p:nvSpPr>
        <p:spPr>
          <a:xfrm>
            <a:off x="5477346" y="2638274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5" name="!!Ellipse 9">
            <a:extLst>
              <a:ext uri="{FF2B5EF4-FFF2-40B4-BE49-F238E27FC236}">
                <a16:creationId xmlns:a16="http://schemas.microsoft.com/office/drawing/2014/main" id="{A3E56A36-D8CD-63B7-B07A-D6C2AE34AB2B}"/>
              </a:ext>
            </a:extLst>
          </p:cNvPr>
          <p:cNvSpPr/>
          <p:nvPr/>
        </p:nvSpPr>
        <p:spPr>
          <a:xfrm>
            <a:off x="3956444" y="263827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9D0F6C1B-E517-8138-CBBD-2215871EDD8A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AEEC0C6-F267-39E6-D847-A43D55121176}"/>
              </a:ext>
            </a:extLst>
          </p:cNvPr>
          <p:cNvGrpSpPr>
            <a:grpSpLocks noChangeAspect="1"/>
          </p:cNvGrpSpPr>
          <p:nvPr/>
        </p:nvGrpSpPr>
        <p:grpSpPr>
          <a:xfrm>
            <a:off x="6507012" y="2538345"/>
            <a:ext cx="360000" cy="360000"/>
            <a:chOff x="1048950" y="618723"/>
            <a:chExt cx="540000" cy="5400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19717005-A05A-494A-2917-2F7D01BA360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6B33FAF4-E698-DE4F-7579-57813E672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4C87244-1E54-AC65-C09E-B24365391976}"/>
              </a:ext>
            </a:extLst>
          </p:cNvPr>
          <p:cNvGrpSpPr/>
          <p:nvPr/>
        </p:nvGrpSpPr>
        <p:grpSpPr>
          <a:xfrm>
            <a:off x="5046883" y="2617080"/>
            <a:ext cx="374728" cy="369332"/>
            <a:chOff x="5129737" y="462692"/>
            <a:chExt cx="374728" cy="369332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079D102-0632-0D49-0E02-520734FAAB8F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CD5D3B08-5584-6B89-A6AA-99321E13C667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160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8786-788C-96E9-3351-8D73805B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DDF6D54-9A8E-A941-4765-E1FB1D0D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4: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08D34ECA-785A-527D-9629-07B53CC37054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B19BDC-3D4B-A649-0AC9-0426CF3A7E91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4E6A2FD-2A2B-FBF1-0467-B89C8CE36EA8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7068624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Bottom Up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F3F6AB7-53EF-3C0F-762F-CA23FD65E20A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051411B-17D5-E61B-CE0F-291FF5B807A6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F5028920-6F18-6BFB-3A0A-45A5B35D7575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E1C94B6-DEC0-EC97-1642-A36B14E5259F}"/>
              </a:ext>
            </a:extLst>
          </p:cNvPr>
          <p:cNvCxnSpPr>
            <a:cxnSpLocks/>
          </p:cNvCxnSpPr>
          <p:nvPr/>
        </p:nvCxnSpPr>
        <p:spPr>
          <a:xfrm>
            <a:off x="91440" y="410464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57533CA0-F749-6220-81D3-B1DF1E83D6D7}"/>
              </a:ext>
            </a:extLst>
          </p:cNvPr>
          <p:cNvSpPr txBox="1"/>
          <p:nvPr/>
        </p:nvSpPr>
        <p:spPr>
          <a:xfrm>
            <a:off x="138429" y="410464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6C2FE7A2-9FC3-BDE8-B333-EB5032A138B5}"/>
              </a:ext>
            </a:extLst>
          </p:cNvPr>
          <p:cNvSpPr/>
          <p:nvPr/>
        </p:nvSpPr>
        <p:spPr>
          <a:xfrm>
            <a:off x="1350620" y="43783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1E7DCC1-BF04-D7EA-C587-C4862525FF2E}"/>
              </a:ext>
            </a:extLst>
          </p:cNvPr>
          <p:cNvGrpSpPr/>
          <p:nvPr/>
        </p:nvGrpSpPr>
        <p:grpSpPr>
          <a:xfrm>
            <a:off x="2447328" y="437832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B5D42B4-C570-0CA5-0A4D-0536439C690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9D661985-B271-0628-0996-FE27B4517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7F2CCC55-0612-D6DA-25F9-5C41797BDCE5}"/>
              </a:ext>
            </a:extLst>
          </p:cNvPr>
          <p:cNvSpPr/>
          <p:nvPr/>
        </p:nvSpPr>
        <p:spPr>
          <a:xfrm>
            <a:off x="3017520" y="43783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D283A8A-F18E-E1AF-D717-5DB695ABDD62}"/>
              </a:ext>
            </a:extLst>
          </p:cNvPr>
          <p:cNvGrpSpPr/>
          <p:nvPr/>
        </p:nvGrpSpPr>
        <p:grpSpPr>
          <a:xfrm>
            <a:off x="4094383" y="435708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22CAD89-8E6B-D2FC-4E59-162A2DC92F5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8D5CEC15-C479-BD97-96DB-898624B1D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2C352C61-3614-C8FB-B85B-11130E61143C}"/>
              </a:ext>
            </a:extLst>
          </p:cNvPr>
          <p:cNvSpPr/>
          <p:nvPr/>
        </p:nvSpPr>
        <p:spPr>
          <a:xfrm>
            <a:off x="4633155" y="441478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AE69DBD6-4C8F-3750-B41B-6A4C3801EA21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434167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9164285B-C4C2-44F7-54D8-1F673A927A8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FE15238C-F638-0FE4-009B-A950AB7CF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68F9F1DB-6EEC-0D1F-AEC5-E23F44AD82C8}"/>
              </a:ext>
            </a:extLst>
          </p:cNvPr>
          <p:cNvSpPr/>
          <p:nvPr/>
        </p:nvSpPr>
        <p:spPr>
          <a:xfrm>
            <a:off x="6248790" y="444149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9E0FC02-DF41-E3E7-490A-4701396FFC16}"/>
              </a:ext>
            </a:extLst>
          </p:cNvPr>
          <p:cNvGrpSpPr/>
          <p:nvPr/>
        </p:nvGrpSpPr>
        <p:grpSpPr>
          <a:xfrm>
            <a:off x="7325653" y="441478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5C5E77C9-26D1-B261-9859-CA3E98B1A39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86A5F172-A16C-A70E-BFBD-30D63AD03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8512B55B-FD08-0C73-424A-6264688475F0}"/>
              </a:ext>
            </a:extLst>
          </p:cNvPr>
          <p:cNvSpPr/>
          <p:nvPr/>
        </p:nvSpPr>
        <p:spPr>
          <a:xfrm>
            <a:off x="7915690" y="445124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B55B2F7-F044-1957-E1DD-CBFA51DAA85B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438411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C69A40B2-5B62-3415-7509-8C592879006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FAE92FB1-E57D-6DC2-1B02-7A18967F4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1" name="!!Ellipse 9">
            <a:extLst>
              <a:ext uri="{FF2B5EF4-FFF2-40B4-BE49-F238E27FC236}">
                <a16:creationId xmlns:a16="http://schemas.microsoft.com/office/drawing/2014/main" id="{9FE3145C-6795-657D-A90E-CC8FA2FAA975}"/>
              </a:ext>
            </a:extLst>
          </p:cNvPr>
          <p:cNvSpPr/>
          <p:nvPr/>
        </p:nvSpPr>
        <p:spPr>
          <a:xfrm>
            <a:off x="1340460" y="518096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BFC55CE-5FC0-5312-A859-B8D11FE68C0C}"/>
              </a:ext>
            </a:extLst>
          </p:cNvPr>
          <p:cNvGrpSpPr/>
          <p:nvPr/>
        </p:nvGrpSpPr>
        <p:grpSpPr>
          <a:xfrm>
            <a:off x="2437168" y="5180963"/>
            <a:ext cx="452172" cy="345155"/>
            <a:chOff x="217350" y="639497"/>
            <a:chExt cx="6516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AB23C647-035D-A956-F4E0-7D80BDB2E2A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10D9C510-E350-462B-7A74-24F7C515C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58" name="!!Ellipse 9">
            <a:extLst>
              <a:ext uri="{FF2B5EF4-FFF2-40B4-BE49-F238E27FC236}">
                <a16:creationId xmlns:a16="http://schemas.microsoft.com/office/drawing/2014/main" id="{91FC5717-1AFB-E124-D0AE-C687E47434A3}"/>
              </a:ext>
            </a:extLst>
          </p:cNvPr>
          <p:cNvSpPr/>
          <p:nvPr/>
        </p:nvSpPr>
        <p:spPr>
          <a:xfrm>
            <a:off x="3007360" y="518096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E301ACBC-5947-9A2E-5137-91D8612285B3}"/>
              </a:ext>
            </a:extLst>
          </p:cNvPr>
          <p:cNvGrpSpPr/>
          <p:nvPr/>
        </p:nvGrpSpPr>
        <p:grpSpPr>
          <a:xfrm>
            <a:off x="4084223" y="5159722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5B2FB987-B77A-436D-1ECF-F0473FAB16B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AFDC6D41-78A4-E0E7-184E-BDD2341D2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8" name="!!Ellipse 9">
            <a:extLst>
              <a:ext uri="{FF2B5EF4-FFF2-40B4-BE49-F238E27FC236}">
                <a16:creationId xmlns:a16="http://schemas.microsoft.com/office/drawing/2014/main" id="{42A2B87F-0285-462F-40F8-1272684A6E14}"/>
              </a:ext>
            </a:extLst>
          </p:cNvPr>
          <p:cNvSpPr/>
          <p:nvPr/>
        </p:nvSpPr>
        <p:spPr>
          <a:xfrm>
            <a:off x="4622995" y="5217422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72" name="!!Ellipse 9">
            <a:extLst>
              <a:ext uri="{FF2B5EF4-FFF2-40B4-BE49-F238E27FC236}">
                <a16:creationId xmlns:a16="http://schemas.microsoft.com/office/drawing/2014/main" id="{A5F6B395-700D-1518-4C17-36EFA8176DDE}"/>
              </a:ext>
            </a:extLst>
          </p:cNvPr>
          <p:cNvSpPr/>
          <p:nvPr/>
        </p:nvSpPr>
        <p:spPr>
          <a:xfrm>
            <a:off x="6238630" y="524413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CD4CED8-AA29-2128-233D-285FD5ED418F}"/>
              </a:ext>
            </a:extLst>
          </p:cNvPr>
          <p:cNvGrpSpPr/>
          <p:nvPr/>
        </p:nvGrpSpPr>
        <p:grpSpPr>
          <a:xfrm>
            <a:off x="7315493" y="5217422"/>
            <a:ext cx="452172" cy="345155"/>
            <a:chOff x="217350" y="639497"/>
            <a:chExt cx="6516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50092BB8-38E9-69D4-DB61-C613BEBB3F4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4E8CE2B4-6AD1-111F-2662-F58AE363A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6" name="!!Ellipse 9">
            <a:extLst>
              <a:ext uri="{FF2B5EF4-FFF2-40B4-BE49-F238E27FC236}">
                <a16:creationId xmlns:a16="http://schemas.microsoft.com/office/drawing/2014/main" id="{75A803D6-C171-C53F-417C-957A0DA13E70}"/>
              </a:ext>
            </a:extLst>
          </p:cNvPr>
          <p:cNvSpPr/>
          <p:nvPr/>
        </p:nvSpPr>
        <p:spPr>
          <a:xfrm>
            <a:off x="7905530" y="525388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E89B5C82-4ADE-212F-FB7C-2262624721DC}"/>
              </a:ext>
            </a:extLst>
          </p:cNvPr>
          <p:cNvGrpSpPr/>
          <p:nvPr/>
        </p:nvGrpSpPr>
        <p:grpSpPr>
          <a:xfrm>
            <a:off x="5689773" y="5177807"/>
            <a:ext cx="452172" cy="345155"/>
            <a:chOff x="217350" y="639497"/>
            <a:chExt cx="651600" cy="540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29F91B88-EF5F-F4E5-260D-F2933637B4D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0EA26486-1C90-C7F5-4EE4-1F0B98E3C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69A56AB-FB33-7B46-9CCE-CEF2E291AFE2}"/>
              </a:ext>
            </a:extLst>
          </p:cNvPr>
          <p:cNvGrpSpPr/>
          <p:nvPr/>
        </p:nvGrpSpPr>
        <p:grpSpPr>
          <a:xfrm>
            <a:off x="8924872" y="5177806"/>
            <a:ext cx="452172" cy="345155"/>
            <a:chOff x="217350" y="639497"/>
            <a:chExt cx="651600" cy="54000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1A201419-00E0-F67C-D69F-7CCD1C6F6CE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9482CFBF-80A9-97CA-C1A2-0BE5EDC83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90" name="!!Ellipse 9">
            <a:extLst>
              <a:ext uri="{FF2B5EF4-FFF2-40B4-BE49-F238E27FC236}">
                <a16:creationId xmlns:a16="http://schemas.microsoft.com/office/drawing/2014/main" id="{5A3AE2EE-5265-9A79-C69A-E3E0FE8E45CA}"/>
              </a:ext>
            </a:extLst>
          </p:cNvPr>
          <p:cNvSpPr/>
          <p:nvPr/>
        </p:nvSpPr>
        <p:spPr>
          <a:xfrm>
            <a:off x="9493555" y="4424210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60378F1F-EE3C-03A4-9570-C47EB1FB98CD}"/>
              </a:ext>
            </a:extLst>
          </p:cNvPr>
          <p:cNvGrpSpPr>
            <a:grpSpLocks noChangeAspect="1"/>
          </p:cNvGrpSpPr>
          <p:nvPr/>
        </p:nvGrpSpPr>
        <p:grpSpPr>
          <a:xfrm>
            <a:off x="10548823" y="4357082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146983EC-A107-75F4-E128-11B42B3A1B9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320DD2C1-29A7-E25A-7676-B0678EB57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4" name="!!Ellipse 9">
            <a:extLst>
              <a:ext uri="{FF2B5EF4-FFF2-40B4-BE49-F238E27FC236}">
                <a16:creationId xmlns:a16="http://schemas.microsoft.com/office/drawing/2014/main" id="{6226DFEB-8972-30AB-F184-4A7150807860}"/>
              </a:ext>
            </a:extLst>
          </p:cNvPr>
          <p:cNvSpPr/>
          <p:nvPr/>
        </p:nvSpPr>
        <p:spPr>
          <a:xfrm>
            <a:off x="9539641" y="524282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C714982A-7571-AB6A-5AD6-0F94F2FFDB18}"/>
              </a:ext>
            </a:extLst>
          </p:cNvPr>
          <p:cNvGrpSpPr>
            <a:grpSpLocks noChangeAspect="1"/>
          </p:cNvGrpSpPr>
          <p:nvPr/>
        </p:nvGrpSpPr>
        <p:grpSpPr>
          <a:xfrm>
            <a:off x="10569307" y="5142893"/>
            <a:ext cx="360000" cy="360000"/>
            <a:chOff x="1048950" y="618723"/>
            <a:chExt cx="540000" cy="540000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615AA238-9CF7-E498-05F8-17950E7DAEA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4934D3C1-AC4F-A164-27F5-6E0D84FB1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032B4116-2D27-8291-42D8-EFC268AE5F75}"/>
              </a:ext>
            </a:extLst>
          </p:cNvPr>
          <p:cNvSpPr/>
          <p:nvPr/>
        </p:nvSpPr>
        <p:spPr>
          <a:xfrm>
            <a:off x="1340460" y="6051605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8A35FF27-F23E-3679-51AF-70F3986285B2}"/>
              </a:ext>
            </a:extLst>
          </p:cNvPr>
          <p:cNvGrpSpPr/>
          <p:nvPr/>
        </p:nvGrpSpPr>
        <p:grpSpPr>
          <a:xfrm>
            <a:off x="2437168" y="6051604"/>
            <a:ext cx="452172" cy="345155"/>
            <a:chOff x="217350" y="639497"/>
            <a:chExt cx="651600" cy="540000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20147DB8-9703-61AE-3363-5EE68C75D9B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DBE6D411-0C72-662A-8DAF-4A72B0503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5" name="!!Ellipse 9">
            <a:extLst>
              <a:ext uri="{FF2B5EF4-FFF2-40B4-BE49-F238E27FC236}">
                <a16:creationId xmlns:a16="http://schemas.microsoft.com/office/drawing/2014/main" id="{033F042D-2225-1D90-D16D-E0C1F9211458}"/>
              </a:ext>
            </a:extLst>
          </p:cNvPr>
          <p:cNvSpPr/>
          <p:nvPr/>
        </p:nvSpPr>
        <p:spPr>
          <a:xfrm>
            <a:off x="1891993" y="235669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8F1B26C6-CA3D-9B45-5185-95834ABD083A}"/>
              </a:ext>
            </a:extLst>
          </p:cNvPr>
          <p:cNvSpPr/>
          <p:nvPr/>
        </p:nvSpPr>
        <p:spPr>
          <a:xfrm>
            <a:off x="3558893" y="235669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54" name="!!Ellipse 9">
            <a:extLst>
              <a:ext uri="{FF2B5EF4-FFF2-40B4-BE49-F238E27FC236}">
                <a16:creationId xmlns:a16="http://schemas.microsoft.com/office/drawing/2014/main" id="{2D97B828-2276-25C7-963D-DA1E130CACDC}"/>
              </a:ext>
            </a:extLst>
          </p:cNvPr>
          <p:cNvSpPr/>
          <p:nvPr/>
        </p:nvSpPr>
        <p:spPr>
          <a:xfrm>
            <a:off x="5174528" y="239314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65" name="!!Ellipse 9">
            <a:extLst>
              <a:ext uri="{FF2B5EF4-FFF2-40B4-BE49-F238E27FC236}">
                <a16:creationId xmlns:a16="http://schemas.microsoft.com/office/drawing/2014/main" id="{E16847B3-7380-8A32-704A-828D3E398868}"/>
              </a:ext>
            </a:extLst>
          </p:cNvPr>
          <p:cNvSpPr/>
          <p:nvPr/>
        </p:nvSpPr>
        <p:spPr>
          <a:xfrm>
            <a:off x="6790163" y="2419866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70" name="!!Ellipse 9">
            <a:extLst>
              <a:ext uri="{FF2B5EF4-FFF2-40B4-BE49-F238E27FC236}">
                <a16:creationId xmlns:a16="http://schemas.microsoft.com/office/drawing/2014/main" id="{64C87C18-E370-A3E2-9DE4-FCE4E0327CE5}"/>
              </a:ext>
            </a:extLst>
          </p:cNvPr>
          <p:cNvSpPr/>
          <p:nvPr/>
        </p:nvSpPr>
        <p:spPr>
          <a:xfrm>
            <a:off x="1881833" y="315933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F6007F7C-3046-CA03-7708-2B1ABF7446DF}"/>
              </a:ext>
            </a:extLst>
          </p:cNvPr>
          <p:cNvSpPr/>
          <p:nvPr/>
        </p:nvSpPr>
        <p:spPr>
          <a:xfrm>
            <a:off x="3548733" y="315933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89" name="!!Ellipse 9">
            <a:extLst>
              <a:ext uri="{FF2B5EF4-FFF2-40B4-BE49-F238E27FC236}">
                <a16:creationId xmlns:a16="http://schemas.microsoft.com/office/drawing/2014/main" id="{7F833977-BCA9-4D41-7BA9-ACFAE50092ED}"/>
              </a:ext>
            </a:extLst>
          </p:cNvPr>
          <p:cNvSpPr/>
          <p:nvPr/>
        </p:nvSpPr>
        <p:spPr>
          <a:xfrm>
            <a:off x="5164368" y="319578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104" name="Titel 1">
            <a:extLst>
              <a:ext uri="{FF2B5EF4-FFF2-40B4-BE49-F238E27FC236}">
                <a16:creationId xmlns:a16="http://schemas.microsoft.com/office/drawing/2014/main" id="{3FD2BC17-EA52-304F-C9D2-B4836E0038FC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0D1C7CA6-2038-C5F7-750C-335381DFDCCE}"/>
              </a:ext>
            </a:extLst>
          </p:cNvPr>
          <p:cNvCxnSpPr>
            <a:cxnSpLocks/>
            <a:stCxn id="31" idx="0"/>
            <a:endCxn id="45" idx="5"/>
          </p:cNvCxnSpPr>
          <p:nvPr/>
        </p:nvCxnSpPr>
        <p:spPr>
          <a:xfrm flipH="1" flipV="1">
            <a:off x="3121110" y="2971249"/>
            <a:ext cx="616410" cy="14070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CEE141C7-7CD8-CCBF-7D84-F5C905BE179C}"/>
              </a:ext>
            </a:extLst>
          </p:cNvPr>
          <p:cNvCxnSpPr>
            <a:cxnSpLocks/>
            <a:stCxn id="3" idx="0"/>
            <a:endCxn id="70" idx="5"/>
          </p:cNvCxnSpPr>
          <p:nvPr/>
        </p:nvCxnSpPr>
        <p:spPr>
          <a:xfrm flipH="1" flipV="1">
            <a:off x="3110950" y="3773889"/>
            <a:ext cx="3857840" cy="66761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14E4A4B4-3D0E-197E-FB3C-6B263DF95CC6}"/>
              </a:ext>
            </a:extLst>
          </p:cNvPr>
          <p:cNvCxnSpPr>
            <a:cxnSpLocks/>
            <a:stCxn id="51" idx="0"/>
            <a:endCxn id="49" idx="4"/>
          </p:cNvCxnSpPr>
          <p:nvPr/>
        </p:nvCxnSpPr>
        <p:spPr>
          <a:xfrm flipV="1">
            <a:off x="2060460" y="3076691"/>
            <a:ext cx="2218433" cy="210427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3D9EFCAC-3486-97F0-F7A5-74D6AAE773AE}"/>
              </a:ext>
            </a:extLst>
          </p:cNvPr>
          <p:cNvCxnSpPr>
            <a:cxnSpLocks/>
            <a:stCxn id="58" idx="0"/>
            <a:endCxn id="79" idx="4"/>
          </p:cNvCxnSpPr>
          <p:nvPr/>
        </p:nvCxnSpPr>
        <p:spPr>
          <a:xfrm flipV="1">
            <a:off x="3727360" y="3879331"/>
            <a:ext cx="541373" cy="130163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C89F7080-699F-08DC-9C50-0008E09C46DE}"/>
              </a:ext>
            </a:extLst>
          </p:cNvPr>
          <p:cNvCxnSpPr>
            <a:cxnSpLocks/>
            <a:stCxn id="68" idx="0"/>
            <a:endCxn id="54" idx="3"/>
          </p:cNvCxnSpPr>
          <p:nvPr/>
        </p:nvCxnSpPr>
        <p:spPr>
          <a:xfrm flipV="1">
            <a:off x="5342995" y="3007707"/>
            <a:ext cx="42416" cy="220971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E0B5E72C-1CBC-AFC7-62CD-F0DD1D325F95}"/>
              </a:ext>
            </a:extLst>
          </p:cNvPr>
          <p:cNvCxnSpPr>
            <a:cxnSpLocks/>
            <a:stCxn id="72" idx="0"/>
            <a:endCxn id="89" idx="4"/>
          </p:cNvCxnSpPr>
          <p:nvPr/>
        </p:nvCxnSpPr>
        <p:spPr>
          <a:xfrm flipH="1" flipV="1">
            <a:off x="5884368" y="3915789"/>
            <a:ext cx="1074262" cy="132835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5C5E8FB0-DC46-9210-695E-4EC2DE78ACD0}"/>
              </a:ext>
            </a:extLst>
          </p:cNvPr>
          <p:cNvCxnSpPr>
            <a:cxnSpLocks/>
            <a:stCxn id="76" idx="0"/>
            <a:endCxn id="65" idx="4"/>
          </p:cNvCxnSpPr>
          <p:nvPr/>
        </p:nvCxnSpPr>
        <p:spPr>
          <a:xfrm flipH="1" flipV="1">
            <a:off x="7510163" y="3139866"/>
            <a:ext cx="1115367" cy="211401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C9B0405-A010-FFBA-C236-F31A6D74013A}"/>
              </a:ext>
            </a:extLst>
          </p:cNvPr>
          <p:cNvGrpSpPr/>
          <p:nvPr/>
        </p:nvGrpSpPr>
        <p:grpSpPr>
          <a:xfrm>
            <a:off x="2993271" y="2325567"/>
            <a:ext cx="452172" cy="345155"/>
            <a:chOff x="217350" y="639497"/>
            <a:chExt cx="651600" cy="540000"/>
          </a:xfrm>
        </p:grpSpPr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F9D50105-B9DF-406E-AD6E-BC37E4D19FD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6EFC75B9-D6AE-82EA-55EE-B1E270F67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9B8E759C-D107-F6AF-67AE-946640B2994A}"/>
              </a:ext>
            </a:extLst>
          </p:cNvPr>
          <p:cNvGrpSpPr/>
          <p:nvPr/>
        </p:nvGrpSpPr>
        <p:grpSpPr>
          <a:xfrm>
            <a:off x="7864735" y="2341197"/>
            <a:ext cx="452172" cy="345155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D5556265-42B8-AD8A-2466-81C7F9725D5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135241E8-06B3-994D-0D9D-69639081F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19A99528-B0FE-CDAA-EAB0-63FDAA6F0F10}"/>
              </a:ext>
            </a:extLst>
          </p:cNvPr>
          <p:cNvGrpSpPr/>
          <p:nvPr/>
        </p:nvGrpSpPr>
        <p:grpSpPr>
          <a:xfrm>
            <a:off x="6222886" y="2314734"/>
            <a:ext cx="452172" cy="345155"/>
            <a:chOff x="217350" y="639497"/>
            <a:chExt cx="651600" cy="540000"/>
          </a:xfrm>
        </p:grpSpPr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CAEA1901-26C6-D0EF-780E-7349EFAEBB4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E917B2A4-362F-5341-F221-530F39E7E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55C645A4-BCA7-C1E3-B93C-30D157286C7E}"/>
              </a:ext>
            </a:extLst>
          </p:cNvPr>
          <p:cNvGrpSpPr/>
          <p:nvPr/>
        </p:nvGrpSpPr>
        <p:grpSpPr>
          <a:xfrm>
            <a:off x="4641506" y="2286488"/>
            <a:ext cx="452172" cy="345155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93D6C0F5-46BC-C62E-5716-7A8838F0A94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674A7238-C151-C9B6-0C6B-5FBEAC8AF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CEFD4D08-944B-CFA3-E457-44B86B076857}"/>
              </a:ext>
            </a:extLst>
          </p:cNvPr>
          <p:cNvGrpSpPr/>
          <p:nvPr/>
        </p:nvGrpSpPr>
        <p:grpSpPr>
          <a:xfrm>
            <a:off x="2910758" y="3097120"/>
            <a:ext cx="452172" cy="345155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18809F12-2B21-B1EC-EEF4-AC2FE6CAFBB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041AF544-2460-3D82-7F05-FC6207036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E0F50C1E-DF76-D900-7831-7A60F7F86F02}"/>
              </a:ext>
            </a:extLst>
          </p:cNvPr>
          <p:cNvGrpSpPr/>
          <p:nvPr/>
        </p:nvGrpSpPr>
        <p:grpSpPr>
          <a:xfrm>
            <a:off x="4596563" y="3097120"/>
            <a:ext cx="452172" cy="345155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8F5C1F19-F67B-D3AB-AFAA-5ACF3F4E462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67808D2B-546F-C423-5506-B22A38A51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6A4B1E1F-9E0C-EBC4-3EE9-DFC1CAB2FA19}"/>
              </a:ext>
            </a:extLst>
          </p:cNvPr>
          <p:cNvGrpSpPr/>
          <p:nvPr/>
        </p:nvGrpSpPr>
        <p:grpSpPr>
          <a:xfrm>
            <a:off x="6141945" y="3127680"/>
            <a:ext cx="452172" cy="345155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1B75A1A3-B578-5DED-483E-C24758F6B7B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F59DD668-30FB-6AB7-DEE9-693C4DE8D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11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DB69-3D4D-84B0-4220-DD660E34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A3E9D70F-44FA-FE34-BC8D-4EE4033B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4: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81A4AE06-C570-D63B-AA08-67B53F970B3F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9CB1816-101C-154F-A812-E72EDA699C11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5EB7BC1-A3AB-5BED-9630-994B338AF11C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7068624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Bottom Up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4914407-D757-8789-8080-7C28C94933C5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B05F0F9F-AFB8-7917-0AE2-4E4D0ABEE233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1AA7A329-0648-A3B7-DB08-05B8F4CB0F96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B648EE0C-82E9-41FE-926B-2AA1DD042F62}"/>
              </a:ext>
            </a:extLst>
          </p:cNvPr>
          <p:cNvCxnSpPr>
            <a:cxnSpLocks/>
          </p:cNvCxnSpPr>
          <p:nvPr/>
        </p:nvCxnSpPr>
        <p:spPr>
          <a:xfrm>
            <a:off x="91440" y="762000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E76FFA3-C08C-DCC4-6ECC-4D80E2BA568E}"/>
              </a:ext>
            </a:extLst>
          </p:cNvPr>
          <p:cNvSpPr txBox="1"/>
          <p:nvPr/>
        </p:nvSpPr>
        <p:spPr>
          <a:xfrm>
            <a:off x="138429" y="762000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94206FBE-9AB8-2E3B-2FA2-CFB756A50383}"/>
              </a:ext>
            </a:extLst>
          </p:cNvPr>
          <p:cNvSpPr/>
          <p:nvPr/>
        </p:nvSpPr>
        <p:spPr>
          <a:xfrm>
            <a:off x="1350620" y="78936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459E147-D69D-D2EA-7B70-10F60F551A84}"/>
              </a:ext>
            </a:extLst>
          </p:cNvPr>
          <p:cNvGrpSpPr/>
          <p:nvPr/>
        </p:nvGrpSpPr>
        <p:grpSpPr>
          <a:xfrm>
            <a:off x="2447328" y="789368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F9F0304-5A9F-06A3-C60D-8D33E9D2B4C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BE0620B6-0E6E-4443-FA13-F6F6913D0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E2459FEA-2FF8-DA17-6144-8432F3FEB477}"/>
              </a:ext>
            </a:extLst>
          </p:cNvPr>
          <p:cNvSpPr/>
          <p:nvPr/>
        </p:nvSpPr>
        <p:spPr>
          <a:xfrm>
            <a:off x="3017520" y="78936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63CD399-4482-BA95-81BE-E4C2BD354A38}"/>
              </a:ext>
            </a:extLst>
          </p:cNvPr>
          <p:cNvGrpSpPr/>
          <p:nvPr/>
        </p:nvGrpSpPr>
        <p:grpSpPr>
          <a:xfrm>
            <a:off x="4094383" y="787244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F08AAC22-0BEC-E0FF-54B8-055B539743B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2DB6F25B-261C-615B-F999-C5B62EF6C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D6FF9CAB-7FA0-6C64-6D7F-7316DDCFDDBC}"/>
              </a:ext>
            </a:extLst>
          </p:cNvPr>
          <p:cNvSpPr/>
          <p:nvPr/>
        </p:nvSpPr>
        <p:spPr>
          <a:xfrm>
            <a:off x="4633155" y="793014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1B41A888-340D-ABF8-5C8A-01FB8908AE2F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785703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9AE9BE02-34DE-0398-65B3-604551FFF21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834C1ED1-4383-6A7D-43E9-78C89E1A4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E15F89C7-3FCA-0C71-7DA7-3D2968864D74}"/>
              </a:ext>
            </a:extLst>
          </p:cNvPr>
          <p:cNvSpPr/>
          <p:nvPr/>
        </p:nvSpPr>
        <p:spPr>
          <a:xfrm>
            <a:off x="6248790" y="795685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BD21823-D0F7-8370-42E1-54697DD9D76E}"/>
              </a:ext>
            </a:extLst>
          </p:cNvPr>
          <p:cNvGrpSpPr/>
          <p:nvPr/>
        </p:nvGrpSpPr>
        <p:grpSpPr>
          <a:xfrm>
            <a:off x="7325653" y="793014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A70DA0E9-23E3-13BE-9602-A656AFCDDDA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CA21139-AF07-64BA-AD30-49E9116C3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7499D2F3-96FE-6F51-3210-A05481F42786}"/>
              </a:ext>
            </a:extLst>
          </p:cNvPr>
          <p:cNvSpPr/>
          <p:nvPr/>
        </p:nvSpPr>
        <p:spPr>
          <a:xfrm>
            <a:off x="7915690" y="796660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D01F281A-3FEB-5F16-DFD6-BC421CB43A14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789947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C7447E8B-3E47-EDE1-A410-1600E273B5D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B2AF34C5-43A4-A615-A9BA-835E2763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1" name="!!Ellipse 9">
            <a:extLst>
              <a:ext uri="{FF2B5EF4-FFF2-40B4-BE49-F238E27FC236}">
                <a16:creationId xmlns:a16="http://schemas.microsoft.com/office/drawing/2014/main" id="{4CF4EDFB-C22C-46C0-1E3A-028D0E9F7C44}"/>
              </a:ext>
            </a:extLst>
          </p:cNvPr>
          <p:cNvSpPr/>
          <p:nvPr/>
        </p:nvSpPr>
        <p:spPr>
          <a:xfrm>
            <a:off x="1340460" y="86963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5752327-A91B-99AE-8F3C-B2FDE8139F99}"/>
              </a:ext>
            </a:extLst>
          </p:cNvPr>
          <p:cNvGrpSpPr/>
          <p:nvPr/>
        </p:nvGrpSpPr>
        <p:grpSpPr>
          <a:xfrm>
            <a:off x="2437168" y="8696323"/>
            <a:ext cx="452172" cy="345155"/>
            <a:chOff x="217350" y="639497"/>
            <a:chExt cx="6516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3D305B2F-BB2C-FD6E-13D7-011A807A758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26374B90-77A5-4137-0B59-D45968CD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58" name="!!Ellipse 9">
            <a:extLst>
              <a:ext uri="{FF2B5EF4-FFF2-40B4-BE49-F238E27FC236}">
                <a16:creationId xmlns:a16="http://schemas.microsoft.com/office/drawing/2014/main" id="{B8B36A4D-5A24-2F38-259A-588631A8A987}"/>
              </a:ext>
            </a:extLst>
          </p:cNvPr>
          <p:cNvSpPr/>
          <p:nvPr/>
        </p:nvSpPr>
        <p:spPr>
          <a:xfrm>
            <a:off x="3007360" y="86963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FF2E19B4-1543-A4EB-CAF8-DF6AD76DEC1B}"/>
              </a:ext>
            </a:extLst>
          </p:cNvPr>
          <p:cNvGrpSpPr/>
          <p:nvPr/>
        </p:nvGrpSpPr>
        <p:grpSpPr>
          <a:xfrm>
            <a:off x="4084223" y="8675082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089E6D69-1271-DC4B-D5B8-2EF4121DAE6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12EA15C0-7527-0A48-FA43-27B3D0A09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8" name="!!Ellipse 9">
            <a:extLst>
              <a:ext uri="{FF2B5EF4-FFF2-40B4-BE49-F238E27FC236}">
                <a16:creationId xmlns:a16="http://schemas.microsoft.com/office/drawing/2014/main" id="{8A464D3F-E386-0CCB-F3A4-F425061CAA64}"/>
              </a:ext>
            </a:extLst>
          </p:cNvPr>
          <p:cNvSpPr/>
          <p:nvPr/>
        </p:nvSpPr>
        <p:spPr>
          <a:xfrm>
            <a:off x="4622995" y="8732782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72" name="!!Ellipse 9">
            <a:extLst>
              <a:ext uri="{FF2B5EF4-FFF2-40B4-BE49-F238E27FC236}">
                <a16:creationId xmlns:a16="http://schemas.microsoft.com/office/drawing/2014/main" id="{AFDC7BFD-B4F5-4EE4-AB9E-4E039AB5CEDF}"/>
              </a:ext>
            </a:extLst>
          </p:cNvPr>
          <p:cNvSpPr/>
          <p:nvPr/>
        </p:nvSpPr>
        <p:spPr>
          <a:xfrm>
            <a:off x="6238630" y="875949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8D53EAF0-B506-8FC4-2259-B9B5C1BDFCDC}"/>
              </a:ext>
            </a:extLst>
          </p:cNvPr>
          <p:cNvGrpSpPr/>
          <p:nvPr/>
        </p:nvGrpSpPr>
        <p:grpSpPr>
          <a:xfrm>
            <a:off x="7315493" y="8732782"/>
            <a:ext cx="452172" cy="345155"/>
            <a:chOff x="217350" y="639497"/>
            <a:chExt cx="6516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4D2A5143-1502-2EC1-40EC-0842C7C4437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B84804F1-1AD3-54C6-285C-534D9AC99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6" name="!!Ellipse 9">
            <a:extLst>
              <a:ext uri="{FF2B5EF4-FFF2-40B4-BE49-F238E27FC236}">
                <a16:creationId xmlns:a16="http://schemas.microsoft.com/office/drawing/2014/main" id="{8E43272C-53C2-5EF4-A0A7-72B76A149AFB}"/>
              </a:ext>
            </a:extLst>
          </p:cNvPr>
          <p:cNvSpPr/>
          <p:nvPr/>
        </p:nvSpPr>
        <p:spPr>
          <a:xfrm>
            <a:off x="7905530" y="876924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0B63ED62-A816-F87C-95F5-820F4187873F}"/>
              </a:ext>
            </a:extLst>
          </p:cNvPr>
          <p:cNvGrpSpPr/>
          <p:nvPr/>
        </p:nvGrpSpPr>
        <p:grpSpPr>
          <a:xfrm>
            <a:off x="5689773" y="8693167"/>
            <a:ext cx="452172" cy="345155"/>
            <a:chOff x="217350" y="639497"/>
            <a:chExt cx="651600" cy="540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A2FEDE7F-8141-984D-B526-B4B6F3CB294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A8A628A8-A80D-9574-1C48-C85112545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C2A843E4-EF53-25A8-F737-CB542B43C122}"/>
              </a:ext>
            </a:extLst>
          </p:cNvPr>
          <p:cNvGrpSpPr/>
          <p:nvPr/>
        </p:nvGrpSpPr>
        <p:grpSpPr>
          <a:xfrm>
            <a:off x="8924872" y="8693166"/>
            <a:ext cx="452172" cy="345155"/>
            <a:chOff x="217350" y="639497"/>
            <a:chExt cx="651600" cy="54000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03DAD4A4-20D7-B0B7-60E1-1BAD68F4299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EAE558A9-5F42-990C-30A1-2B1323030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90" name="!!Ellipse 9">
            <a:extLst>
              <a:ext uri="{FF2B5EF4-FFF2-40B4-BE49-F238E27FC236}">
                <a16:creationId xmlns:a16="http://schemas.microsoft.com/office/drawing/2014/main" id="{5A717228-AB66-99C4-993C-AA97217A796C}"/>
              </a:ext>
            </a:extLst>
          </p:cNvPr>
          <p:cNvSpPr/>
          <p:nvPr/>
        </p:nvSpPr>
        <p:spPr>
          <a:xfrm>
            <a:off x="9493555" y="7939570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00ECD5A9-0BE4-B0E3-FE96-93FC15E99D70}"/>
              </a:ext>
            </a:extLst>
          </p:cNvPr>
          <p:cNvGrpSpPr>
            <a:grpSpLocks noChangeAspect="1"/>
          </p:cNvGrpSpPr>
          <p:nvPr/>
        </p:nvGrpSpPr>
        <p:grpSpPr>
          <a:xfrm>
            <a:off x="10548823" y="7872442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DFCCF4D7-3727-EDAE-F9EE-768DB3E6696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836D7D26-551D-5FD1-EE0A-39B45AB37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4" name="!!Ellipse 9">
            <a:extLst>
              <a:ext uri="{FF2B5EF4-FFF2-40B4-BE49-F238E27FC236}">
                <a16:creationId xmlns:a16="http://schemas.microsoft.com/office/drawing/2014/main" id="{081300F7-25B6-C847-0E54-248C36FF4CA2}"/>
              </a:ext>
            </a:extLst>
          </p:cNvPr>
          <p:cNvSpPr/>
          <p:nvPr/>
        </p:nvSpPr>
        <p:spPr>
          <a:xfrm>
            <a:off x="9539641" y="875818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BD4E2A8A-681B-5852-E5A3-991F254B9E90}"/>
              </a:ext>
            </a:extLst>
          </p:cNvPr>
          <p:cNvGrpSpPr>
            <a:grpSpLocks noChangeAspect="1"/>
          </p:cNvGrpSpPr>
          <p:nvPr/>
        </p:nvGrpSpPr>
        <p:grpSpPr>
          <a:xfrm>
            <a:off x="10569307" y="8658253"/>
            <a:ext cx="360000" cy="360000"/>
            <a:chOff x="1048950" y="618723"/>
            <a:chExt cx="540000" cy="540000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4661DCA7-EE79-D54A-BF3E-B09E257E758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312FA627-1A36-6B55-94B5-C0B127DE3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93F285D2-22E8-3D4A-E9B1-C57DCA06F615}"/>
              </a:ext>
            </a:extLst>
          </p:cNvPr>
          <p:cNvSpPr/>
          <p:nvPr/>
        </p:nvSpPr>
        <p:spPr>
          <a:xfrm>
            <a:off x="1340460" y="9566965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239EF7C6-4DCD-6165-E3CD-3A99497F21C2}"/>
              </a:ext>
            </a:extLst>
          </p:cNvPr>
          <p:cNvGrpSpPr/>
          <p:nvPr/>
        </p:nvGrpSpPr>
        <p:grpSpPr>
          <a:xfrm>
            <a:off x="2437168" y="9566964"/>
            <a:ext cx="452172" cy="345155"/>
            <a:chOff x="217350" y="639497"/>
            <a:chExt cx="651600" cy="540000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3C80598E-682E-C21D-E2F3-0A62D4C417C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8805DE7A-C816-847D-79B8-C2CD9BEC1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5" name="!!Ellipse 9">
            <a:extLst>
              <a:ext uri="{FF2B5EF4-FFF2-40B4-BE49-F238E27FC236}">
                <a16:creationId xmlns:a16="http://schemas.microsoft.com/office/drawing/2014/main" id="{18D565DC-FFA3-7042-5CD1-BA2EB6F0C2A0}"/>
              </a:ext>
            </a:extLst>
          </p:cNvPr>
          <p:cNvSpPr/>
          <p:nvPr/>
        </p:nvSpPr>
        <p:spPr>
          <a:xfrm>
            <a:off x="1891993" y="235669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30827D9F-9B51-F294-70AE-B9D1C54D98E7}"/>
              </a:ext>
            </a:extLst>
          </p:cNvPr>
          <p:cNvSpPr/>
          <p:nvPr/>
        </p:nvSpPr>
        <p:spPr>
          <a:xfrm>
            <a:off x="3558893" y="235669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54" name="!!Ellipse 9">
            <a:extLst>
              <a:ext uri="{FF2B5EF4-FFF2-40B4-BE49-F238E27FC236}">
                <a16:creationId xmlns:a16="http://schemas.microsoft.com/office/drawing/2014/main" id="{F32FF90E-5E09-1489-5E60-014D8A9E9C21}"/>
              </a:ext>
            </a:extLst>
          </p:cNvPr>
          <p:cNvSpPr/>
          <p:nvPr/>
        </p:nvSpPr>
        <p:spPr>
          <a:xfrm>
            <a:off x="5174528" y="239314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65" name="!!Ellipse 9">
            <a:extLst>
              <a:ext uri="{FF2B5EF4-FFF2-40B4-BE49-F238E27FC236}">
                <a16:creationId xmlns:a16="http://schemas.microsoft.com/office/drawing/2014/main" id="{A9F6F896-AA15-6BA1-BC92-46EA0BE551D5}"/>
              </a:ext>
            </a:extLst>
          </p:cNvPr>
          <p:cNvSpPr/>
          <p:nvPr/>
        </p:nvSpPr>
        <p:spPr>
          <a:xfrm>
            <a:off x="6790163" y="2419866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70" name="!!Ellipse 9">
            <a:extLst>
              <a:ext uri="{FF2B5EF4-FFF2-40B4-BE49-F238E27FC236}">
                <a16:creationId xmlns:a16="http://schemas.microsoft.com/office/drawing/2014/main" id="{A3B5FC46-2829-41A7-4DAF-FEE3F5B2CE03}"/>
              </a:ext>
            </a:extLst>
          </p:cNvPr>
          <p:cNvSpPr/>
          <p:nvPr/>
        </p:nvSpPr>
        <p:spPr>
          <a:xfrm>
            <a:off x="1881833" y="315933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1A991AE0-5217-7A8B-4E17-4A602713FA8C}"/>
              </a:ext>
            </a:extLst>
          </p:cNvPr>
          <p:cNvSpPr/>
          <p:nvPr/>
        </p:nvSpPr>
        <p:spPr>
          <a:xfrm>
            <a:off x="3548733" y="315933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89" name="!!Ellipse 9">
            <a:extLst>
              <a:ext uri="{FF2B5EF4-FFF2-40B4-BE49-F238E27FC236}">
                <a16:creationId xmlns:a16="http://schemas.microsoft.com/office/drawing/2014/main" id="{4939C5A2-C24F-A54C-8F4B-DC20074D2457}"/>
              </a:ext>
            </a:extLst>
          </p:cNvPr>
          <p:cNvSpPr/>
          <p:nvPr/>
        </p:nvSpPr>
        <p:spPr>
          <a:xfrm>
            <a:off x="5164368" y="319578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104" name="Titel 1">
            <a:extLst>
              <a:ext uri="{FF2B5EF4-FFF2-40B4-BE49-F238E27FC236}">
                <a16:creationId xmlns:a16="http://schemas.microsoft.com/office/drawing/2014/main" id="{429C68FB-D937-FFFB-5A95-9189F2BCE7E8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BB677CEF-4474-C975-6354-F95A565EFBE6}"/>
              </a:ext>
            </a:extLst>
          </p:cNvPr>
          <p:cNvGrpSpPr/>
          <p:nvPr/>
        </p:nvGrpSpPr>
        <p:grpSpPr>
          <a:xfrm>
            <a:off x="2993271" y="2325567"/>
            <a:ext cx="452172" cy="345155"/>
            <a:chOff x="217350" y="639497"/>
            <a:chExt cx="651600" cy="540000"/>
          </a:xfrm>
        </p:grpSpPr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67D7D987-4029-F4D9-6CFF-771AEF6BE93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6AA58E8C-30A4-776C-31AB-E492E9D9F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2437E0D8-9045-EEB8-8D03-A563F6819195}"/>
              </a:ext>
            </a:extLst>
          </p:cNvPr>
          <p:cNvGrpSpPr/>
          <p:nvPr/>
        </p:nvGrpSpPr>
        <p:grpSpPr>
          <a:xfrm>
            <a:off x="7864735" y="2341197"/>
            <a:ext cx="452172" cy="345155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832289E4-E638-29D9-E059-D1480CE9427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75175C65-41CC-785E-F672-754A20D20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E5F6B868-15DA-BC86-6652-4230492020E2}"/>
              </a:ext>
            </a:extLst>
          </p:cNvPr>
          <p:cNvGrpSpPr/>
          <p:nvPr/>
        </p:nvGrpSpPr>
        <p:grpSpPr>
          <a:xfrm>
            <a:off x="6222886" y="2314734"/>
            <a:ext cx="452172" cy="345155"/>
            <a:chOff x="217350" y="639497"/>
            <a:chExt cx="651600" cy="540000"/>
          </a:xfrm>
        </p:grpSpPr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CFB7E9BB-196F-FDC1-4A78-F1DC01C36B0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E07E468D-3074-3218-6452-B089AAB65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2BA8CD37-3EF0-65AB-E537-A2928301A2DF}"/>
              </a:ext>
            </a:extLst>
          </p:cNvPr>
          <p:cNvGrpSpPr/>
          <p:nvPr/>
        </p:nvGrpSpPr>
        <p:grpSpPr>
          <a:xfrm>
            <a:off x="4641506" y="2286488"/>
            <a:ext cx="452172" cy="345155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BE107C26-FDE0-DD37-0D92-1639679F030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92567A16-B472-6745-475A-0DAFD3C72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E420995A-67EA-5A7F-EFB3-380FA4EBF185}"/>
              </a:ext>
            </a:extLst>
          </p:cNvPr>
          <p:cNvGrpSpPr/>
          <p:nvPr/>
        </p:nvGrpSpPr>
        <p:grpSpPr>
          <a:xfrm>
            <a:off x="2910758" y="3097120"/>
            <a:ext cx="452172" cy="345155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61B56E8D-650F-ADD5-30D4-EE6BF6E8346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38B9A799-D493-E75B-BD2C-3696A90FB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4CED4B1-35BB-8530-34E6-DA6DC0E02894}"/>
              </a:ext>
            </a:extLst>
          </p:cNvPr>
          <p:cNvGrpSpPr/>
          <p:nvPr/>
        </p:nvGrpSpPr>
        <p:grpSpPr>
          <a:xfrm>
            <a:off x="4596563" y="3097120"/>
            <a:ext cx="452172" cy="345155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FD134B4F-F8F6-AC46-7029-8E80199BBC0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793A2F04-B9CE-A924-8383-47F0D86A5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0F0ECFD4-F4EF-4F10-5A9A-4C6A6CFB7D8D}"/>
              </a:ext>
            </a:extLst>
          </p:cNvPr>
          <p:cNvGrpSpPr/>
          <p:nvPr/>
        </p:nvGrpSpPr>
        <p:grpSpPr>
          <a:xfrm>
            <a:off x="6141945" y="3127680"/>
            <a:ext cx="452172" cy="345155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678953FB-13E3-DF6A-3E43-34D7ABC6AE3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166969CA-CAE4-06AE-2894-1846D95DD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1" name="Titel 1">
            <a:extLst>
              <a:ext uri="{FF2B5EF4-FFF2-40B4-BE49-F238E27FC236}">
                <a16:creationId xmlns:a16="http://schemas.microsoft.com/office/drawing/2014/main" id="{5171F25D-47DE-C635-23D5-E6B33DFD168A}"/>
              </a:ext>
            </a:extLst>
          </p:cNvPr>
          <p:cNvSpPr txBox="1">
            <a:spLocks/>
          </p:cNvSpPr>
          <p:nvPr/>
        </p:nvSpPr>
        <p:spPr>
          <a:xfrm>
            <a:off x="2910758" y="4377097"/>
            <a:ext cx="6541482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Alle Kandidaten wurden </a:t>
            </a:r>
            <a:r>
              <a:rPr lang="de-D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Geprunt</a:t>
            </a:r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, folglich terminiert der Algorithmus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EE55B0-FAF1-485A-CA05-64FCD475515A}"/>
              </a:ext>
            </a:extLst>
          </p:cNvPr>
          <p:cNvSpPr/>
          <p:nvPr/>
        </p:nvSpPr>
        <p:spPr>
          <a:xfrm>
            <a:off x="2607308" y="7092316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38F38F0-905F-3781-8684-C5CB6A842321}"/>
              </a:ext>
            </a:extLst>
          </p:cNvPr>
          <p:cNvSpPr txBox="1">
            <a:spLocks/>
          </p:cNvSpPr>
          <p:nvPr/>
        </p:nvSpPr>
        <p:spPr>
          <a:xfrm>
            <a:off x="2271006" y="71756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26BA937E-2FED-DF22-E1AB-965933B1EEC4}"/>
              </a:ext>
            </a:extLst>
          </p:cNvPr>
          <p:cNvSpPr/>
          <p:nvPr/>
        </p:nvSpPr>
        <p:spPr>
          <a:xfrm>
            <a:off x="5864270" y="7451526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5256005-BAEF-4F51-ABE8-ED7246776016}"/>
              </a:ext>
            </a:extLst>
          </p:cNvPr>
          <p:cNvSpPr/>
          <p:nvPr/>
        </p:nvSpPr>
        <p:spPr>
          <a:xfrm>
            <a:off x="6960962" y="7424809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5125B59-376B-7DE1-2BBF-32B889AC9D3E}"/>
              </a:ext>
            </a:extLst>
          </p:cNvPr>
          <p:cNvSpPr txBox="1"/>
          <p:nvPr/>
        </p:nvSpPr>
        <p:spPr>
          <a:xfrm>
            <a:off x="7013453" y="741263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89049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AB151-BB83-E21A-8CB1-67040475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A5D8DBC-4EB3-CC1B-7EF8-35920ECE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466724"/>
            <a:ext cx="3746501" cy="7200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Instanz 4: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FB0FA6E6-158D-30D4-1706-D928C356C6CA}"/>
              </a:ext>
            </a:extLst>
          </p:cNvPr>
          <p:cNvSpPr/>
          <p:nvPr/>
        </p:nvSpPr>
        <p:spPr>
          <a:xfrm>
            <a:off x="4013200" y="466724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5DABA7-9F04-C5BF-51AE-BE65DD526CD4}"/>
              </a:ext>
            </a:extLst>
          </p:cNvPr>
          <p:cNvSpPr txBox="1">
            <a:spLocks/>
          </p:cNvSpPr>
          <p:nvPr/>
        </p:nvSpPr>
        <p:spPr>
          <a:xfrm>
            <a:off x="5670960" y="235856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Kandidaten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08CE3703-DCF4-1E75-4638-DD0381477799}"/>
              </a:ext>
            </a:extLst>
          </p:cNvPr>
          <p:cNvSpPr txBox="1">
            <a:spLocks/>
          </p:cNvSpPr>
          <p:nvPr/>
        </p:nvSpPr>
        <p:spPr>
          <a:xfrm>
            <a:off x="266698" y="1584324"/>
            <a:ext cx="7068624" cy="720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Kandidaten-Generierung: Bottom Up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3773990-4B25-59A0-6BA8-795242649CD0}"/>
              </a:ext>
            </a:extLst>
          </p:cNvPr>
          <p:cNvGrpSpPr/>
          <p:nvPr/>
        </p:nvGrpSpPr>
        <p:grpSpPr>
          <a:xfrm>
            <a:off x="5129737" y="462692"/>
            <a:ext cx="374728" cy="369332"/>
            <a:chOff x="5129737" y="462692"/>
            <a:chExt cx="374728" cy="36933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8DF5DE3-D087-E3F9-40FD-A65603058DB3}"/>
                </a:ext>
              </a:extLst>
            </p:cNvPr>
            <p:cNvSpPr/>
            <p:nvPr/>
          </p:nvSpPr>
          <p:spPr>
            <a:xfrm>
              <a:off x="5129737" y="466723"/>
              <a:ext cx="374728" cy="34515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064C6CDF-219E-3B01-E0F6-B3EC5E759CF4}"/>
                </a:ext>
              </a:extLst>
            </p:cNvPr>
            <p:cNvSpPr txBox="1"/>
            <p:nvPr/>
          </p:nvSpPr>
          <p:spPr>
            <a:xfrm>
              <a:off x="5193192" y="462692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D3648C9-8CA0-6D4C-3466-46CC047E87E9}"/>
              </a:ext>
            </a:extLst>
          </p:cNvPr>
          <p:cNvCxnSpPr>
            <a:cxnSpLocks/>
          </p:cNvCxnSpPr>
          <p:nvPr/>
        </p:nvCxnSpPr>
        <p:spPr>
          <a:xfrm>
            <a:off x="91440" y="7620000"/>
            <a:ext cx="11775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C8E9E6D3-CF5E-BA4D-59BB-4EECB71F44F8}"/>
              </a:ext>
            </a:extLst>
          </p:cNvPr>
          <p:cNvSpPr txBox="1"/>
          <p:nvPr/>
        </p:nvSpPr>
        <p:spPr>
          <a:xfrm>
            <a:off x="138429" y="762000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Cache:</a:t>
            </a:r>
          </a:p>
        </p:txBody>
      </p:sp>
      <p:sp>
        <p:nvSpPr>
          <p:cNvPr id="27" name="!!Ellipse 9">
            <a:extLst>
              <a:ext uri="{FF2B5EF4-FFF2-40B4-BE49-F238E27FC236}">
                <a16:creationId xmlns:a16="http://schemas.microsoft.com/office/drawing/2014/main" id="{B01C4EE2-FA78-29A3-A5D8-89D572BD57C9}"/>
              </a:ext>
            </a:extLst>
          </p:cNvPr>
          <p:cNvSpPr/>
          <p:nvPr/>
        </p:nvSpPr>
        <p:spPr>
          <a:xfrm>
            <a:off x="1350620" y="78936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822F2C0-7954-4E1A-7EF1-A46C3CCAA213}"/>
              </a:ext>
            </a:extLst>
          </p:cNvPr>
          <p:cNvGrpSpPr/>
          <p:nvPr/>
        </p:nvGrpSpPr>
        <p:grpSpPr>
          <a:xfrm>
            <a:off x="2447328" y="7893683"/>
            <a:ext cx="452172" cy="345155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2131A07C-D145-4F2F-EB50-379E969BCBA8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BE94C4CE-016A-BB9E-5FB0-05E709EE9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1" name="!!Ellipse 9">
            <a:extLst>
              <a:ext uri="{FF2B5EF4-FFF2-40B4-BE49-F238E27FC236}">
                <a16:creationId xmlns:a16="http://schemas.microsoft.com/office/drawing/2014/main" id="{BF708C6A-3787-B42A-0473-5A053DEF028C}"/>
              </a:ext>
            </a:extLst>
          </p:cNvPr>
          <p:cNvSpPr/>
          <p:nvPr/>
        </p:nvSpPr>
        <p:spPr>
          <a:xfrm>
            <a:off x="3017520" y="789368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1127F48B-0C32-5BDA-8014-CD490070941C}"/>
              </a:ext>
            </a:extLst>
          </p:cNvPr>
          <p:cNvGrpSpPr/>
          <p:nvPr/>
        </p:nvGrpSpPr>
        <p:grpSpPr>
          <a:xfrm>
            <a:off x="4094383" y="7872442"/>
            <a:ext cx="452172" cy="345155"/>
            <a:chOff x="217350" y="639497"/>
            <a:chExt cx="651600" cy="54000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6BC6A870-1191-3185-2228-046013BB3C0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C385CB39-5985-275D-132C-860E233F6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35" name="!!Ellipse 9">
            <a:extLst>
              <a:ext uri="{FF2B5EF4-FFF2-40B4-BE49-F238E27FC236}">
                <a16:creationId xmlns:a16="http://schemas.microsoft.com/office/drawing/2014/main" id="{F4FF15AE-9C9B-5333-5A79-548F55622845}"/>
              </a:ext>
            </a:extLst>
          </p:cNvPr>
          <p:cNvSpPr/>
          <p:nvPr/>
        </p:nvSpPr>
        <p:spPr>
          <a:xfrm>
            <a:off x="4633155" y="793014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B,C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71A3E7C0-7D26-D427-5805-D158743ADF35}"/>
              </a:ext>
            </a:extLst>
          </p:cNvPr>
          <p:cNvGrpSpPr>
            <a:grpSpLocks noChangeAspect="1"/>
          </p:cNvGrpSpPr>
          <p:nvPr/>
        </p:nvGrpSpPr>
        <p:grpSpPr>
          <a:xfrm>
            <a:off x="5787462" y="7857037"/>
            <a:ext cx="360000" cy="360000"/>
            <a:chOff x="1048950" y="618723"/>
            <a:chExt cx="540000" cy="54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0CFDE180-05BA-F7E0-24D6-9E5CBAE53029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756B4E3C-F5BB-918B-7DD1-474E7ABA8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3" name="!!Ellipse 9">
            <a:extLst>
              <a:ext uri="{FF2B5EF4-FFF2-40B4-BE49-F238E27FC236}">
                <a16:creationId xmlns:a16="http://schemas.microsoft.com/office/drawing/2014/main" id="{22E66E4F-8567-A6B0-F568-07B5BF8E609F}"/>
              </a:ext>
            </a:extLst>
          </p:cNvPr>
          <p:cNvSpPr/>
          <p:nvPr/>
        </p:nvSpPr>
        <p:spPr>
          <a:xfrm>
            <a:off x="6248790" y="795685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605D3D4-6AE2-3CC1-C0BB-9EB82A6AAD69}"/>
              </a:ext>
            </a:extLst>
          </p:cNvPr>
          <p:cNvGrpSpPr/>
          <p:nvPr/>
        </p:nvGrpSpPr>
        <p:grpSpPr>
          <a:xfrm>
            <a:off x="7325653" y="7930142"/>
            <a:ext cx="452172" cy="345155"/>
            <a:chOff x="217350" y="639497"/>
            <a:chExt cx="651600" cy="540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AC414BEF-2158-115E-614F-A46439006B5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EA8230B9-4BBC-EDB3-0807-D35E153C6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9" name="!!Ellipse 9">
            <a:extLst>
              <a:ext uri="{FF2B5EF4-FFF2-40B4-BE49-F238E27FC236}">
                <a16:creationId xmlns:a16="http://schemas.microsoft.com/office/drawing/2014/main" id="{5F85F3EA-DF56-611E-E53B-68D3DB614083}"/>
              </a:ext>
            </a:extLst>
          </p:cNvPr>
          <p:cNvSpPr/>
          <p:nvPr/>
        </p:nvSpPr>
        <p:spPr>
          <a:xfrm>
            <a:off x="7915690" y="7966601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D7B2F7F9-C221-6846-A4FA-01655CF48A95}"/>
              </a:ext>
            </a:extLst>
          </p:cNvPr>
          <p:cNvGrpSpPr>
            <a:grpSpLocks noChangeAspect="1"/>
          </p:cNvGrpSpPr>
          <p:nvPr/>
        </p:nvGrpSpPr>
        <p:grpSpPr>
          <a:xfrm>
            <a:off x="8970958" y="7899473"/>
            <a:ext cx="360000" cy="360000"/>
            <a:chOff x="1048950" y="618723"/>
            <a:chExt cx="540000" cy="5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F6AB3DDF-B628-81EE-06FC-7FEDE34A46CC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7C7CB778-4B74-CAD3-CF04-26F2DBFF3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51" name="!!Ellipse 9">
            <a:extLst>
              <a:ext uri="{FF2B5EF4-FFF2-40B4-BE49-F238E27FC236}">
                <a16:creationId xmlns:a16="http://schemas.microsoft.com/office/drawing/2014/main" id="{0D3EB29B-8D78-9B21-6822-2B009FCAD18E}"/>
              </a:ext>
            </a:extLst>
          </p:cNvPr>
          <p:cNvSpPr/>
          <p:nvPr/>
        </p:nvSpPr>
        <p:spPr>
          <a:xfrm>
            <a:off x="1340460" y="86963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A952A81-A268-1433-300D-18495AB85724}"/>
              </a:ext>
            </a:extLst>
          </p:cNvPr>
          <p:cNvGrpSpPr/>
          <p:nvPr/>
        </p:nvGrpSpPr>
        <p:grpSpPr>
          <a:xfrm>
            <a:off x="2437168" y="8696323"/>
            <a:ext cx="452172" cy="345155"/>
            <a:chOff x="217350" y="639497"/>
            <a:chExt cx="651600" cy="54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5721D192-853E-A5D2-A3A7-4735612BBBE2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F5296653-8BA5-CE54-1DDA-082AC6512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58" name="!!Ellipse 9">
            <a:extLst>
              <a:ext uri="{FF2B5EF4-FFF2-40B4-BE49-F238E27FC236}">
                <a16:creationId xmlns:a16="http://schemas.microsoft.com/office/drawing/2014/main" id="{FAD0EC9F-76A0-9E15-313F-9E1B60AC2EC3}"/>
              </a:ext>
            </a:extLst>
          </p:cNvPr>
          <p:cNvSpPr/>
          <p:nvPr/>
        </p:nvSpPr>
        <p:spPr>
          <a:xfrm>
            <a:off x="3007360" y="8696324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9FB31C16-2C34-B3FE-5C4D-2E0D35512CF7}"/>
              </a:ext>
            </a:extLst>
          </p:cNvPr>
          <p:cNvGrpSpPr/>
          <p:nvPr/>
        </p:nvGrpSpPr>
        <p:grpSpPr>
          <a:xfrm>
            <a:off x="4084223" y="8675082"/>
            <a:ext cx="452172" cy="345155"/>
            <a:chOff x="217350" y="639497"/>
            <a:chExt cx="651600" cy="5400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BDD2E441-3D23-F160-2DC6-161C42A707E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14849478-C69A-48FA-16D7-6185AADD7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68" name="!!Ellipse 9">
            <a:extLst>
              <a:ext uri="{FF2B5EF4-FFF2-40B4-BE49-F238E27FC236}">
                <a16:creationId xmlns:a16="http://schemas.microsoft.com/office/drawing/2014/main" id="{C33D45A0-5A3C-3D2E-67B5-7177A5F42AC2}"/>
              </a:ext>
            </a:extLst>
          </p:cNvPr>
          <p:cNvSpPr/>
          <p:nvPr/>
        </p:nvSpPr>
        <p:spPr>
          <a:xfrm>
            <a:off x="4622995" y="8732782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72" name="!!Ellipse 9">
            <a:extLst>
              <a:ext uri="{FF2B5EF4-FFF2-40B4-BE49-F238E27FC236}">
                <a16:creationId xmlns:a16="http://schemas.microsoft.com/office/drawing/2014/main" id="{BAF4B148-3590-D02F-7395-594EE47FC7B1}"/>
              </a:ext>
            </a:extLst>
          </p:cNvPr>
          <p:cNvSpPr/>
          <p:nvPr/>
        </p:nvSpPr>
        <p:spPr>
          <a:xfrm>
            <a:off x="6238630" y="875949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81476DA2-11EB-600D-87E2-AF0B1FA927CE}"/>
              </a:ext>
            </a:extLst>
          </p:cNvPr>
          <p:cNvGrpSpPr/>
          <p:nvPr/>
        </p:nvGrpSpPr>
        <p:grpSpPr>
          <a:xfrm>
            <a:off x="7315493" y="8732782"/>
            <a:ext cx="452172" cy="345155"/>
            <a:chOff x="217350" y="639497"/>
            <a:chExt cx="651600" cy="54000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7BD77EA6-8952-A351-F90C-80A0CECC76B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138CF71E-826D-5C85-EBAB-8A35ED251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6" name="!!Ellipse 9">
            <a:extLst>
              <a:ext uri="{FF2B5EF4-FFF2-40B4-BE49-F238E27FC236}">
                <a16:creationId xmlns:a16="http://schemas.microsoft.com/office/drawing/2014/main" id="{B8510FB1-4735-F72B-D1E0-6A9C8063CD42}"/>
              </a:ext>
            </a:extLst>
          </p:cNvPr>
          <p:cNvSpPr/>
          <p:nvPr/>
        </p:nvSpPr>
        <p:spPr>
          <a:xfrm>
            <a:off x="7905530" y="876924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D4A9BDD-1CAA-F92A-AC1F-358B239D8983}"/>
              </a:ext>
            </a:extLst>
          </p:cNvPr>
          <p:cNvGrpSpPr/>
          <p:nvPr/>
        </p:nvGrpSpPr>
        <p:grpSpPr>
          <a:xfrm>
            <a:off x="5689773" y="8693167"/>
            <a:ext cx="452172" cy="345155"/>
            <a:chOff x="217350" y="639497"/>
            <a:chExt cx="651600" cy="540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52AAD04E-12F0-EEBC-3755-C419FBB7221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7D172CF8-5B9C-99D1-7E84-2C7B656FD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67ABD624-F611-9690-8F19-A344EBDEA69E}"/>
              </a:ext>
            </a:extLst>
          </p:cNvPr>
          <p:cNvGrpSpPr/>
          <p:nvPr/>
        </p:nvGrpSpPr>
        <p:grpSpPr>
          <a:xfrm>
            <a:off x="8924872" y="8693166"/>
            <a:ext cx="452172" cy="345155"/>
            <a:chOff x="217350" y="639497"/>
            <a:chExt cx="651600" cy="54000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EFD851F3-D548-2119-7817-5811A0512B1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A99302A7-8981-E941-8A17-EDF265D1A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90" name="!!Ellipse 9">
            <a:extLst>
              <a:ext uri="{FF2B5EF4-FFF2-40B4-BE49-F238E27FC236}">
                <a16:creationId xmlns:a16="http://schemas.microsoft.com/office/drawing/2014/main" id="{FE37D718-A1EA-0E33-201C-F03C16B576D9}"/>
              </a:ext>
            </a:extLst>
          </p:cNvPr>
          <p:cNvSpPr/>
          <p:nvPr/>
        </p:nvSpPr>
        <p:spPr>
          <a:xfrm>
            <a:off x="9493555" y="7939570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3145A9BA-E102-4457-375E-080776509BD4}"/>
              </a:ext>
            </a:extLst>
          </p:cNvPr>
          <p:cNvGrpSpPr>
            <a:grpSpLocks noChangeAspect="1"/>
          </p:cNvGrpSpPr>
          <p:nvPr/>
        </p:nvGrpSpPr>
        <p:grpSpPr>
          <a:xfrm>
            <a:off x="10548823" y="7872442"/>
            <a:ext cx="360000" cy="360000"/>
            <a:chOff x="1048950" y="618723"/>
            <a:chExt cx="540000" cy="540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01B4A8FE-257A-A3C8-7053-CDB3D145F1B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3F619918-7033-0BBC-9031-A6E14ECE0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24" name="!!Ellipse 9">
            <a:extLst>
              <a:ext uri="{FF2B5EF4-FFF2-40B4-BE49-F238E27FC236}">
                <a16:creationId xmlns:a16="http://schemas.microsoft.com/office/drawing/2014/main" id="{C2721330-7A29-D629-1B21-AA5EDBE363DC}"/>
              </a:ext>
            </a:extLst>
          </p:cNvPr>
          <p:cNvSpPr/>
          <p:nvPr/>
        </p:nvSpPr>
        <p:spPr>
          <a:xfrm>
            <a:off x="9539641" y="8758182"/>
            <a:ext cx="1440000" cy="72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93149F4-F4A0-A620-B365-A775BB375E56}"/>
              </a:ext>
            </a:extLst>
          </p:cNvPr>
          <p:cNvGrpSpPr>
            <a:grpSpLocks noChangeAspect="1"/>
          </p:cNvGrpSpPr>
          <p:nvPr/>
        </p:nvGrpSpPr>
        <p:grpSpPr>
          <a:xfrm>
            <a:off x="10569307" y="8658253"/>
            <a:ext cx="360000" cy="360000"/>
            <a:chOff x="1048950" y="618723"/>
            <a:chExt cx="540000" cy="540000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014804AA-1E07-4D1C-A475-08ADAC5868D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185012A0-80AA-ED38-4F80-4367AF578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41" name="!!Ellipse 9">
            <a:extLst>
              <a:ext uri="{FF2B5EF4-FFF2-40B4-BE49-F238E27FC236}">
                <a16:creationId xmlns:a16="http://schemas.microsoft.com/office/drawing/2014/main" id="{44BD4F7E-03CB-3492-1764-3CB24A452559}"/>
              </a:ext>
            </a:extLst>
          </p:cNvPr>
          <p:cNvSpPr/>
          <p:nvPr/>
        </p:nvSpPr>
        <p:spPr>
          <a:xfrm>
            <a:off x="1340460" y="9566965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33B5F118-58D1-8E4A-B32B-AB293DC8BD2F}"/>
              </a:ext>
            </a:extLst>
          </p:cNvPr>
          <p:cNvGrpSpPr/>
          <p:nvPr/>
        </p:nvGrpSpPr>
        <p:grpSpPr>
          <a:xfrm>
            <a:off x="2437168" y="9566964"/>
            <a:ext cx="452172" cy="345155"/>
            <a:chOff x="217350" y="639497"/>
            <a:chExt cx="651600" cy="540000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9411C0F-70A6-4BE7-766E-BA83F0499A3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3A5D2AE2-0771-BFB9-7922-AFD895250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45" name="!!Ellipse 9">
            <a:extLst>
              <a:ext uri="{FF2B5EF4-FFF2-40B4-BE49-F238E27FC236}">
                <a16:creationId xmlns:a16="http://schemas.microsoft.com/office/drawing/2014/main" id="{F6A19FF2-234B-A584-2FA4-7A29909ED3B4}"/>
              </a:ext>
            </a:extLst>
          </p:cNvPr>
          <p:cNvSpPr/>
          <p:nvPr/>
        </p:nvSpPr>
        <p:spPr>
          <a:xfrm>
            <a:off x="1891993" y="235669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49" name="!!Ellipse 9">
            <a:extLst>
              <a:ext uri="{FF2B5EF4-FFF2-40B4-BE49-F238E27FC236}">
                <a16:creationId xmlns:a16="http://schemas.microsoft.com/office/drawing/2014/main" id="{F8D124D5-B0C3-003B-16CC-877652DE3878}"/>
              </a:ext>
            </a:extLst>
          </p:cNvPr>
          <p:cNvSpPr/>
          <p:nvPr/>
        </p:nvSpPr>
        <p:spPr>
          <a:xfrm>
            <a:off x="3558893" y="235669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54" name="!!Ellipse 9">
            <a:extLst>
              <a:ext uri="{FF2B5EF4-FFF2-40B4-BE49-F238E27FC236}">
                <a16:creationId xmlns:a16="http://schemas.microsoft.com/office/drawing/2014/main" id="{AE9D5043-F295-DDE3-BDE1-140C14763FC1}"/>
              </a:ext>
            </a:extLst>
          </p:cNvPr>
          <p:cNvSpPr/>
          <p:nvPr/>
        </p:nvSpPr>
        <p:spPr>
          <a:xfrm>
            <a:off x="5174528" y="239314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A,F</a:t>
            </a:r>
          </a:p>
        </p:txBody>
      </p:sp>
      <p:sp>
        <p:nvSpPr>
          <p:cNvPr id="65" name="!!Ellipse 9">
            <a:extLst>
              <a:ext uri="{FF2B5EF4-FFF2-40B4-BE49-F238E27FC236}">
                <a16:creationId xmlns:a16="http://schemas.microsoft.com/office/drawing/2014/main" id="{28254260-F990-4EF2-07AD-33F1603942A3}"/>
              </a:ext>
            </a:extLst>
          </p:cNvPr>
          <p:cNvSpPr/>
          <p:nvPr/>
        </p:nvSpPr>
        <p:spPr>
          <a:xfrm>
            <a:off x="6790163" y="2419866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A,H</a:t>
            </a:r>
          </a:p>
        </p:txBody>
      </p:sp>
      <p:sp>
        <p:nvSpPr>
          <p:cNvPr id="70" name="!!Ellipse 9">
            <a:extLst>
              <a:ext uri="{FF2B5EF4-FFF2-40B4-BE49-F238E27FC236}">
                <a16:creationId xmlns:a16="http://schemas.microsoft.com/office/drawing/2014/main" id="{5288B9AC-DBE2-E793-EDC9-EDA090BE95F4}"/>
              </a:ext>
            </a:extLst>
          </p:cNvPr>
          <p:cNvSpPr/>
          <p:nvPr/>
        </p:nvSpPr>
        <p:spPr>
          <a:xfrm>
            <a:off x="1881833" y="315933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79" name="!!Ellipse 9">
            <a:extLst>
              <a:ext uri="{FF2B5EF4-FFF2-40B4-BE49-F238E27FC236}">
                <a16:creationId xmlns:a16="http://schemas.microsoft.com/office/drawing/2014/main" id="{0658340B-C285-837A-CE8D-59F2550BEF89}"/>
              </a:ext>
            </a:extLst>
          </p:cNvPr>
          <p:cNvSpPr/>
          <p:nvPr/>
        </p:nvSpPr>
        <p:spPr>
          <a:xfrm>
            <a:off x="3548733" y="3159331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89" name="!!Ellipse 9">
            <a:extLst>
              <a:ext uri="{FF2B5EF4-FFF2-40B4-BE49-F238E27FC236}">
                <a16:creationId xmlns:a16="http://schemas.microsoft.com/office/drawing/2014/main" id="{5F246E4B-CEDC-486D-A451-DB12D5883A37}"/>
              </a:ext>
            </a:extLst>
          </p:cNvPr>
          <p:cNvSpPr/>
          <p:nvPr/>
        </p:nvSpPr>
        <p:spPr>
          <a:xfrm>
            <a:off x="5164368" y="3195789"/>
            <a:ext cx="1440000" cy="72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A,G</a:t>
            </a:r>
          </a:p>
        </p:txBody>
      </p:sp>
      <p:sp>
        <p:nvSpPr>
          <p:cNvPr id="104" name="Titel 1">
            <a:extLst>
              <a:ext uri="{FF2B5EF4-FFF2-40B4-BE49-F238E27FC236}">
                <a16:creationId xmlns:a16="http://schemas.microsoft.com/office/drawing/2014/main" id="{B495B5DE-6EE8-960E-91F0-303C522519E5}"/>
              </a:ext>
            </a:extLst>
          </p:cNvPr>
          <p:cNvSpPr txBox="1">
            <a:spLocks/>
          </p:cNvSpPr>
          <p:nvPr/>
        </p:nvSpPr>
        <p:spPr>
          <a:xfrm>
            <a:off x="7720210" y="244258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lang="de-DE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A59EFA34-C53A-66F3-D620-EC1E3CC04AEC}"/>
              </a:ext>
            </a:extLst>
          </p:cNvPr>
          <p:cNvGrpSpPr/>
          <p:nvPr/>
        </p:nvGrpSpPr>
        <p:grpSpPr>
          <a:xfrm>
            <a:off x="2993271" y="2325567"/>
            <a:ext cx="452172" cy="345155"/>
            <a:chOff x="217350" y="639497"/>
            <a:chExt cx="651600" cy="540000"/>
          </a:xfrm>
        </p:grpSpPr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1E690615-ED6F-3595-07FD-F7C68E203825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8C3FEC76-C62B-96A1-7786-CAE6D02EF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2CE67697-BDD1-69EE-21DB-2CD405E34BB9}"/>
              </a:ext>
            </a:extLst>
          </p:cNvPr>
          <p:cNvGrpSpPr/>
          <p:nvPr/>
        </p:nvGrpSpPr>
        <p:grpSpPr>
          <a:xfrm>
            <a:off x="7864735" y="2341197"/>
            <a:ext cx="452172" cy="345155"/>
            <a:chOff x="217350" y="639497"/>
            <a:chExt cx="651600" cy="540000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BE91F503-8965-35D1-176A-85DE8FB43F6E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6" name="Grafik 135">
              <a:extLst>
                <a:ext uri="{FF2B5EF4-FFF2-40B4-BE49-F238E27FC236}">
                  <a16:creationId xmlns:a16="http://schemas.microsoft.com/office/drawing/2014/main" id="{4019114B-3F29-C1F4-CE08-657E4720B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32B34074-C69C-FD83-8F65-4B65074A9BA0}"/>
              </a:ext>
            </a:extLst>
          </p:cNvPr>
          <p:cNvGrpSpPr/>
          <p:nvPr/>
        </p:nvGrpSpPr>
        <p:grpSpPr>
          <a:xfrm>
            <a:off x="6222886" y="2314734"/>
            <a:ext cx="452172" cy="345155"/>
            <a:chOff x="217350" y="639497"/>
            <a:chExt cx="651600" cy="540000"/>
          </a:xfrm>
        </p:grpSpPr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C2DCD61A-D838-9FCE-E1EE-20790A1F7CC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89EBCAF4-3ACF-1110-B534-CBBFC63FB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4FF8E828-1A8F-1CF1-72A7-0002B75B71A8}"/>
              </a:ext>
            </a:extLst>
          </p:cNvPr>
          <p:cNvGrpSpPr/>
          <p:nvPr/>
        </p:nvGrpSpPr>
        <p:grpSpPr>
          <a:xfrm>
            <a:off x="4641506" y="2286488"/>
            <a:ext cx="452172" cy="345155"/>
            <a:chOff x="217350" y="639497"/>
            <a:chExt cx="651600" cy="540000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5909F56A-AFD9-6BAE-B248-E0D186FC2C7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14803005-6B4A-4CCA-A16E-97BA3E637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1C869831-616E-5C7A-5DEF-43CE6CD556F2}"/>
              </a:ext>
            </a:extLst>
          </p:cNvPr>
          <p:cNvGrpSpPr/>
          <p:nvPr/>
        </p:nvGrpSpPr>
        <p:grpSpPr>
          <a:xfrm>
            <a:off x="2910758" y="3097120"/>
            <a:ext cx="452172" cy="345155"/>
            <a:chOff x="217350" y="639497"/>
            <a:chExt cx="651600" cy="540000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7C9394E5-C9D3-FDDE-007B-7E4DDE23E48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5" name="Grafik 144">
              <a:extLst>
                <a:ext uri="{FF2B5EF4-FFF2-40B4-BE49-F238E27FC236}">
                  <a16:creationId xmlns:a16="http://schemas.microsoft.com/office/drawing/2014/main" id="{3A56F069-1D0B-C16D-019F-B676B5C6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4CCBC030-7BF6-0005-960D-8DAFB75DE8EE}"/>
              </a:ext>
            </a:extLst>
          </p:cNvPr>
          <p:cNvGrpSpPr/>
          <p:nvPr/>
        </p:nvGrpSpPr>
        <p:grpSpPr>
          <a:xfrm>
            <a:off x="4596563" y="3097120"/>
            <a:ext cx="452172" cy="345155"/>
            <a:chOff x="217350" y="639497"/>
            <a:chExt cx="651600" cy="540000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8C92EE71-450D-D233-96C5-250E0ED13B3B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6FFB4D51-0082-EF2C-6AC6-595D9586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1F62953A-E516-FFAC-7942-89B77E1F4BB7}"/>
              </a:ext>
            </a:extLst>
          </p:cNvPr>
          <p:cNvGrpSpPr/>
          <p:nvPr/>
        </p:nvGrpSpPr>
        <p:grpSpPr>
          <a:xfrm>
            <a:off x="6141945" y="3127680"/>
            <a:ext cx="452172" cy="345155"/>
            <a:chOff x="217350" y="639497"/>
            <a:chExt cx="651600" cy="540000"/>
          </a:xfrm>
        </p:grpSpPr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57744DBF-6D83-A67B-A7DB-6FD046D1772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AF3577B6-AC74-4A24-1A96-3F9141E9B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60838212-7E48-24C3-55CC-ACDBEC81AA81}"/>
              </a:ext>
            </a:extLst>
          </p:cNvPr>
          <p:cNvSpPr/>
          <p:nvPr/>
        </p:nvSpPr>
        <p:spPr>
          <a:xfrm>
            <a:off x="2607308" y="4592956"/>
            <a:ext cx="5358131" cy="134846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136812DB-BE1A-FCC6-F6DE-933961DD7014}"/>
              </a:ext>
            </a:extLst>
          </p:cNvPr>
          <p:cNvSpPr txBox="1">
            <a:spLocks/>
          </p:cNvSpPr>
          <p:nvPr/>
        </p:nvSpPr>
        <p:spPr>
          <a:xfrm>
            <a:off x="2271006" y="4676322"/>
            <a:ext cx="3631565" cy="1181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Optimum: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2BD17108-4D67-D62D-E557-15AEA7860C67}"/>
              </a:ext>
            </a:extLst>
          </p:cNvPr>
          <p:cNvSpPr/>
          <p:nvPr/>
        </p:nvSpPr>
        <p:spPr>
          <a:xfrm>
            <a:off x="5864270" y="4952166"/>
            <a:ext cx="1440000" cy="72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51BFDC6-4035-2EFF-9AB6-607920E247DD}"/>
              </a:ext>
            </a:extLst>
          </p:cNvPr>
          <p:cNvSpPr/>
          <p:nvPr/>
        </p:nvSpPr>
        <p:spPr>
          <a:xfrm>
            <a:off x="6960962" y="4925449"/>
            <a:ext cx="374728" cy="34515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9FDFEC8-8213-427E-E7CD-A8A0F37C9769}"/>
              </a:ext>
            </a:extLst>
          </p:cNvPr>
          <p:cNvSpPr txBox="1"/>
          <p:nvPr/>
        </p:nvSpPr>
        <p:spPr>
          <a:xfrm>
            <a:off x="7013453" y="491327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0849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BE013-847A-DA57-4E41-110B8867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CAFBF-EE0B-6E11-77FC-FE93243B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164" y="-244475"/>
            <a:ext cx="6269672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Random Walk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49A0BF6-6200-3883-8F5D-A8F3F30AF2C8}"/>
              </a:ext>
            </a:extLst>
          </p:cNvPr>
          <p:cNvSpPr txBox="1">
            <a:spLocks/>
          </p:cNvSpPr>
          <p:nvPr/>
        </p:nvSpPr>
        <p:spPr>
          <a:xfrm>
            <a:off x="3263899" y="2326005"/>
            <a:ext cx="58699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Validierungen:        11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687D0A9-BB46-7797-4CC2-940EA3B081CD}"/>
              </a:ext>
            </a:extLst>
          </p:cNvPr>
          <p:cNvSpPr txBox="1">
            <a:spLocks/>
          </p:cNvSpPr>
          <p:nvPr/>
        </p:nvSpPr>
        <p:spPr>
          <a:xfrm>
            <a:off x="3263899" y="3373121"/>
            <a:ext cx="579882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Scorings:                 10        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9DACE82-CBB5-3A3C-2A3D-ACF81BAA6CAE}"/>
              </a:ext>
            </a:extLst>
          </p:cNvPr>
          <p:cNvSpPr txBox="1">
            <a:spLocks/>
          </p:cNvSpPr>
          <p:nvPr/>
        </p:nvSpPr>
        <p:spPr>
          <a:xfrm>
            <a:off x="3263899" y="4531361"/>
            <a:ext cx="58699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Prunings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:                 11</a:t>
            </a:r>
          </a:p>
        </p:txBody>
      </p:sp>
    </p:spTree>
    <p:extLst>
      <p:ext uri="{BB962C8B-B14F-4D97-AF65-F5344CB8AC3E}">
        <p14:creationId xmlns:p14="http://schemas.microsoft.com/office/powerpoint/2010/main" val="2819970874"/>
      </p:ext>
    </p:extLst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25DC4E9-BDBE-9D90-3FC8-F4E8154F6BE1}"/>
              </a:ext>
            </a:extLst>
          </p:cNvPr>
          <p:cNvSpPr/>
          <p:nvPr/>
        </p:nvSpPr>
        <p:spPr>
          <a:xfrm>
            <a:off x="355600" y="558800"/>
            <a:ext cx="11490960" cy="57404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1A33F91-C24B-A61A-5B61-FFDCDF8B3F92}"/>
              </a:ext>
            </a:extLst>
          </p:cNvPr>
          <p:cNvCxnSpPr>
            <a:cxnSpLocks/>
          </p:cNvCxnSpPr>
          <p:nvPr/>
        </p:nvCxnSpPr>
        <p:spPr>
          <a:xfrm>
            <a:off x="355600" y="1981200"/>
            <a:ext cx="1148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341D1D9-D66A-B953-6176-B1F5078B0ECC}"/>
              </a:ext>
            </a:extLst>
          </p:cNvPr>
          <p:cNvCxnSpPr>
            <a:cxnSpLocks/>
          </p:cNvCxnSpPr>
          <p:nvPr/>
        </p:nvCxnSpPr>
        <p:spPr>
          <a:xfrm>
            <a:off x="365760" y="3429000"/>
            <a:ext cx="1148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F28557D-9011-E2A6-EF6D-12BDFAD90011}"/>
              </a:ext>
            </a:extLst>
          </p:cNvPr>
          <p:cNvCxnSpPr>
            <a:cxnSpLocks/>
          </p:cNvCxnSpPr>
          <p:nvPr/>
        </p:nvCxnSpPr>
        <p:spPr>
          <a:xfrm>
            <a:off x="355600" y="4881880"/>
            <a:ext cx="1148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519CAB-E2D2-59FE-2B56-500D79F07E8E}"/>
              </a:ext>
            </a:extLst>
          </p:cNvPr>
          <p:cNvCxnSpPr>
            <a:cxnSpLocks/>
          </p:cNvCxnSpPr>
          <p:nvPr/>
        </p:nvCxnSpPr>
        <p:spPr>
          <a:xfrm flipV="1">
            <a:off x="3251200" y="558800"/>
            <a:ext cx="0" cy="57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D276C7B-1747-DF7A-3386-C53630AED3CC}"/>
              </a:ext>
            </a:extLst>
          </p:cNvPr>
          <p:cNvCxnSpPr>
            <a:cxnSpLocks/>
          </p:cNvCxnSpPr>
          <p:nvPr/>
        </p:nvCxnSpPr>
        <p:spPr>
          <a:xfrm flipV="1">
            <a:off x="6096000" y="558800"/>
            <a:ext cx="0" cy="57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F1A56B4-F013-55BF-56A1-B1F9BA629AFA}"/>
              </a:ext>
            </a:extLst>
          </p:cNvPr>
          <p:cNvCxnSpPr>
            <a:cxnSpLocks/>
          </p:cNvCxnSpPr>
          <p:nvPr/>
        </p:nvCxnSpPr>
        <p:spPr>
          <a:xfrm flipV="1">
            <a:off x="8971280" y="558800"/>
            <a:ext cx="0" cy="57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D3AB3B3C-9E4A-FEF9-B511-50DE22DE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924" y="2102804"/>
            <a:ext cx="2647156" cy="1219834"/>
          </a:xfrm>
        </p:spPr>
        <p:txBody>
          <a:bodyPr>
            <a:noAutofit/>
          </a:bodyPr>
          <a:lstStyle/>
          <a:p>
            <a:r>
              <a:rPr lang="de-DE" sz="4000" b="1" dirty="0"/>
              <a:t>Bottom Up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5663E24-849F-4744-1381-45C0120F2F47}"/>
              </a:ext>
            </a:extLst>
          </p:cNvPr>
          <p:cNvSpPr txBox="1">
            <a:spLocks/>
          </p:cNvSpPr>
          <p:nvPr/>
        </p:nvSpPr>
        <p:spPr>
          <a:xfrm>
            <a:off x="532924" y="3535363"/>
            <a:ext cx="2647156" cy="1219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/>
              <a:t>Top Down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EAC2D2D3-31F8-1535-DE59-AD71258E1D5C}"/>
              </a:ext>
            </a:extLst>
          </p:cNvPr>
          <p:cNvSpPr txBox="1">
            <a:spLocks/>
          </p:cNvSpPr>
          <p:nvPr/>
        </p:nvSpPr>
        <p:spPr>
          <a:xfrm>
            <a:off x="568484" y="4988242"/>
            <a:ext cx="2647156" cy="1219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/>
              <a:t>Random Walk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F1E382A-C887-7B21-BD3E-3EA74AF9F1FF}"/>
              </a:ext>
            </a:extLst>
          </p:cNvPr>
          <p:cNvSpPr txBox="1">
            <a:spLocks/>
          </p:cNvSpPr>
          <p:nvPr/>
        </p:nvSpPr>
        <p:spPr>
          <a:xfrm>
            <a:off x="3667761" y="698025"/>
            <a:ext cx="2793999" cy="1219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/>
              <a:t>Validier-</a:t>
            </a:r>
            <a:r>
              <a:rPr lang="de-DE" sz="4000" b="1" dirty="0" err="1"/>
              <a:t>ungen</a:t>
            </a:r>
            <a:endParaRPr lang="de-DE" sz="4000" b="1" dirty="0"/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EA9CBA0E-DA03-6CF2-510D-5D7CA299259E}"/>
              </a:ext>
            </a:extLst>
          </p:cNvPr>
          <p:cNvSpPr txBox="1">
            <a:spLocks/>
          </p:cNvSpPr>
          <p:nvPr/>
        </p:nvSpPr>
        <p:spPr>
          <a:xfrm>
            <a:off x="6644641" y="708185"/>
            <a:ext cx="1767838" cy="1219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/>
              <a:t>Scoring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AAA52068-0760-EA08-A0D3-2515D946826B}"/>
              </a:ext>
            </a:extLst>
          </p:cNvPr>
          <p:cNvSpPr txBox="1">
            <a:spLocks/>
          </p:cNvSpPr>
          <p:nvPr/>
        </p:nvSpPr>
        <p:spPr>
          <a:xfrm>
            <a:off x="9387839" y="660083"/>
            <a:ext cx="1981199" cy="1219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 err="1"/>
              <a:t>Pruning</a:t>
            </a:r>
            <a:endParaRPr lang="de-DE" sz="4000" b="1" dirty="0"/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86AC3F97-B5CE-FA05-B53D-7D010F9D58B4}"/>
              </a:ext>
            </a:extLst>
          </p:cNvPr>
          <p:cNvSpPr txBox="1">
            <a:spLocks/>
          </p:cNvSpPr>
          <p:nvPr/>
        </p:nvSpPr>
        <p:spPr>
          <a:xfrm>
            <a:off x="4249419" y="5112859"/>
            <a:ext cx="69875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11                 10                11</a:t>
            </a:r>
          </a:p>
        </p:txBody>
      </p:sp>
      <p:sp>
        <p:nvSpPr>
          <p:cNvPr id="29" name="Titel 1">
            <a:extLst>
              <a:ext uri="{FF2B5EF4-FFF2-40B4-BE49-F238E27FC236}">
                <a16:creationId xmlns:a16="http://schemas.microsoft.com/office/drawing/2014/main" id="{A58848F1-5C6D-703A-55A2-37AC35E0DABC}"/>
              </a:ext>
            </a:extLst>
          </p:cNvPr>
          <p:cNvSpPr txBox="1">
            <a:spLocks/>
          </p:cNvSpPr>
          <p:nvPr/>
        </p:nvSpPr>
        <p:spPr>
          <a:xfrm>
            <a:off x="4249418" y="3659979"/>
            <a:ext cx="69875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245               15                10</a:t>
            </a: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36940892-4790-820F-CEF5-78A0C5903637}"/>
              </a:ext>
            </a:extLst>
          </p:cNvPr>
          <p:cNvSpPr txBox="1">
            <a:spLocks/>
          </p:cNvSpPr>
          <p:nvPr/>
        </p:nvSpPr>
        <p:spPr>
          <a:xfrm>
            <a:off x="4249418" y="2179003"/>
            <a:ext cx="6987541" cy="1047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36                 15                 0</a:t>
            </a:r>
          </a:p>
        </p:txBody>
      </p:sp>
    </p:spTree>
    <p:extLst>
      <p:ext uri="{BB962C8B-B14F-4D97-AF65-F5344CB8AC3E}">
        <p14:creationId xmlns:p14="http://schemas.microsoft.com/office/powerpoint/2010/main" val="2443605748"/>
      </p:ext>
    </p:extLst>
  </p:cSld>
  <p:clrMapOvr>
    <a:masterClrMapping/>
  </p:clrMapOvr>
  <p:transition spd="slow">
    <p:push dir="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621F-F1E9-3918-F932-088EF0C6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3E7F7-F7BC-B2BB-6B1D-8007AB10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698" y="1565275"/>
            <a:ext cx="6153152" cy="3378200"/>
          </a:xfrm>
        </p:spPr>
        <p:txBody>
          <a:bodyPr>
            <a:normAutofit/>
          </a:bodyPr>
          <a:lstStyle/>
          <a:p>
            <a:pPr algn="ctr"/>
            <a:r>
              <a:rPr lang="de-DE" sz="8000" b="1" dirty="0"/>
              <a:t>Kombinierter Ansatz</a:t>
            </a:r>
          </a:p>
        </p:txBody>
      </p:sp>
    </p:spTree>
    <p:extLst>
      <p:ext uri="{BB962C8B-B14F-4D97-AF65-F5344CB8AC3E}">
        <p14:creationId xmlns:p14="http://schemas.microsoft.com/office/powerpoint/2010/main" val="4257247813"/>
      </p:ext>
    </p:extLst>
  </p:cSld>
  <p:clrMapOvr>
    <a:masterClrMapping/>
  </p:clrMapOvr>
  <p:transition spd="slow">
    <p:push dir="u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Ellipse 9">
            <a:extLst>
              <a:ext uri="{FF2B5EF4-FFF2-40B4-BE49-F238E27FC236}">
                <a16:creationId xmlns:a16="http://schemas.microsoft.com/office/drawing/2014/main" id="{A337A1BD-D0EF-5A40-CB48-3C8CCE116AB1}"/>
              </a:ext>
            </a:extLst>
          </p:cNvPr>
          <p:cNvSpPr/>
          <p:nvPr/>
        </p:nvSpPr>
        <p:spPr>
          <a:xfrm>
            <a:off x="2899840" y="574040"/>
            <a:ext cx="1584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A,B,C,D,E,F,G,H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3677DB02-A95B-2BA9-E58F-1FA1063AEDBF}"/>
              </a:ext>
            </a:extLst>
          </p:cNvPr>
          <p:cNvSpPr/>
          <p:nvPr/>
        </p:nvSpPr>
        <p:spPr>
          <a:xfrm>
            <a:off x="1397040" y="12446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A,B,C,D,E,F,G</a:t>
            </a:r>
          </a:p>
        </p:txBody>
      </p:sp>
      <p:sp>
        <p:nvSpPr>
          <p:cNvPr id="6" name="!!Ellipse 9">
            <a:extLst>
              <a:ext uri="{FF2B5EF4-FFF2-40B4-BE49-F238E27FC236}">
                <a16:creationId xmlns:a16="http://schemas.microsoft.com/office/drawing/2014/main" id="{CD33F217-AA78-83B1-DE2B-D89FA72B0140}"/>
              </a:ext>
            </a:extLst>
          </p:cNvPr>
          <p:cNvSpPr/>
          <p:nvPr/>
        </p:nvSpPr>
        <p:spPr>
          <a:xfrm>
            <a:off x="2971840" y="12446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A,B,C,D,E,F,H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D5BD1FFC-5AE8-DCA2-4D8A-50CE5799181B}"/>
              </a:ext>
            </a:extLst>
          </p:cNvPr>
          <p:cNvSpPr/>
          <p:nvPr/>
        </p:nvSpPr>
        <p:spPr>
          <a:xfrm>
            <a:off x="1397040" y="19151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F022DC9E-5BB4-5AB5-2A35-A5EC3C131CF7}"/>
              </a:ext>
            </a:extLst>
          </p:cNvPr>
          <p:cNvSpPr/>
          <p:nvPr/>
        </p:nvSpPr>
        <p:spPr>
          <a:xfrm>
            <a:off x="2971840" y="19151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A,B,C,D,E,H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F911FA51-E1DA-344F-F975-D13CA43FDBE5}"/>
              </a:ext>
            </a:extLst>
          </p:cNvPr>
          <p:cNvSpPr/>
          <p:nvPr/>
        </p:nvSpPr>
        <p:spPr>
          <a:xfrm>
            <a:off x="1397040" y="258572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8C348A76-443D-A50A-5BC4-7B890B935CD6}"/>
              </a:ext>
            </a:extLst>
          </p:cNvPr>
          <p:cNvSpPr/>
          <p:nvPr/>
        </p:nvSpPr>
        <p:spPr>
          <a:xfrm>
            <a:off x="2971840" y="258572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A,B,C,D,F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7490FC0C-4F8E-32A5-9C2D-48931C7D9B0D}"/>
              </a:ext>
            </a:extLst>
          </p:cNvPr>
          <p:cNvSpPr/>
          <p:nvPr/>
        </p:nvSpPr>
        <p:spPr>
          <a:xfrm>
            <a:off x="1397040" y="325628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21FA3B78-FB3B-2038-DFF5-19A07B4413F6}"/>
              </a:ext>
            </a:extLst>
          </p:cNvPr>
          <p:cNvSpPr/>
          <p:nvPr/>
        </p:nvSpPr>
        <p:spPr>
          <a:xfrm>
            <a:off x="2971840" y="325628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D5597A19-EEF5-DED8-DD90-261ADD688D4D}"/>
              </a:ext>
            </a:extLst>
          </p:cNvPr>
          <p:cNvSpPr/>
          <p:nvPr/>
        </p:nvSpPr>
        <p:spPr>
          <a:xfrm>
            <a:off x="1397040" y="392684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D7C1756C-478E-67BD-422B-CF07F5CCC8BE}"/>
              </a:ext>
            </a:extLst>
          </p:cNvPr>
          <p:cNvSpPr/>
          <p:nvPr/>
        </p:nvSpPr>
        <p:spPr>
          <a:xfrm>
            <a:off x="2971840" y="392684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</a:t>
            </a:r>
          </a:p>
        </p:txBody>
      </p:sp>
      <p:sp>
        <p:nvSpPr>
          <p:cNvPr id="15" name="!!Ellipse 9">
            <a:extLst>
              <a:ext uri="{FF2B5EF4-FFF2-40B4-BE49-F238E27FC236}">
                <a16:creationId xmlns:a16="http://schemas.microsoft.com/office/drawing/2014/main" id="{6C0D8DC3-CCBC-AB7A-ED0C-68EDA9C32022}"/>
              </a:ext>
            </a:extLst>
          </p:cNvPr>
          <p:cNvSpPr/>
          <p:nvPr/>
        </p:nvSpPr>
        <p:spPr>
          <a:xfrm>
            <a:off x="1397040" y="45974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16" name="!!Ellipse 9">
            <a:extLst>
              <a:ext uri="{FF2B5EF4-FFF2-40B4-BE49-F238E27FC236}">
                <a16:creationId xmlns:a16="http://schemas.microsoft.com/office/drawing/2014/main" id="{3D9895C8-6A5E-B5AB-29B8-57026E19A477}"/>
              </a:ext>
            </a:extLst>
          </p:cNvPr>
          <p:cNvSpPr/>
          <p:nvPr/>
        </p:nvSpPr>
        <p:spPr>
          <a:xfrm>
            <a:off x="2971840" y="45974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7" name="!!Ellipse 9">
            <a:extLst>
              <a:ext uri="{FF2B5EF4-FFF2-40B4-BE49-F238E27FC236}">
                <a16:creationId xmlns:a16="http://schemas.microsoft.com/office/drawing/2014/main" id="{D8F021DC-9B15-926F-D765-E14BFE8030B2}"/>
              </a:ext>
            </a:extLst>
          </p:cNvPr>
          <p:cNvSpPr/>
          <p:nvPr/>
        </p:nvSpPr>
        <p:spPr>
          <a:xfrm>
            <a:off x="1397040" y="52679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!!Ellipse 9">
            <a:extLst>
              <a:ext uri="{FF2B5EF4-FFF2-40B4-BE49-F238E27FC236}">
                <a16:creationId xmlns:a16="http://schemas.microsoft.com/office/drawing/2014/main" id="{438C1AB2-5893-073D-722F-F636A6C8D226}"/>
              </a:ext>
            </a:extLst>
          </p:cNvPr>
          <p:cNvSpPr/>
          <p:nvPr/>
        </p:nvSpPr>
        <p:spPr>
          <a:xfrm>
            <a:off x="2971840" y="52679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3CC8622-60BB-E46E-59AD-52D74624C09A}"/>
              </a:ext>
            </a:extLst>
          </p:cNvPr>
          <p:cNvSpPr txBox="1"/>
          <p:nvPr/>
        </p:nvSpPr>
        <p:spPr>
          <a:xfrm>
            <a:off x="4546640" y="132993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F40246E-0902-2A86-1AF8-F832C6F1765C}"/>
              </a:ext>
            </a:extLst>
          </p:cNvPr>
          <p:cNvSpPr txBox="1"/>
          <p:nvPr/>
        </p:nvSpPr>
        <p:spPr>
          <a:xfrm>
            <a:off x="4546362" y="325628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ED504D2-3B8D-44F6-E6EC-F9D56A21958F}"/>
              </a:ext>
            </a:extLst>
          </p:cNvPr>
          <p:cNvSpPr txBox="1"/>
          <p:nvPr/>
        </p:nvSpPr>
        <p:spPr>
          <a:xfrm>
            <a:off x="4546363" y="25857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A5489BA-B15E-BED4-9A78-968CBA598F98}"/>
              </a:ext>
            </a:extLst>
          </p:cNvPr>
          <p:cNvSpPr txBox="1"/>
          <p:nvPr/>
        </p:nvSpPr>
        <p:spPr>
          <a:xfrm>
            <a:off x="4546362" y="199349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397F051-23BC-3B45-C58B-F2F5EA79A1AE}"/>
              </a:ext>
            </a:extLst>
          </p:cNvPr>
          <p:cNvSpPr txBox="1"/>
          <p:nvPr/>
        </p:nvSpPr>
        <p:spPr>
          <a:xfrm>
            <a:off x="4546361" y="396600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6DC4925-E4EF-FDB4-6313-698623D58E03}"/>
              </a:ext>
            </a:extLst>
          </p:cNvPr>
          <p:cNvSpPr txBox="1"/>
          <p:nvPr/>
        </p:nvSpPr>
        <p:spPr>
          <a:xfrm>
            <a:off x="4546360" y="462956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B807440-8700-2B33-44B6-4AEA23BE0467}"/>
              </a:ext>
            </a:extLst>
          </p:cNvPr>
          <p:cNvSpPr txBox="1"/>
          <p:nvPr/>
        </p:nvSpPr>
        <p:spPr>
          <a:xfrm>
            <a:off x="4546359" y="522879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8F53C39-863A-6172-BA4F-223B9B6504E2}"/>
              </a:ext>
            </a:extLst>
          </p:cNvPr>
          <p:cNvCxnSpPr>
            <a:cxnSpLocks/>
          </p:cNvCxnSpPr>
          <p:nvPr/>
        </p:nvCxnSpPr>
        <p:spPr>
          <a:xfrm>
            <a:off x="660400" y="2526280"/>
            <a:ext cx="11297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E3FDEB88-5B9F-8747-EB2B-72AE68129604}"/>
              </a:ext>
            </a:extLst>
          </p:cNvPr>
          <p:cNvSpPr txBox="1"/>
          <p:nvPr/>
        </p:nvSpPr>
        <p:spPr>
          <a:xfrm>
            <a:off x="11531600" y="218516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9B514D8-3269-4E53-0519-9AF329B82C1B}"/>
              </a:ext>
            </a:extLst>
          </p:cNvPr>
          <p:cNvCxnSpPr>
            <a:cxnSpLocks/>
          </p:cNvCxnSpPr>
          <p:nvPr/>
        </p:nvCxnSpPr>
        <p:spPr>
          <a:xfrm>
            <a:off x="658798" y="4528548"/>
            <a:ext cx="11297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46B2193-51E2-C8FB-2A54-2222D550CAE0}"/>
              </a:ext>
            </a:extLst>
          </p:cNvPr>
          <p:cNvSpPr txBox="1"/>
          <p:nvPr/>
        </p:nvSpPr>
        <p:spPr>
          <a:xfrm>
            <a:off x="11529998" y="418742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s2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5197346-5F25-D9F5-615A-F8C28CAE1C17}"/>
              </a:ext>
            </a:extLst>
          </p:cNvPr>
          <p:cNvSpPr txBox="1"/>
          <p:nvPr/>
        </p:nvSpPr>
        <p:spPr>
          <a:xfrm>
            <a:off x="658798" y="6593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6E5234E-8EE9-0B57-EF46-8CA31059DB8E}"/>
              </a:ext>
            </a:extLst>
          </p:cNvPr>
          <p:cNvSpPr txBox="1"/>
          <p:nvPr/>
        </p:nvSpPr>
        <p:spPr>
          <a:xfrm>
            <a:off x="655142" y="12801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8704A12-B9AA-9F2F-6AEB-FBA5A6B06F6B}"/>
              </a:ext>
            </a:extLst>
          </p:cNvPr>
          <p:cNvSpPr txBox="1"/>
          <p:nvPr/>
        </p:nvSpPr>
        <p:spPr>
          <a:xfrm>
            <a:off x="655142" y="1936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BE5C202-AD5A-467F-6870-EAA8D9C47A1C}"/>
              </a:ext>
            </a:extLst>
          </p:cNvPr>
          <p:cNvSpPr txBox="1"/>
          <p:nvPr/>
        </p:nvSpPr>
        <p:spPr>
          <a:xfrm>
            <a:off x="655142" y="259622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7F0AE29-74D8-AF77-CC5D-BB9C48B34020}"/>
              </a:ext>
            </a:extLst>
          </p:cNvPr>
          <p:cNvSpPr txBox="1"/>
          <p:nvPr/>
        </p:nvSpPr>
        <p:spPr>
          <a:xfrm>
            <a:off x="655142" y="33052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0FA726D-1CFA-A12C-AD7B-46E2D29AE8E1}"/>
              </a:ext>
            </a:extLst>
          </p:cNvPr>
          <p:cNvSpPr txBox="1"/>
          <p:nvPr/>
        </p:nvSpPr>
        <p:spPr>
          <a:xfrm>
            <a:off x="655142" y="3955749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A67B2C0-CDDF-FA04-D6AE-955D71E7DAC8}"/>
              </a:ext>
            </a:extLst>
          </p:cNvPr>
          <p:cNvSpPr txBox="1"/>
          <p:nvPr/>
        </p:nvSpPr>
        <p:spPr>
          <a:xfrm>
            <a:off x="655142" y="46662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7D4BB038-0341-40B5-DCF6-99501DC58333}"/>
              </a:ext>
            </a:extLst>
          </p:cNvPr>
          <p:cNvSpPr txBox="1"/>
          <p:nvPr/>
        </p:nvSpPr>
        <p:spPr>
          <a:xfrm>
            <a:off x="655142" y="53211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7486167"/>
      </p:ext>
    </p:extLst>
  </p:cSld>
  <p:clrMapOvr>
    <a:masterClrMapping/>
  </p:clrMapOvr>
  <p:transition spd="slow">
    <p:push dir="u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A7C8-529B-4D32-43DA-A89A458C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Ellipse 9">
            <a:extLst>
              <a:ext uri="{FF2B5EF4-FFF2-40B4-BE49-F238E27FC236}">
                <a16:creationId xmlns:a16="http://schemas.microsoft.com/office/drawing/2014/main" id="{898E3955-FD70-3253-70C5-D5F8A51D6409}"/>
              </a:ext>
            </a:extLst>
          </p:cNvPr>
          <p:cNvSpPr/>
          <p:nvPr/>
        </p:nvSpPr>
        <p:spPr>
          <a:xfrm>
            <a:off x="2899840" y="574040"/>
            <a:ext cx="1584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A,B,C,D,E,F,G,H</a:t>
            </a:r>
          </a:p>
        </p:txBody>
      </p:sp>
      <p:sp>
        <p:nvSpPr>
          <p:cNvPr id="5" name="!!Ellipse 9">
            <a:extLst>
              <a:ext uri="{FF2B5EF4-FFF2-40B4-BE49-F238E27FC236}">
                <a16:creationId xmlns:a16="http://schemas.microsoft.com/office/drawing/2014/main" id="{5BD6D635-F986-DB77-5A03-0D904F5B271E}"/>
              </a:ext>
            </a:extLst>
          </p:cNvPr>
          <p:cNvSpPr/>
          <p:nvPr/>
        </p:nvSpPr>
        <p:spPr>
          <a:xfrm>
            <a:off x="1397040" y="12446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A,B,C,D,E,F,G</a:t>
            </a:r>
          </a:p>
        </p:txBody>
      </p:sp>
      <p:sp>
        <p:nvSpPr>
          <p:cNvPr id="6" name="!!Ellipse 9">
            <a:extLst>
              <a:ext uri="{FF2B5EF4-FFF2-40B4-BE49-F238E27FC236}">
                <a16:creationId xmlns:a16="http://schemas.microsoft.com/office/drawing/2014/main" id="{3E690BA1-AF27-AD0B-01D8-73B495E31C62}"/>
              </a:ext>
            </a:extLst>
          </p:cNvPr>
          <p:cNvSpPr/>
          <p:nvPr/>
        </p:nvSpPr>
        <p:spPr>
          <a:xfrm>
            <a:off x="2971840" y="12446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A,B,C,D,E,F,H</a:t>
            </a:r>
          </a:p>
        </p:txBody>
      </p:sp>
      <p:sp>
        <p:nvSpPr>
          <p:cNvPr id="7" name="!!Ellipse 9">
            <a:extLst>
              <a:ext uri="{FF2B5EF4-FFF2-40B4-BE49-F238E27FC236}">
                <a16:creationId xmlns:a16="http://schemas.microsoft.com/office/drawing/2014/main" id="{CF156606-B6EE-B1AB-B247-D9FCE2453E80}"/>
              </a:ext>
            </a:extLst>
          </p:cNvPr>
          <p:cNvSpPr/>
          <p:nvPr/>
        </p:nvSpPr>
        <p:spPr>
          <a:xfrm>
            <a:off x="1397040" y="19151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A,B,C,D,E,F</a:t>
            </a:r>
          </a:p>
        </p:txBody>
      </p:sp>
      <p:sp>
        <p:nvSpPr>
          <p:cNvPr id="8" name="!!Ellipse 9">
            <a:extLst>
              <a:ext uri="{FF2B5EF4-FFF2-40B4-BE49-F238E27FC236}">
                <a16:creationId xmlns:a16="http://schemas.microsoft.com/office/drawing/2014/main" id="{D4BDE016-A086-5F02-3F36-30FE4377267A}"/>
              </a:ext>
            </a:extLst>
          </p:cNvPr>
          <p:cNvSpPr/>
          <p:nvPr/>
        </p:nvSpPr>
        <p:spPr>
          <a:xfrm>
            <a:off x="2971840" y="19151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A,B,C,D,E,H</a:t>
            </a:r>
          </a:p>
        </p:txBody>
      </p:sp>
      <p:sp>
        <p:nvSpPr>
          <p:cNvPr id="9" name="!!Ellipse 9">
            <a:extLst>
              <a:ext uri="{FF2B5EF4-FFF2-40B4-BE49-F238E27FC236}">
                <a16:creationId xmlns:a16="http://schemas.microsoft.com/office/drawing/2014/main" id="{4928E98F-A52E-7F15-328E-38938D2E1718}"/>
              </a:ext>
            </a:extLst>
          </p:cNvPr>
          <p:cNvSpPr/>
          <p:nvPr/>
        </p:nvSpPr>
        <p:spPr>
          <a:xfrm>
            <a:off x="1397040" y="258572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A,B,C,D,E</a:t>
            </a:r>
          </a:p>
        </p:txBody>
      </p:sp>
      <p:sp>
        <p:nvSpPr>
          <p:cNvPr id="10" name="!!Ellipse 9">
            <a:extLst>
              <a:ext uri="{FF2B5EF4-FFF2-40B4-BE49-F238E27FC236}">
                <a16:creationId xmlns:a16="http://schemas.microsoft.com/office/drawing/2014/main" id="{6485ACF2-DBDA-C4E0-D9AB-3C704DE3870D}"/>
              </a:ext>
            </a:extLst>
          </p:cNvPr>
          <p:cNvSpPr/>
          <p:nvPr/>
        </p:nvSpPr>
        <p:spPr>
          <a:xfrm>
            <a:off x="2971840" y="258572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A,B,C,D,F</a:t>
            </a:r>
          </a:p>
        </p:txBody>
      </p:sp>
      <p:sp>
        <p:nvSpPr>
          <p:cNvPr id="11" name="!!Ellipse 9">
            <a:extLst>
              <a:ext uri="{FF2B5EF4-FFF2-40B4-BE49-F238E27FC236}">
                <a16:creationId xmlns:a16="http://schemas.microsoft.com/office/drawing/2014/main" id="{BDDF4DAF-DD89-90E1-600B-187804897B76}"/>
              </a:ext>
            </a:extLst>
          </p:cNvPr>
          <p:cNvSpPr/>
          <p:nvPr/>
        </p:nvSpPr>
        <p:spPr>
          <a:xfrm>
            <a:off x="1397040" y="325628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A,B,C,D</a:t>
            </a:r>
          </a:p>
        </p:txBody>
      </p:sp>
      <p:sp>
        <p:nvSpPr>
          <p:cNvPr id="12" name="!!Ellipse 9">
            <a:extLst>
              <a:ext uri="{FF2B5EF4-FFF2-40B4-BE49-F238E27FC236}">
                <a16:creationId xmlns:a16="http://schemas.microsoft.com/office/drawing/2014/main" id="{21D6C5C1-BDCE-27FA-6054-00734A8FD4D5}"/>
              </a:ext>
            </a:extLst>
          </p:cNvPr>
          <p:cNvSpPr/>
          <p:nvPr/>
        </p:nvSpPr>
        <p:spPr>
          <a:xfrm>
            <a:off x="2971840" y="325628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A,B,C,E</a:t>
            </a:r>
          </a:p>
        </p:txBody>
      </p:sp>
      <p:sp>
        <p:nvSpPr>
          <p:cNvPr id="13" name="!!Ellipse 9">
            <a:extLst>
              <a:ext uri="{FF2B5EF4-FFF2-40B4-BE49-F238E27FC236}">
                <a16:creationId xmlns:a16="http://schemas.microsoft.com/office/drawing/2014/main" id="{4872DE54-D94E-26AB-EB4F-7634729CE33B}"/>
              </a:ext>
            </a:extLst>
          </p:cNvPr>
          <p:cNvSpPr/>
          <p:nvPr/>
        </p:nvSpPr>
        <p:spPr>
          <a:xfrm>
            <a:off x="1397040" y="392684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A,B,C</a:t>
            </a:r>
          </a:p>
        </p:txBody>
      </p:sp>
      <p:sp>
        <p:nvSpPr>
          <p:cNvPr id="14" name="!!Ellipse 9">
            <a:extLst>
              <a:ext uri="{FF2B5EF4-FFF2-40B4-BE49-F238E27FC236}">
                <a16:creationId xmlns:a16="http://schemas.microsoft.com/office/drawing/2014/main" id="{A977FDE9-29E4-519F-1A6B-C3D13324B906}"/>
              </a:ext>
            </a:extLst>
          </p:cNvPr>
          <p:cNvSpPr/>
          <p:nvPr/>
        </p:nvSpPr>
        <p:spPr>
          <a:xfrm>
            <a:off x="2971840" y="392684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A,B,D</a:t>
            </a:r>
          </a:p>
        </p:txBody>
      </p:sp>
      <p:sp>
        <p:nvSpPr>
          <p:cNvPr id="15" name="!!Ellipse 9">
            <a:extLst>
              <a:ext uri="{FF2B5EF4-FFF2-40B4-BE49-F238E27FC236}">
                <a16:creationId xmlns:a16="http://schemas.microsoft.com/office/drawing/2014/main" id="{1DFA235C-6CE1-8A15-00AF-FBFC814632B1}"/>
              </a:ext>
            </a:extLst>
          </p:cNvPr>
          <p:cNvSpPr/>
          <p:nvPr/>
        </p:nvSpPr>
        <p:spPr>
          <a:xfrm>
            <a:off x="1397040" y="45974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A,B</a:t>
            </a:r>
          </a:p>
        </p:txBody>
      </p:sp>
      <p:sp>
        <p:nvSpPr>
          <p:cNvPr id="16" name="!!Ellipse 9">
            <a:extLst>
              <a:ext uri="{FF2B5EF4-FFF2-40B4-BE49-F238E27FC236}">
                <a16:creationId xmlns:a16="http://schemas.microsoft.com/office/drawing/2014/main" id="{BF8A886B-7712-BE63-F1D0-28B826F90BA5}"/>
              </a:ext>
            </a:extLst>
          </p:cNvPr>
          <p:cNvSpPr/>
          <p:nvPr/>
        </p:nvSpPr>
        <p:spPr>
          <a:xfrm>
            <a:off x="2971840" y="459740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7" name="!!Ellipse 9">
            <a:extLst>
              <a:ext uri="{FF2B5EF4-FFF2-40B4-BE49-F238E27FC236}">
                <a16:creationId xmlns:a16="http://schemas.microsoft.com/office/drawing/2014/main" id="{406B79AA-A990-0656-3608-C5CCBA43BF83}"/>
              </a:ext>
            </a:extLst>
          </p:cNvPr>
          <p:cNvSpPr/>
          <p:nvPr/>
        </p:nvSpPr>
        <p:spPr>
          <a:xfrm>
            <a:off x="1397040" y="52679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!!Ellipse 9">
            <a:extLst>
              <a:ext uri="{FF2B5EF4-FFF2-40B4-BE49-F238E27FC236}">
                <a16:creationId xmlns:a16="http://schemas.microsoft.com/office/drawing/2014/main" id="{D79885E6-5C45-6F8A-4045-9A992682EB7A}"/>
              </a:ext>
            </a:extLst>
          </p:cNvPr>
          <p:cNvSpPr/>
          <p:nvPr/>
        </p:nvSpPr>
        <p:spPr>
          <a:xfrm>
            <a:off x="2971840" y="5267960"/>
            <a:ext cx="1440000" cy="54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7BEB6F1-464F-2DCD-0305-568F55DA8262}"/>
              </a:ext>
            </a:extLst>
          </p:cNvPr>
          <p:cNvSpPr txBox="1"/>
          <p:nvPr/>
        </p:nvSpPr>
        <p:spPr>
          <a:xfrm>
            <a:off x="4546640" y="132993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F97D133-634E-7534-8E00-60A14641637E}"/>
              </a:ext>
            </a:extLst>
          </p:cNvPr>
          <p:cNvSpPr txBox="1"/>
          <p:nvPr/>
        </p:nvSpPr>
        <p:spPr>
          <a:xfrm>
            <a:off x="4546362" y="325628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B62E289-1D64-BFEC-EE67-93DB4E1C5B6C}"/>
              </a:ext>
            </a:extLst>
          </p:cNvPr>
          <p:cNvSpPr txBox="1"/>
          <p:nvPr/>
        </p:nvSpPr>
        <p:spPr>
          <a:xfrm>
            <a:off x="4546363" y="25857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8944A4A-7190-E3DE-A50C-4C80B9950DBB}"/>
              </a:ext>
            </a:extLst>
          </p:cNvPr>
          <p:cNvSpPr txBox="1"/>
          <p:nvPr/>
        </p:nvSpPr>
        <p:spPr>
          <a:xfrm>
            <a:off x="4546362" y="199349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3DA524C-6D15-68C8-65B8-E02089E619DC}"/>
              </a:ext>
            </a:extLst>
          </p:cNvPr>
          <p:cNvSpPr txBox="1"/>
          <p:nvPr/>
        </p:nvSpPr>
        <p:spPr>
          <a:xfrm>
            <a:off x="4546361" y="396600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0B11885-F473-D705-4F05-4C4EA8990DDF}"/>
              </a:ext>
            </a:extLst>
          </p:cNvPr>
          <p:cNvSpPr txBox="1"/>
          <p:nvPr/>
        </p:nvSpPr>
        <p:spPr>
          <a:xfrm>
            <a:off x="4546360" y="462956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81E515E-E645-B059-4065-DBC6C4BD7BA1}"/>
              </a:ext>
            </a:extLst>
          </p:cNvPr>
          <p:cNvSpPr txBox="1"/>
          <p:nvPr/>
        </p:nvSpPr>
        <p:spPr>
          <a:xfrm>
            <a:off x="4546359" y="522879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DEFA258-302B-E928-B724-A419055ACE26}"/>
              </a:ext>
            </a:extLst>
          </p:cNvPr>
          <p:cNvCxnSpPr>
            <a:cxnSpLocks/>
          </p:cNvCxnSpPr>
          <p:nvPr/>
        </p:nvCxnSpPr>
        <p:spPr>
          <a:xfrm>
            <a:off x="660400" y="2526280"/>
            <a:ext cx="11297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7053E720-C541-135B-92A3-CEDE429E9019}"/>
              </a:ext>
            </a:extLst>
          </p:cNvPr>
          <p:cNvSpPr txBox="1"/>
          <p:nvPr/>
        </p:nvSpPr>
        <p:spPr>
          <a:xfrm>
            <a:off x="11531600" y="218516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FDC42A3-57B2-AC21-9680-2674B9DB8945}"/>
              </a:ext>
            </a:extLst>
          </p:cNvPr>
          <p:cNvCxnSpPr>
            <a:cxnSpLocks/>
          </p:cNvCxnSpPr>
          <p:nvPr/>
        </p:nvCxnSpPr>
        <p:spPr>
          <a:xfrm>
            <a:off x="658798" y="4528548"/>
            <a:ext cx="11297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1FA9DC3C-7438-2DC7-7197-FB52E977D324}"/>
              </a:ext>
            </a:extLst>
          </p:cNvPr>
          <p:cNvSpPr txBox="1"/>
          <p:nvPr/>
        </p:nvSpPr>
        <p:spPr>
          <a:xfrm>
            <a:off x="11529998" y="418742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s2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C7D12F7-FD5D-48D4-6DE0-A3312506F146}"/>
              </a:ext>
            </a:extLst>
          </p:cNvPr>
          <p:cNvSpPr txBox="1"/>
          <p:nvPr/>
        </p:nvSpPr>
        <p:spPr>
          <a:xfrm>
            <a:off x="658798" y="6593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D4AA33A-6B51-541A-D317-4B2505E28122}"/>
              </a:ext>
            </a:extLst>
          </p:cNvPr>
          <p:cNvSpPr txBox="1"/>
          <p:nvPr/>
        </p:nvSpPr>
        <p:spPr>
          <a:xfrm>
            <a:off x="655142" y="12801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787113E4-3D7E-DE2D-D632-A97EE2CBB989}"/>
              </a:ext>
            </a:extLst>
          </p:cNvPr>
          <p:cNvSpPr txBox="1"/>
          <p:nvPr/>
        </p:nvSpPr>
        <p:spPr>
          <a:xfrm>
            <a:off x="655142" y="1936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34FB018-73CB-D703-8E8F-5198899B960C}"/>
              </a:ext>
            </a:extLst>
          </p:cNvPr>
          <p:cNvSpPr txBox="1"/>
          <p:nvPr/>
        </p:nvSpPr>
        <p:spPr>
          <a:xfrm>
            <a:off x="655142" y="259622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8B2F86E-2E9B-958F-874D-4686764908E5}"/>
              </a:ext>
            </a:extLst>
          </p:cNvPr>
          <p:cNvSpPr txBox="1"/>
          <p:nvPr/>
        </p:nvSpPr>
        <p:spPr>
          <a:xfrm>
            <a:off x="655142" y="33052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34C0C1C7-DCEA-B5CA-8356-CB6D8C8E201F}"/>
              </a:ext>
            </a:extLst>
          </p:cNvPr>
          <p:cNvSpPr txBox="1"/>
          <p:nvPr/>
        </p:nvSpPr>
        <p:spPr>
          <a:xfrm>
            <a:off x="655142" y="3955749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E08C5C3-594E-B7B7-28C1-35A91988CF4F}"/>
              </a:ext>
            </a:extLst>
          </p:cNvPr>
          <p:cNvSpPr txBox="1"/>
          <p:nvPr/>
        </p:nvSpPr>
        <p:spPr>
          <a:xfrm>
            <a:off x="655142" y="46662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AA5CA76-6F2A-7672-FF36-E4092DA0764A}"/>
              </a:ext>
            </a:extLst>
          </p:cNvPr>
          <p:cNvSpPr txBox="1"/>
          <p:nvPr/>
        </p:nvSpPr>
        <p:spPr>
          <a:xfrm>
            <a:off x="655142" y="53211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463DAC-DF06-1FCE-0BC0-84F6603F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280" y="847644"/>
            <a:ext cx="6153152" cy="1157712"/>
          </a:xfrm>
        </p:spPr>
        <p:txBody>
          <a:bodyPr>
            <a:normAutofit/>
          </a:bodyPr>
          <a:lstStyle/>
          <a:p>
            <a:pPr algn="ctr"/>
            <a:r>
              <a:rPr lang="de-DE" sz="4800" b="1" dirty="0"/>
              <a:t>Top Down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8D820149-43AA-B6AD-B754-E69F2B795AD2}"/>
              </a:ext>
            </a:extLst>
          </p:cNvPr>
          <p:cNvSpPr txBox="1">
            <a:spLocks/>
          </p:cNvSpPr>
          <p:nvPr/>
        </p:nvSpPr>
        <p:spPr>
          <a:xfrm>
            <a:off x="4973280" y="2938144"/>
            <a:ext cx="6153152" cy="1157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800" b="1" dirty="0"/>
              <a:t>Random Walk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EF41D8C8-99ED-B0B7-9B60-205A58958D07}"/>
              </a:ext>
            </a:extLst>
          </p:cNvPr>
          <p:cNvSpPr txBox="1">
            <a:spLocks/>
          </p:cNvSpPr>
          <p:nvPr/>
        </p:nvSpPr>
        <p:spPr>
          <a:xfrm>
            <a:off x="4973280" y="4801876"/>
            <a:ext cx="6153152" cy="1157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800" b="1" dirty="0"/>
              <a:t>Bottom Up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DD6C2776-2494-0A3F-A9B1-BFE07156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05" t="21940" r="21603" b="22552"/>
          <a:stretch>
            <a:fillRect/>
          </a:stretch>
        </p:blipFill>
        <p:spPr>
          <a:xfrm>
            <a:off x="10173946" y="2938144"/>
            <a:ext cx="1242028" cy="1197094"/>
          </a:xfrm>
          <a:prstGeom prst="rect">
            <a:avLst/>
          </a:prstGeom>
        </p:spPr>
      </p:pic>
      <p:sp>
        <p:nvSpPr>
          <p:cNvPr id="40" name="Pfeil: nach unten 39">
            <a:extLst>
              <a:ext uri="{FF2B5EF4-FFF2-40B4-BE49-F238E27FC236}">
                <a16:creationId xmlns:a16="http://schemas.microsoft.com/office/drawing/2014/main" id="{3C1D5D5C-2BD0-396D-DBEC-06DF05B53E5C}"/>
              </a:ext>
            </a:extLst>
          </p:cNvPr>
          <p:cNvSpPr>
            <a:spLocks noChangeAspect="1"/>
          </p:cNvSpPr>
          <p:nvPr/>
        </p:nvSpPr>
        <p:spPr>
          <a:xfrm>
            <a:off x="10388956" y="1060440"/>
            <a:ext cx="812008" cy="730807"/>
          </a:xfrm>
          <a:prstGeom prst="down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Pfeil: nach unten 40">
            <a:extLst>
              <a:ext uri="{FF2B5EF4-FFF2-40B4-BE49-F238E27FC236}">
                <a16:creationId xmlns:a16="http://schemas.microsoft.com/office/drawing/2014/main" id="{07054409-8265-F00F-DBF3-D9A9D834D2C7}"/>
              </a:ext>
            </a:extLst>
          </p:cNvPr>
          <p:cNvSpPr>
            <a:spLocks noChangeAspect="1"/>
          </p:cNvSpPr>
          <p:nvPr/>
        </p:nvSpPr>
        <p:spPr>
          <a:xfrm flipV="1">
            <a:off x="10388956" y="4945841"/>
            <a:ext cx="812008" cy="730807"/>
          </a:xfrm>
          <a:prstGeom prst="down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464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3672</Words>
  <Application>Microsoft Office PowerPoint</Application>
  <PresentationFormat>Breitbild</PresentationFormat>
  <Paragraphs>1643</Paragraphs>
  <Slides>81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81</vt:i4>
      </vt:variant>
    </vt:vector>
  </HeadingPairs>
  <TitlesOfParts>
    <vt:vector size="86" baseType="lpstr">
      <vt:lpstr>Aptos</vt:lpstr>
      <vt:lpstr>Aptos Display</vt:lpstr>
      <vt:lpstr>Arial</vt:lpstr>
      <vt:lpstr>Cambria Math</vt:lpstr>
      <vt:lpstr>Office</vt:lpstr>
      <vt:lpstr>Beispiel Rechnung: „Wir wollen 75% der Personen erreichen“</vt:lpstr>
      <vt:lpstr>PowerPoint-Präsentation</vt:lpstr>
      <vt:lpstr>Was bedeuten in unserem Beispiel 75% ?</vt:lpstr>
      <vt:lpstr>Sonderfälle:</vt:lpstr>
      <vt:lpstr>Was suchen wir konkret für eine Belegung?</vt:lpstr>
      <vt:lpstr>Was suchen wir konkret für eine Belegung?</vt:lpstr>
      <vt:lpstr>Was suchen wir konkret für eine Belegung?</vt:lpstr>
      <vt:lpstr>Dies sind „Harte Ranking Bedingungen“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Bottom Up</vt:lpstr>
      <vt:lpstr>1.) Starte mit unären Kandidaten ∀A∈S  2.) Generiere Kandidaten X nur wenn ∀A∈S:X/A       invalide sind</vt:lpstr>
      <vt:lpstr>Ebene 1:</vt:lpstr>
      <vt:lpstr>Ebene 1:</vt:lpstr>
      <vt:lpstr>Ebene 1:</vt:lpstr>
      <vt:lpstr>Ebene 2:</vt:lpstr>
      <vt:lpstr>Ebene 2:</vt:lpstr>
      <vt:lpstr>Ebene 2:</vt:lpstr>
      <vt:lpstr>Ebene 2:</vt:lpstr>
      <vt:lpstr>Ebene 2:</vt:lpstr>
      <vt:lpstr>Bottom Up</vt:lpstr>
      <vt:lpstr>Top Down</vt:lpstr>
      <vt:lpstr>1.) Starte mit Top Level Kandidaten X = S  2.) Generiere Kandidaten ∀A∈S:X/A nur wenn …  alle Spezialisierungen Valide sind</vt:lpstr>
      <vt:lpstr>Ebene 8:</vt:lpstr>
      <vt:lpstr>Ebene 8:</vt:lpstr>
      <vt:lpstr>Ebene 7:</vt:lpstr>
      <vt:lpstr>Ebene 7:</vt:lpstr>
      <vt:lpstr>Ebene 6:</vt:lpstr>
      <vt:lpstr>Ebene 6:</vt:lpstr>
      <vt:lpstr>Ebene 5:</vt:lpstr>
      <vt:lpstr>Ebene 5:</vt:lpstr>
      <vt:lpstr>Ebene 4:</vt:lpstr>
      <vt:lpstr>Ebene 4:</vt:lpstr>
      <vt:lpstr>Ebene 3:</vt:lpstr>
      <vt:lpstr>Ebene 3:</vt:lpstr>
      <vt:lpstr>Ebene 2:</vt:lpstr>
      <vt:lpstr>Ebene 2:</vt:lpstr>
      <vt:lpstr>Wie bestimmen wir, ob ein Knoten N eine Generalisierung von einem anderen Knoten M ist?</vt:lpstr>
      <vt:lpstr>Dazu betrachten wir folgende Aussagenlogische Formel G:</vt:lpstr>
      <vt:lpstr>Folglich gibt sie wahr aus sollte ein Bit der Aussage „ X_2 ist eine Generalisierung von X_1“ widersprechen </vt:lpstr>
      <vt:lpstr>Somit lässt sich folgern:</vt:lpstr>
      <vt:lpstr>Ebene 2:</vt:lpstr>
      <vt:lpstr>Ebene 2:</vt:lpstr>
      <vt:lpstr>Ebene 2:</vt:lpstr>
      <vt:lpstr>Ebene 2:</vt:lpstr>
      <vt:lpstr>Ebene 1:</vt:lpstr>
      <vt:lpstr>Ebene 1:</vt:lpstr>
      <vt:lpstr>Ebene 1:</vt:lpstr>
      <vt:lpstr>Ebene 2:</vt:lpstr>
      <vt:lpstr>Ebene 2:</vt:lpstr>
      <vt:lpstr>Ebene 2:</vt:lpstr>
      <vt:lpstr>Top Down</vt:lpstr>
      <vt:lpstr>Random Walk</vt:lpstr>
      <vt:lpstr>1.) Starte mit zufälligem Kandidaten X  2.) Ist X valide: Top Down, sonst: Bottom Up</vt:lpstr>
      <vt:lpstr>Start-Instanz:</vt:lpstr>
      <vt:lpstr>Start-Instanz:</vt:lpstr>
      <vt:lpstr>Start-Instanz:</vt:lpstr>
      <vt:lpstr>Start-Instanz:</vt:lpstr>
      <vt:lpstr>Start-Instanz:</vt:lpstr>
      <vt:lpstr>Start-Instanz:</vt:lpstr>
      <vt:lpstr>Instanz 1:</vt:lpstr>
      <vt:lpstr>Instanz 1:</vt:lpstr>
      <vt:lpstr>Instanz 1:</vt:lpstr>
      <vt:lpstr>Instanz 1:</vt:lpstr>
      <vt:lpstr>Instanz 2:</vt:lpstr>
      <vt:lpstr>Instanz 2:</vt:lpstr>
      <vt:lpstr>Instanz 2:</vt:lpstr>
      <vt:lpstr>Instanz 3:</vt:lpstr>
      <vt:lpstr>Instanz 3:</vt:lpstr>
      <vt:lpstr>Instanz 3:</vt:lpstr>
      <vt:lpstr>Instanz 4:</vt:lpstr>
      <vt:lpstr>Instanz 4:</vt:lpstr>
      <vt:lpstr>Instanz 4:</vt:lpstr>
      <vt:lpstr>Random Walk</vt:lpstr>
      <vt:lpstr>Bottom Up</vt:lpstr>
      <vt:lpstr>Kombinierter Ansatz</vt:lpstr>
      <vt:lpstr>PowerPoint-Präsentation</vt:lpstr>
      <vt:lpstr>Top 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Nuhn</dc:creator>
  <cp:lastModifiedBy>Philipp Nuhn</cp:lastModifiedBy>
  <cp:revision>5</cp:revision>
  <dcterms:created xsi:type="dcterms:W3CDTF">2025-10-30T09:46:45Z</dcterms:created>
  <dcterms:modified xsi:type="dcterms:W3CDTF">2025-12-18T09:33:25Z</dcterms:modified>
</cp:coreProperties>
</file>