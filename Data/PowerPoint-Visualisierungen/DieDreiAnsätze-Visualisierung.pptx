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9" r:id="rId24"/>
    <p:sldId id="290" r:id="rId25"/>
    <p:sldId id="278" r:id="rId26"/>
    <p:sldId id="291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8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8" r:id="rId64"/>
    <p:sldId id="32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3CC2A-C44E-A872-CDD8-254046DB0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5E1F401-6E90-208E-8060-8608D8FEA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4C63DC-C210-7477-345B-3C463DD1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8966-4F4F-42DC-AFB1-AEE6CBBAFFE7}" type="datetimeFigureOut">
              <a:rPr lang="de-DE" smtClean="0"/>
              <a:t>25.09.2025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BFBAA0-32D7-E13E-D559-F3973C47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07341F-E518-2CD7-0C4A-D3B56FEE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8789-87A2-4321-91BB-6A26B5842B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2372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FB6DE0-850E-F724-8F12-BBE1A7330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E22541-25F5-C5EC-43EA-26EB767D8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F2CFCA-D33E-572D-7763-13006BB7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8966-4F4F-42DC-AFB1-AEE6CBBAFFE7}" type="datetimeFigureOut">
              <a:rPr lang="de-DE" smtClean="0"/>
              <a:t>25.09.2025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B2DBA5-7C56-6E18-435B-E6565ED27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0B9BDA-CDEA-9EAC-A7CF-E3EDC1EE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8789-87A2-4321-91BB-6A26B5842B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13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D0D0EE-DCE3-424E-B4A7-8D22337C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83D89E-9659-2D5B-582E-C63D38743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9DE9BA-FA49-2AFC-E1C4-2118EB11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8966-4F4F-42DC-AFB1-AEE6CBBAFFE7}" type="datetimeFigureOut">
              <a:rPr lang="de-DE" smtClean="0"/>
              <a:t>25.09.2025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79B64-7A54-902A-A250-6FFC5B5B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C2F2A4-21D8-BB42-5128-0DF11F133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8789-87A2-4321-91BB-6A26B5842B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382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3823E7-9B4D-FFC1-3B9E-E60DB50F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9F383D-5047-544F-34E6-E154A6591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AC77B9-2460-FE4B-A5D0-D9FDEA17E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DF714E-8791-C131-CE98-109B265F2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8966-4F4F-42DC-AFB1-AEE6CBBAFFE7}" type="datetimeFigureOut">
              <a:rPr lang="de-DE" smtClean="0"/>
              <a:t>25.09.2025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FFD8B8-7EEE-3EDE-7D2E-643D7027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9F4E9C-EE58-1822-25D6-9FE56BEF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8789-87A2-4321-91BB-6A26B5842B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750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1DA9D5-34A7-D0E1-8719-F8B6BACA7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E5524B-C20B-C55B-DCF2-08E442E3C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28D92E8-B34B-5F66-D6B7-149EFA047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3A6849A-9CD3-5159-555E-968127299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73BFA55-8A12-4635-59D7-1349999B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DC3AD05-05B9-B31A-DA0A-B2DAC494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8966-4F4F-42DC-AFB1-AEE6CBBAFFE7}" type="datetimeFigureOut">
              <a:rPr lang="de-DE" smtClean="0"/>
              <a:t>25.09.2025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7890D30-2F2B-86A3-1DFA-74E3DE2F0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287EB8-A83C-D6E8-C7BF-137A4AAE9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8789-87A2-4321-91BB-6A26B5842B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3056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7296F3-F753-0FB1-B4A5-F1C0B673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E857ED-40C6-423C-1488-E4B8C6F6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8966-4F4F-42DC-AFB1-AEE6CBBAFFE7}" type="datetimeFigureOut">
              <a:rPr lang="de-DE" smtClean="0"/>
              <a:t>25.09.2025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68043C-7332-4D69-FC00-5CD2D50E1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059494-C0DA-5B2E-44BB-EA115DDBD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8789-87A2-4321-91BB-6A26B5842B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4980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71198DB-E03D-B5AB-8650-0F95344AF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8966-4F4F-42DC-AFB1-AEE6CBBAFFE7}" type="datetimeFigureOut">
              <a:rPr lang="de-DE" smtClean="0"/>
              <a:t>25.09.2025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1CBAD1-76B6-B4D5-38B0-2A954E08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A5AF1C-EED6-DE6C-17D3-A11C2CEC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8789-87A2-4321-91BB-6A26B5842B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35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F0E83C-33D5-D49D-2C4C-D74644A84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6797B0-57B4-86F2-6839-70EEA2EE4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4B9AB2-DBEC-C09B-817C-850FE851E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A6746C-D0D7-045F-8E45-2DEB33655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8966-4F4F-42DC-AFB1-AEE6CBBAFFE7}" type="datetimeFigureOut">
              <a:rPr lang="de-DE" smtClean="0"/>
              <a:t>25.09.2025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F93465-1DA3-F354-CCBF-129D93FE3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6BBAD6-2BCF-2939-6116-817A4924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8789-87A2-4321-91BB-6A26B5842B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97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E5EF2C-9E2E-C558-810E-9EBE3056E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E5178A5-4C65-8021-2573-49A73DCCE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467504-109B-8642-A36A-CE0DFCB9F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2E7BF8D-3315-C289-2B66-E48A3AAFC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8966-4F4F-42DC-AFB1-AEE6CBBAFFE7}" type="datetimeFigureOut">
              <a:rPr lang="de-DE" smtClean="0"/>
              <a:t>25.09.2025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EDCDD2-CFFA-B741-F8E6-4B0048872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5B8CB2-87BD-AF0F-C3F5-CB605BA40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8789-87A2-4321-91BB-6A26B5842B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8627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D2F168-9A34-858D-76EA-882F21634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807146-B81A-B08E-C513-98064455E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E72FF7-BFF9-E63C-0B2C-D86275920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8966-4F4F-42DC-AFB1-AEE6CBBAFFE7}" type="datetimeFigureOut">
              <a:rPr lang="de-DE" smtClean="0"/>
              <a:t>25.09.2025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77394E-0A84-1AE6-3832-35A72D53B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D08FA7-CD3C-E684-8447-C5FDB5D9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8789-87A2-4321-91BB-6A26B5842B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972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6A7DCA2-78A5-317B-8410-491137C3B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45E5C83-B519-2F40-D2BD-50D309AA3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F3499A-6E46-5B3A-CAE5-A049394E7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8966-4F4F-42DC-AFB1-AEE6CBBAFFE7}" type="datetimeFigureOut">
              <a:rPr lang="de-DE" smtClean="0"/>
              <a:t>25.09.2025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3B0C69-368B-3D50-BAA1-E6A5A4E5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D870E4-EB86-A6BC-D6DA-80592E1E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8789-87A2-4321-91BB-6A26B5842B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745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984CD8C-9F2F-8FDD-6513-F78DF8FC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F849EE-C6E4-2B08-A3BF-33CC0607A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43E856-E141-8912-FDD0-7A44EB9C1B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18966-4F4F-42DC-AFB1-AEE6CBBAFFE7}" type="datetimeFigureOut">
              <a:rPr lang="de-DE" smtClean="0"/>
              <a:t>25.09.2025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0F222D-1435-AC88-300F-4B5AB4DDC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325908-EF45-763B-D6F8-D97239DB4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58789-87A2-4321-91BB-6A26B5842B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3688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microsoft.com/office/2007/relationships/hdphoto" Target="../media/hdphoto3.wdp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7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sv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37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68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67.png"/><Relationship Id="rId17" Type="http://schemas.openxmlformats.org/officeDocument/2006/relationships/image" Target="../media/image57.png"/><Relationship Id="rId2" Type="http://schemas.openxmlformats.org/officeDocument/2006/relationships/image" Target="../media/image37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70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63.png"/><Relationship Id="rId9" Type="http://schemas.openxmlformats.org/officeDocument/2006/relationships/image" Target="../media/image66.png"/><Relationship Id="rId14" Type="http://schemas.openxmlformats.org/officeDocument/2006/relationships/image" Target="../media/image69.png"/><Relationship Id="rId22" Type="http://schemas.openxmlformats.org/officeDocument/2006/relationships/image" Target="../media/image62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68.png"/><Relationship Id="rId18" Type="http://schemas.openxmlformats.org/officeDocument/2006/relationships/image" Target="../media/image58.png"/><Relationship Id="rId26" Type="http://schemas.openxmlformats.org/officeDocument/2006/relationships/image" Target="../media/image74.pn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67.png"/><Relationship Id="rId17" Type="http://schemas.openxmlformats.org/officeDocument/2006/relationships/image" Target="../media/image57.png"/><Relationship Id="rId25" Type="http://schemas.openxmlformats.org/officeDocument/2006/relationships/image" Target="../media/image73.png"/><Relationship Id="rId2" Type="http://schemas.openxmlformats.org/officeDocument/2006/relationships/image" Target="../media/image37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29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51.png"/><Relationship Id="rId24" Type="http://schemas.openxmlformats.org/officeDocument/2006/relationships/image" Target="../media/image72.png"/><Relationship Id="rId5" Type="http://schemas.openxmlformats.org/officeDocument/2006/relationships/image" Target="../media/image45.png"/><Relationship Id="rId15" Type="http://schemas.openxmlformats.org/officeDocument/2006/relationships/image" Target="../media/image70.png"/><Relationship Id="rId23" Type="http://schemas.openxmlformats.org/officeDocument/2006/relationships/image" Target="../media/image71.png"/><Relationship Id="rId28" Type="http://schemas.openxmlformats.org/officeDocument/2006/relationships/image" Target="../media/image76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63.png"/><Relationship Id="rId9" Type="http://schemas.openxmlformats.org/officeDocument/2006/relationships/image" Target="../media/image66.png"/><Relationship Id="rId14" Type="http://schemas.openxmlformats.org/officeDocument/2006/relationships/image" Target="../media/image69.png"/><Relationship Id="rId22" Type="http://schemas.openxmlformats.org/officeDocument/2006/relationships/image" Target="../media/image62.png"/><Relationship Id="rId27" Type="http://schemas.openxmlformats.org/officeDocument/2006/relationships/image" Target="../media/image75.png"/><Relationship Id="rId30" Type="http://schemas.openxmlformats.org/officeDocument/2006/relationships/image" Target="../media/image78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68.png"/><Relationship Id="rId18" Type="http://schemas.openxmlformats.org/officeDocument/2006/relationships/image" Target="../media/image58.png"/><Relationship Id="rId26" Type="http://schemas.openxmlformats.org/officeDocument/2006/relationships/image" Target="../media/image82.pn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67.png"/><Relationship Id="rId17" Type="http://schemas.openxmlformats.org/officeDocument/2006/relationships/image" Target="../media/image57.png"/><Relationship Id="rId25" Type="http://schemas.openxmlformats.org/officeDocument/2006/relationships/image" Target="../media/image81.png"/><Relationship Id="rId2" Type="http://schemas.openxmlformats.org/officeDocument/2006/relationships/image" Target="../media/image37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51.png"/><Relationship Id="rId24" Type="http://schemas.openxmlformats.org/officeDocument/2006/relationships/image" Target="../media/image80.png"/><Relationship Id="rId5" Type="http://schemas.openxmlformats.org/officeDocument/2006/relationships/image" Target="../media/image45.png"/><Relationship Id="rId15" Type="http://schemas.openxmlformats.org/officeDocument/2006/relationships/image" Target="../media/image70.png"/><Relationship Id="rId23" Type="http://schemas.openxmlformats.org/officeDocument/2006/relationships/image" Target="../media/image79.png"/><Relationship Id="rId28" Type="http://schemas.openxmlformats.org/officeDocument/2006/relationships/image" Target="../media/image84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63.png"/><Relationship Id="rId9" Type="http://schemas.openxmlformats.org/officeDocument/2006/relationships/image" Target="../media/image66.png"/><Relationship Id="rId14" Type="http://schemas.openxmlformats.org/officeDocument/2006/relationships/image" Target="../media/image69.png"/><Relationship Id="rId22" Type="http://schemas.openxmlformats.org/officeDocument/2006/relationships/image" Target="../media/image62.png"/><Relationship Id="rId27" Type="http://schemas.openxmlformats.org/officeDocument/2006/relationships/image" Target="../media/image83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68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67.png"/><Relationship Id="rId17" Type="http://schemas.openxmlformats.org/officeDocument/2006/relationships/image" Target="../media/image57.png"/><Relationship Id="rId2" Type="http://schemas.openxmlformats.org/officeDocument/2006/relationships/image" Target="../media/image37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70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63.png"/><Relationship Id="rId9" Type="http://schemas.openxmlformats.org/officeDocument/2006/relationships/image" Target="../media/image66.png"/><Relationship Id="rId14" Type="http://schemas.openxmlformats.org/officeDocument/2006/relationships/image" Target="../media/image69.png"/><Relationship Id="rId22" Type="http://schemas.openxmlformats.org/officeDocument/2006/relationships/image" Target="../media/image62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68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21" Type="http://schemas.openxmlformats.org/officeDocument/2006/relationships/image" Target="../media/image85.png"/><Relationship Id="rId7" Type="http://schemas.openxmlformats.org/officeDocument/2006/relationships/image" Target="../media/image65.png"/><Relationship Id="rId12" Type="http://schemas.openxmlformats.org/officeDocument/2006/relationships/image" Target="../media/image67.png"/><Relationship Id="rId17" Type="http://schemas.openxmlformats.org/officeDocument/2006/relationships/image" Target="../media/image57.png"/><Relationship Id="rId25" Type="http://schemas.openxmlformats.org/officeDocument/2006/relationships/image" Target="../media/image89.png"/><Relationship Id="rId2" Type="http://schemas.openxmlformats.org/officeDocument/2006/relationships/image" Target="../media/image37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51.png"/><Relationship Id="rId24" Type="http://schemas.openxmlformats.org/officeDocument/2006/relationships/image" Target="../media/image88.png"/><Relationship Id="rId5" Type="http://schemas.openxmlformats.org/officeDocument/2006/relationships/image" Target="../media/image45.png"/><Relationship Id="rId15" Type="http://schemas.openxmlformats.org/officeDocument/2006/relationships/image" Target="../media/image70.png"/><Relationship Id="rId23" Type="http://schemas.openxmlformats.org/officeDocument/2006/relationships/image" Target="../media/image87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63.png"/><Relationship Id="rId9" Type="http://schemas.openxmlformats.org/officeDocument/2006/relationships/image" Target="../media/image66.png"/><Relationship Id="rId14" Type="http://schemas.openxmlformats.org/officeDocument/2006/relationships/image" Target="../media/image69.png"/><Relationship Id="rId22" Type="http://schemas.openxmlformats.org/officeDocument/2006/relationships/image" Target="../media/image86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A0A35-D69C-72DB-BE40-23C37A1C1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FE6D64-6DAF-4D9C-1D25-444AC25CB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4075" y="1612900"/>
            <a:ext cx="7943850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3 Lösungs-Ansätze</a:t>
            </a:r>
          </a:p>
        </p:txBody>
      </p:sp>
    </p:spTree>
    <p:extLst>
      <p:ext uri="{BB962C8B-B14F-4D97-AF65-F5344CB8AC3E}">
        <p14:creationId xmlns:p14="http://schemas.microsoft.com/office/powerpoint/2010/main" val="4016703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A2576-32CD-2A03-7360-8B422F2AB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C98DE7D3-9DA2-186A-CB5D-270826B6D7FA}"/>
              </a:ext>
            </a:extLst>
          </p:cNvPr>
          <p:cNvCxnSpPr>
            <a:cxnSpLocks/>
          </p:cNvCxnSpPr>
          <p:nvPr/>
        </p:nvCxnSpPr>
        <p:spPr>
          <a:xfrm>
            <a:off x="326007" y="1285770"/>
            <a:ext cx="115399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CC15013-A690-6E4D-0544-D06B5235BDB9}"/>
              </a:ext>
            </a:extLst>
          </p:cNvPr>
          <p:cNvCxnSpPr>
            <a:cxnSpLocks/>
          </p:cNvCxnSpPr>
          <p:nvPr/>
        </p:nvCxnSpPr>
        <p:spPr>
          <a:xfrm>
            <a:off x="337598" y="2711381"/>
            <a:ext cx="11528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187F5DC-28CC-72AB-5FC9-90EBE27934EC}"/>
              </a:ext>
            </a:extLst>
          </p:cNvPr>
          <p:cNvCxnSpPr>
            <a:cxnSpLocks/>
          </p:cNvCxnSpPr>
          <p:nvPr/>
        </p:nvCxnSpPr>
        <p:spPr>
          <a:xfrm>
            <a:off x="337598" y="4146648"/>
            <a:ext cx="11528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EBF37443-5D7F-CB1D-1DC8-EB6D8DF31361}"/>
              </a:ext>
            </a:extLst>
          </p:cNvPr>
          <p:cNvCxnSpPr>
            <a:cxnSpLocks/>
          </p:cNvCxnSpPr>
          <p:nvPr/>
        </p:nvCxnSpPr>
        <p:spPr>
          <a:xfrm>
            <a:off x="326007" y="5605056"/>
            <a:ext cx="115399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656BA37-E499-268D-B334-BD112971B1B0}"/>
              </a:ext>
            </a:extLst>
          </p:cNvPr>
          <p:cNvCxnSpPr>
            <a:cxnSpLocks/>
          </p:cNvCxnSpPr>
          <p:nvPr/>
        </p:nvCxnSpPr>
        <p:spPr>
          <a:xfrm>
            <a:off x="1770927" y="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46BA03C-9397-952E-DE44-D9B189CD68A0}"/>
              </a:ext>
            </a:extLst>
          </p:cNvPr>
          <p:cNvCxnSpPr>
            <a:cxnSpLocks/>
          </p:cNvCxnSpPr>
          <p:nvPr/>
        </p:nvCxnSpPr>
        <p:spPr>
          <a:xfrm>
            <a:off x="3242841" y="-32794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D548BE57-FBF7-081E-5E9A-56B41501AEF7}"/>
              </a:ext>
            </a:extLst>
          </p:cNvPr>
          <p:cNvCxnSpPr>
            <a:cxnSpLocks/>
          </p:cNvCxnSpPr>
          <p:nvPr/>
        </p:nvCxnSpPr>
        <p:spPr>
          <a:xfrm>
            <a:off x="4654952" y="-4437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4342E0BC-2B40-E65B-0D39-BA934D831F64}"/>
              </a:ext>
            </a:extLst>
          </p:cNvPr>
          <p:cNvCxnSpPr>
            <a:cxnSpLocks/>
          </p:cNvCxnSpPr>
          <p:nvPr/>
        </p:nvCxnSpPr>
        <p:spPr>
          <a:xfrm>
            <a:off x="6090218" y="-9645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807817DF-55DB-5B67-4033-0677D1F42A2F}"/>
              </a:ext>
            </a:extLst>
          </p:cNvPr>
          <p:cNvCxnSpPr>
            <a:cxnSpLocks/>
          </p:cNvCxnSpPr>
          <p:nvPr/>
        </p:nvCxnSpPr>
        <p:spPr>
          <a:xfrm>
            <a:off x="7537055" y="-21221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5382079A-4888-9CC3-FC69-5F2B0F740B0D}"/>
              </a:ext>
            </a:extLst>
          </p:cNvPr>
          <p:cNvCxnSpPr>
            <a:cxnSpLocks/>
          </p:cNvCxnSpPr>
          <p:nvPr/>
        </p:nvCxnSpPr>
        <p:spPr>
          <a:xfrm>
            <a:off x="9007041" y="1927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0B379521-11AE-A768-E45A-FF6F4ED28BF6}"/>
              </a:ext>
            </a:extLst>
          </p:cNvPr>
          <p:cNvCxnSpPr>
            <a:cxnSpLocks/>
          </p:cNvCxnSpPr>
          <p:nvPr/>
        </p:nvCxnSpPr>
        <p:spPr>
          <a:xfrm>
            <a:off x="10419149" y="-21222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44034DA5-7634-E313-927E-C1FE72951D5A}"/>
              </a:ext>
            </a:extLst>
          </p:cNvPr>
          <p:cNvCxnSpPr>
            <a:cxnSpLocks/>
          </p:cNvCxnSpPr>
          <p:nvPr/>
        </p:nvCxnSpPr>
        <p:spPr>
          <a:xfrm>
            <a:off x="11865992" y="-32795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4E727F7F-FCFB-BD2E-DC5C-7A6C6743E15A}"/>
              </a:ext>
            </a:extLst>
          </p:cNvPr>
          <p:cNvCxnSpPr>
            <a:cxnSpLocks/>
          </p:cNvCxnSpPr>
          <p:nvPr/>
        </p:nvCxnSpPr>
        <p:spPr>
          <a:xfrm>
            <a:off x="337598" y="-9646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3753A87C-99E5-CC88-A32E-ECB95FBA6888}"/>
              </a:ext>
            </a:extLst>
          </p:cNvPr>
          <p:cNvSpPr txBox="1"/>
          <p:nvPr/>
        </p:nvSpPr>
        <p:spPr>
          <a:xfrm>
            <a:off x="6364148" y="337119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6BA33147-E5B1-3282-2FE2-F36E77DDF319}"/>
              </a:ext>
            </a:extLst>
          </p:cNvPr>
          <p:cNvSpPr txBox="1"/>
          <p:nvPr/>
        </p:nvSpPr>
        <p:spPr>
          <a:xfrm>
            <a:off x="4953965" y="362199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(5,7)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4C76A633-A2F5-643B-BC2A-A2FC57F367E0}"/>
              </a:ext>
            </a:extLst>
          </p:cNvPr>
          <p:cNvSpPr txBox="1"/>
          <p:nvPr/>
        </p:nvSpPr>
        <p:spPr>
          <a:xfrm>
            <a:off x="7812912" y="315899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F147F06D-C037-B10D-565C-EFEA4345E763}"/>
              </a:ext>
            </a:extLst>
          </p:cNvPr>
          <p:cNvSpPr txBox="1"/>
          <p:nvPr/>
        </p:nvSpPr>
        <p:spPr>
          <a:xfrm>
            <a:off x="2060291" y="1704858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5735DA14-5D7E-3F71-A34E-9A08C4DE1632}"/>
              </a:ext>
            </a:extLst>
          </p:cNvPr>
          <p:cNvSpPr txBox="1"/>
          <p:nvPr/>
        </p:nvSpPr>
        <p:spPr>
          <a:xfrm>
            <a:off x="3495554" y="1704860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(4,3)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1DB0A3E3-3E58-A447-44B0-B907A80F0C99}"/>
              </a:ext>
            </a:extLst>
          </p:cNvPr>
          <p:cNvSpPr txBox="1"/>
          <p:nvPr/>
        </p:nvSpPr>
        <p:spPr>
          <a:xfrm>
            <a:off x="6334492" y="1710413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(4,5)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AC62CC82-4550-8A32-36D7-4793C6581A2B}"/>
              </a:ext>
            </a:extLst>
          </p:cNvPr>
          <p:cNvSpPr txBox="1"/>
          <p:nvPr/>
        </p:nvSpPr>
        <p:spPr>
          <a:xfrm>
            <a:off x="7801337" y="1762735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(6,3)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FC21143B-BBE6-F8B7-E046-412AC192B83F}"/>
              </a:ext>
            </a:extLst>
          </p:cNvPr>
          <p:cNvSpPr txBox="1"/>
          <p:nvPr/>
        </p:nvSpPr>
        <p:spPr>
          <a:xfrm>
            <a:off x="9296401" y="1706792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F9B92732-6AC9-4EA3-D9F4-431989C72635}"/>
              </a:ext>
            </a:extLst>
          </p:cNvPr>
          <p:cNvSpPr txBox="1"/>
          <p:nvPr/>
        </p:nvSpPr>
        <p:spPr>
          <a:xfrm>
            <a:off x="10708512" y="1706787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306BC195-15FC-BF46-7B40-C211FBDA7E0F}"/>
              </a:ext>
            </a:extLst>
          </p:cNvPr>
          <p:cNvSpPr txBox="1"/>
          <p:nvPr/>
        </p:nvSpPr>
        <p:spPr>
          <a:xfrm>
            <a:off x="10673787" y="3153627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63AE5DA0-D495-BC82-C09F-82E3B6A1D9EC}"/>
              </a:ext>
            </a:extLst>
          </p:cNvPr>
          <p:cNvSpPr txBox="1"/>
          <p:nvPr/>
        </p:nvSpPr>
        <p:spPr>
          <a:xfrm>
            <a:off x="4847314" y="3130474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(3,5)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20F18900-FCC1-F2FF-CCC9-B4D4B16910A9}"/>
              </a:ext>
            </a:extLst>
          </p:cNvPr>
          <p:cNvSpPr txBox="1"/>
          <p:nvPr/>
        </p:nvSpPr>
        <p:spPr>
          <a:xfrm>
            <a:off x="9296398" y="4612038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E6E4679C-C348-C44C-33AA-F4900AF297D5}"/>
              </a:ext>
            </a:extLst>
          </p:cNvPr>
          <p:cNvSpPr txBox="1"/>
          <p:nvPr/>
        </p:nvSpPr>
        <p:spPr>
          <a:xfrm>
            <a:off x="10731661" y="4588885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3D9B5F6B-768D-FE0D-413C-278D7A79B74D}"/>
              </a:ext>
            </a:extLst>
          </p:cNvPr>
          <p:cNvSpPr txBox="1"/>
          <p:nvPr/>
        </p:nvSpPr>
        <p:spPr>
          <a:xfrm>
            <a:off x="4903018" y="4588884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(7,8)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9CB5A545-28A0-EEF9-5F30-80A103BC5AA8}"/>
              </a:ext>
            </a:extLst>
          </p:cNvPr>
          <p:cNvSpPr txBox="1"/>
          <p:nvPr/>
        </p:nvSpPr>
        <p:spPr>
          <a:xfrm>
            <a:off x="2050644" y="3142051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(5,9)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F1A0A90B-3B41-E0EA-8686-3ACEBC6F0E33}"/>
              </a:ext>
            </a:extLst>
          </p:cNvPr>
          <p:cNvSpPr txBox="1"/>
          <p:nvPr/>
        </p:nvSpPr>
        <p:spPr>
          <a:xfrm>
            <a:off x="2062218" y="4600461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C44DA290-9AD6-3C75-7B39-904FC7E9C9D0}"/>
              </a:ext>
            </a:extLst>
          </p:cNvPr>
          <p:cNvSpPr txBox="1"/>
          <p:nvPr/>
        </p:nvSpPr>
        <p:spPr>
          <a:xfrm>
            <a:off x="7811565" y="5974208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(4,5)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981FDB58-2E75-4A8F-EDAF-C4C68BD572CC}"/>
              </a:ext>
            </a:extLst>
          </p:cNvPr>
          <p:cNvSpPr txBox="1"/>
          <p:nvPr/>
        </p:nvSpPr>
        <p:spPr>
          <a:xfrm>
            <a:off x="9261676" y="6000997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(8,0)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ACB35F32-395E-8E4C-EA9C-F0CC5984B084}"/>
              </a:ext>
            </a:extLst>
          </p:cNvPr>
          <p:cNvSpPr txBox="1"/>
          <p:nvPr/>
        </p:nvSpPr>
        <p:spPr>
          <a:xfrm>
            <a:off x="6393085" y="5956630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37FF24E4-5825-B269-C074-B2C5F4DD01C4}"/>
              </a:ext>
            </a:extLst>
          </p:cNvPr>
          <p:cNvSpPr txBox="1"/>
          <p:nvPr/>
        </p:nvSpPr>
        <p:spPr>
          <a:xfrm>
            <a:off x="3522558" y="5991351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(0,6)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2BAE9FE3-ACE9-661B-E219-BC4EA975107B}"/>
              </a:ext>
            </a:extLst>
          </p:cNvPr>
          <p:cNvSpPr txBox="1"/>
          <p:nvPr/>
        </p:nvSpPr>
        <p:spPr>
          <a:xfrm>
            <a:off x="2075719" y="6002930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3FB78988-A39F-6439-F194-3126DB0C654D}"/>
              </a:ext>
            </a:extLst>
          </p:cNvPr>
          <p:cNvGrpSpPr/>
          <p:nvPr/>
        </p:nvGrpSpPr>
        <p:grpSpPr>
          <a:xfrm>
            <a:off x="476500" y="79769"/>
            <a:ext cx="1152000" cy="1152000"/>
            <a:chOff x="476500" y="79769"/>
            <a:chExt cx="1152000" cy="1152000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77F2A38A-8FA6-DE08-5651-81BF2D07B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2E207397-0C9A-CDB2-B7D9-DC05DEA23D8F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8C3109A7-5CD5-8D66-04AF-E05C58D5FDFA}"/>
              </a:ext>
            </a:extLst>
          </p:cNvPr>
          <p:cNvGrpSpPr/>
          <p:nvPr/>
        </p:nvGrpSpPr>
        <p:grpSpPr>
          <a:xfrm>
            <a:off x="488067" y="1386069"/>
            <a:ext cx="1152000" cy="1152000"/>
            <a:chOff x="488067" y="13860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852B471E-5287-7210-252D-6BD868B80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8BA6CF4A-B391-2415-A680-45F1EAA9D165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E2A5F96B-9E18-14B9-0CBF-8499433A1615}"/>
              </a:ext>
            </a:extLst>
          </p:cNvPr>
          <p:cNvGrpSpPr/>
          <p:nvPr/>
        </p:nvGrpSpPr>
        <p:grpSpPr>
          <a:xfrm>
            <a:off x="488067" y="2845300"/>
            <a:ext cx="1152000" cy="1152000"/>
            <a:chOff x="488067" y="2845300"/>
            <a:chExt cx="1152000" cy="1152000"/>
          </a:xfrm>
        </p:grpSpPr>
        <p:pic>
          <p:nvPicPr>
            <p:cNvPr id="6" name="Grafik 5" descr="Mann mit einfarbiger Füllung">
              <a:extLst>
                <a:ext uri="{FF2B5EF4-FFF2-40B4-BE49-F238E27FC236}">
                  <a16:creationId xmlns:a16="http://schemas.microsoft.com/office/drawing/2014/main" id="{D54F6882-7282-95E7-5C0B-3C1C771B3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A0FFBF39-1F8F-B346-A9FB-77AC262F5FFC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026589D8-2C51-2070-A8F2-3D2CE2400351}"/>
              </a:ext>
            </a:extLst>
          </p:cNvPr>
          <p:cNvGrpSpPr/>
          <p:nvPr/>
        </p:nvGrpSpPr>
        <p:grpSpPr>
          <a:xfrm>
            <a:off x="488067" y="4292956"/>
            <a:ext cx="1152000" cy="1152000"/>
            <a:chOff x="488067" y="4292956"/>
            <a:chExt cx="1152000" cy="1152000"/>
          </a:xfrm>
        </p:grpSpPr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EB2D9C68-BEFB-2575-C420-B8AC6839B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4292956"/>
              <a:ext cx="1152000" cy="11520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2B16567D-5598-6326-D50D-9CE86EE72718}"/>
                </a:ext>
              </a:extLst>
            </p:cNvPr>
            <p:cNvSpPr txBox="1"/>
            <p:nvPr/>
          </p:nvSpPr>
          <p:spPr>
            <a:xfrm>
              <a:off x="864489" y="44667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5486367-740A-DE30-3E29-53412FD2E085}"/>
              </a:ext>
            </a:extLst>
          </p:cNvPr>
          <p:cNvGrpSpPr/>
          <p:nvPr/>
        </p:nvGrpSpPr>
        <p:grpSpPr>
          <a:xfrm>
            <a:off x="488067" y="5690596"/>
            <a:ext cx="1152000" cy="1152000"/>
            <a:chOff x="488067" y="5690596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6587542D-DC45-2353-CC91-44E3116D6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8A1C9A2B-D2D7-E0B5-E7C1-860545366BD8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13" name="Textfeld 12">
            <a:extLst>
              <a:ext uri="{FF2B5EF4-FFF2-40B4-BE49-F238E27FC236}">
                <a16:creationId xmlns:a16="http://schemas.microsoft.com/office/drawing/2014/main" id="{89322663-EDB6-5EC9-9457-7821C56358E9}"/>
              </a:ext>
            </a:extLst>
          </p:cNvPr>
          <p:cNvSpPr txBox="1"/>
          <p:nvPr/>
        </p:nvSpPr>
        <p:spPr>
          <a:xfrm>
            <a:off x="1999400" y="255481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(1,1)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AB8612F-C896-3E85-5A64-2D4F0A88BB29}"/>
              </a:ext>
            </a:extLst>
          </p:cNvPr>
          <p:cNvSpPr txBox="1"/>
          <p:nvPr/>
        </p:nvSpPr>
        <p:spPr>
          <a:xfrm>
            <a:off x="4862212" y="1646855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(1,1)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0E40613-8511-7B2D-A04A-E0915AB43F1A}"/>
              </a:ext>
            </a:extLst>
          </p:cNvPr>
          <p:cNvSpPr txBox="1"/>
          <p:nvPr/>
        </p:nvSpPr>
        <p:spPr>
          <a:xfrm>
            <a:off x="3455457" y="3130474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(1,1)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DDB4DA6-EA24-521A-A279-36CA1EBEA917}"/>
              </a:ext>
            </a:extLst>
          </p:cNvPr>
          <p:cNvSpPr txBox="1"/>
          <p:nvPr/>
        </p:nvSpPr>
        <p:spPr>
          <a:xfrm>
            <a:off x="3473793" y="246453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(2,2)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CA80A250-376A-5CA3-A12D-311F6BAF4572}"/>
              </a:ext>
            </a:extLst>
          </p:cNvPr>
          <p:cNvSpPr txBox="1"/>
          <p:nvPr/>
        </p:nvSpPr>
        <p:spPr>
          <a:xfrm>
            <a:off x="6310547" y="3112884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(2,2)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7229AE7D-7B41-3EA7-902C-948C2EEB9CA0}"/>
              </a:ext>
            </a:extLst>
          </p:cNvPr>
          <p:cNvSpPr txBox="1"/>
          <p:nvPr/>
        </p:nvSpPr>
        <p:spPr>
          <a:xfrm>
            <a:off x="9225375" y="3142051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(3,3)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DE1BA5CF-B25F-89D4-B71B-486554083769}"/>
              </a:ext>
            </a:extLst>
          </p:cNvPr>
          <p:cNvSpPr txBox="1"/>
          <p:nvPr/>
        </p:nvSpPr>
        <p:spPr>
          <a:xfrm>
            <a:off x="6341008" y="4571291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(3,3)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46A1DECF-9A91-5E24-FB8B-8AD54D5AB9DC}"/>
              </a:ext>
            </a:extLst>
          </p:cNvPr>
          <p:cNvSpPr txBox="1"/>
          <p:nvPr/>
        </p:nvSpPr>
        <p:spPr>
          <a:xfrm>
            <a:off x="3436244" y="4588885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(4,4)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D8CA0902-70BE-F6EC-D00A-C5A4C9A4AC89}"/>
              </a:ext>
            </a:extLst>
          </p:cNvPr>
          <p:cNvSpPr txBox="1"/>
          <p:nvPr/>
        </p:nvSpPr>
        <p:spPr>
          <a:xfrm>
            <a:off x="10702005" y="5937472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(4,4)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A969DDE1-8BD2-12B6-DADF-DBE3E92B0E24}"/>
              </a:ext>
            </a:extLst>
          </p:cNvPr>
          <p:cNvSpPr txBox="1"/>
          <p:nvPr/>
        </p:nvSpPr>
        <p:spPr>
          <a:xfrm>
            <a:off x="7824980" y="4575894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(4,5)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BF4A854B-F30B-55B8-DA1A-9C8067BB1C56}"/>
              </a:ext>
            </a:extLst>
          </p:cNvPr>
          <p:cNvSpPr txBox="1"/>
          <p:nvPr/>
        </p:nvSpPr>
        <p:spPr>
          <a:xfrm>
            <a:off x="9180915" y="299493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(6,6)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A8F4C535-5785-3F91-33C6-D7A4E3A6D566}"/>
              </a:ext>
            </a:extLst>
          </p:cNvPr>
          <p:cNvSpPr txBox="1"/>
          <p:nvPr/>
        </p:nvSpPr>
        <p:spPr>
          <a:xfrm>
            <a:off x="4872387" y="5996293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(6,6)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498D0A9A-C7BE-8076-5464-875617B1E122}"/>
              </a:ext>
            </a:extLst>
          </p:cNvPr>
          <p:cNvSpPr txBox="1"/>
          <p:nvPr/>
        </p:nvSpPr>
        <p:spPr>
          <a:xfrm>
            <a:off x="10709906" y="280578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(2,2)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4DC7EBC8-73AF-7BAA-1663-FBB3633B9807}"/>
              </a:ext>
            </a:extLst>
          </p:cNvPr>
          <p:cNvSpPr txBox="1"/>
          <p:nvPr/>
        </p:nvSpPr>
        <p:spPr>
          <a:xfrm>
            <a:off x="7849563" y="3112884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(9,1)</a:t>
            </a:r>
          </a:p>
        </p:txBody>
      </p:sp>
    </p:spTree>
    <p:extLst>
      <p:ext uri="{BB962C8B-B14F-4D97-AF65-F5344CB8AC3E}">
        <p14:creationId xmlns:p14="http://schemas.microsoft.com/office/powerpoint/2010/main" val="11640515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CBAA12E5-1D19-7352-2626-B412F7B0C16C}"/>
              </a:ext>
            </a:extLst>
          </p:cNvPr>
          <p:cNvCxnSpPr>
            <a:cxnSpLocks/>
          </p:cNvCxnSpPr>
          <p:nvPr/>
        </p:nvCxnSpPr>
        <p:spPr>
          <a:xfrm>
            <a:off x="326007" y="1285770"/>
            <a:ext cx="115399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A2A2538-8329-3998-0306-D596CE2CBBF2}"/>
              </a:ext>
            </a:extLst>
          </p:cNvPr>
          <p:cNvCxnSpPr>
            <a:cxnSpLocks/>
          </p:cNvCxnSpPr>
          <p:nvPr/>
        </p:nvCxnSpPr>
        <p:spPr>
          <a:xfrm>
            <a:off x="337598" y="2711381"/>
            <a:ext cx="11528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E2BDCE21-4463-5831-17B8-CA678F6ECF61}"/>
              </a:ext>
            </a:extLst>
          </p:cNvPr>
          <p:cNvCxnSpPr>
            <a:cxnSpLocks/>
          </p:cNvCxnSpPr>
          <p:nvPr/>
        </p:nvCxnSpPr>
        <p:spPr>
          <a:xfrm>
            <a:off x="337598" y="4146648"/>
            <a:ext cx="11528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967A179-67A1-A6C1-6F73-E49305BE6103}"/>
              </a:ext>
            </a:extLst>
          </p:cNvPr>
          <p:cNvCxnSpPr>
            <a:cxnSpLocks/>
          </p:cNvCxnSpPr>
          <p:nvPr/>
        </p:nvCxnSpPr>
        <p:spPr>
          <a:xfrm>
            <a:off x="326007" y="5605056"/>
            <a:ext cx="115399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C11CBB1-33EE-31B8-70A8-5DB24C08EF01}"/>
              </a:ext>
            </a:extLst>
          </p:cNvPr>
          <p:cNvCxnSpPr>
            <a:cxnSpLocks/>
          </p:cNvCxnSpPr>
          <p:nvPr/>
        </p:nvCxnSpPr>
        <p:spPr>
          <a:xfrm>
            <a:off x="1770927" y="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AED00E4D-81CC-87F5-6660-DC1FDCB26A18}"/>
              </a:ext>
            </a:extLst>
          </p:cNvPr>
          <p:cNvCxnSpPr>
            <a:cxnSpLocks/>
          </p:cNvCxnSpPr>
          <p:nvPr/>
        </p:nvCxnSpPr>
        <p:spPr>
          <a:xfrm>
            <a:off x="3242841" y="-32794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1477F20-EDE9-20B6-524A-621816E368EE}"/>
              </a:ext>
            </a:extLst>
          </p:cNvPr>
          <p:cNvCxnSpPr>
            <a:cxnSpLocks/>
          </p:cNvCxnSpPr>
          <p:nvPr/>
        </p:nvCxnSpPr>
        <p:spPr>
          <a:xfrm>
            <a:off x="4654952" y="-4437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14D4EE6-1BE1-C639-33E5-B9BEEA559D1B}"/>
              </a:ext>
            </a:extLst>
          </p:cNvPr>
          <p:cNvCxnSpPr>
            <a:cxnSpLocks/>
          </p:cNvCxnSpPr>
          <p:nvPr/>
        </p:nvCxnSpPr>
        <p:spPr>
          <a:xfrm>
            <a:off x="6090218" y="-9645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502B96C3-D89B-B3B7-E816-CA55CCAD3F20}"/>
              </a:ext>
            </a:extLst>
          </p:cNvPr>
          <p:cNvCxnSpPr>
            <a:cxnSpLocks/>
          </p:cNvCxnSpPr>
          <p:nvPr/>
        </p:nvCxnSpPr>
        <p:spPr>
          <a:xfrm>
            <a:off x="7537055" y="-21221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115496BB-CA4C-9898-D1F9-BDBC29A83299}"/>
              </a:ext>
            </a:extLst>
          </p:cNvPr>
          <p:cNvCxnSpPr>
            <a:cxnSpLocks/>
          </p:cNvCxnSpPr>
          <p:nvPr/>
        </p:nvCxnSpPr>
        <p:spPr>
          <a:xfrm>
            <a:off x="9007041" y="1927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45159FED-B379-459F-2D80-4EAB1C30D058}"/>
              </a:ext>
            </a:extLst>
          </p:cNvPr>
          <p:cNvCxnSpPr>
            <a:cxnSpLocks/>
          </p:cNvCxnSpPr>
          <p:nvPr/>
        </p:nvCxnSpPr>
        <p:spPr>
          <a:xfrm>
            <a:off x="10419149" y="-21222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7CED1C6-FC6C-5A75-2280-F88370EFF251}"/>
              </a:ext>
            </a:extLst>
          </p:cNvPr>
          <p:cNvCxnSpPr>
            <a:cxnSpLocks/>
          </p:cNvCxnSpPr>
          <p:nvPr/>
        </p:nvCxnSpPr>
        <p:spPr>
          <a:xfrm>
            <a:off x="11865992" y="-32795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6F82F9FB-718B-D951-B14B-E55DFCAEC741}"/>
              </a:ext>
            </a:extLst>
          </p:cNvPr>
          <p:cNvCxnSpPr>
            <a:cxnSpLocks/>
          </p:cNvCxnSpPr>
          <p:nvPr/>
        </p:nvCxnSpPr>
        <p:spPr>
          <a:xfrm>
            <a:off x="337598" y="-9646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DB1441EE-DE6A-E68C-87B3-23DECC44C1E5}"/>
              </a:ext>
            </a:extLst>
          </p:cNvPr>
          <p:cNvSpPr/>
          <p:nvPr/>
        </p:nvSpPr>
        <p:spPr>
          <a:xfrm>
            <a:off x="2048720" y="15771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E2829255-D4A4-AE89-4CBF-CFF1E1E44FBD}"/>
              </a:ext>
            </a:extLst>
          </p:cNvPr>
          <p:cNvSpPr/>
          <p:nvPr/>
        </p:nvSpPr>
        <p:spPr>
          <a:xfrm>
            <a:off x="4909598" y="1560177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A9A7C43-4DDB-AD30-3132-F7927595A4F0}"/>
              </a:ext>
            </a:extLst>
          </p:cNvPr>
          <p:cNvSpPr/>
          <p:nvPr/>
        </p:nvSpPr>
        <p:spPr>
          <a:xfrm>
            <a:off x="3474335" y="440755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37034083-0014-4E46-43F7-F1F6D89613CA}"/>
              </a:ext>
            </a:extLst>
          </p:cNvPr>
          <p:cNvSpPr/>
          <p:nvPr/>
        </p:nvSpPr>
        <p:spPr>
          <a:xfrm>
            <a:off x="3474335" y="157713"/>
            <a:ext cx="914400" cy="914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26EE46AE-7616-59ED-C77E-111840288AE5}"/>
              </a:ext>
            </a:extLst>
          </p:cNvPr>
          <p:cNvSpPr/>
          <p:nvPr/>
        </p:nvSpPr>
        <p:spPr>
          <a:xfrm>
            <a:off x="3485912" y="2972291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DC612ACA-9C8D-A7AD-C49E-7C351FF21F8F}"/>
              </a:ext>
            </a:extLst>
          </p:cNvPr>
          <p:cNvSpPr/>
          <p:nvPr/>
        </p:nvSpPr>
        <p:spPr>
          <a:xfrm>
            <a:off x="4876798" y="5854391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7A884218-9FBE-D4F6-BF35-A6CFA5A57B67}"/>
              </a:ext>
            </a:extLst>
          </p:cNvPr>
          <p:cNvSpPr/>
          <p:nvPr/>
        </p:nvSpPr>
        <p:spPr>
          <a:xfrm>
            <a:off x="6369935" y="2995439"/>
            <a:ext cx="914400" cy="914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6EFF19C2-937E-3C0E-A094-B89C13843A16}"/>
              </a:ext>
            </a:extLst>
          </p:cNvPr>
          <p:cNvSpPr/>
          <p:nvPr/>
        </p:nvSpPr>
        <p:spPr>
          <a:xfrm>
            <a:off x="6335210" y="4384402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0C41E5E5-497D-D5DD-3915-FFA0F7CB66F6}"/>
              </a:ext>
            </a:extLst>
          </p:cNvPr>
          <p:cNvSpPr/>
          <p:nvPr/>
        </p:nvSpPr>
        <p:spPr>
          <a:xfrm>
            <a:off x="10664147" y="124917"/>
            <a:ext cx="914400" cy="914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C8D290DB-EED9-2DA2-9B77-2E0565B01FB5}"/>
              </a:ext>
            </a:extLst>
          </p:cNvPr>
          <p:cNvSpPr/>
          <p:nvPr/>
        </p:nvSpPr>
        <p:spPr>
          <a:xfrm>
            <a:off x="9253960" y="126844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5A37946-6ED7-2793-BD20-7772CC6985F1}"/>
              </a:ext>
            </a:extLst>
          </p:cNvPr>
          <p:cNvSpPr/>
          <p:nvPr/>
        </p:nvSpPr>
        <p:spPr>
          <a:xfrm>
            <a:off x="9279040" y="2999295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DFC81C39-A6BA-E979-17E1-6EF9D748C638}"/>
              </a:ext>
            </a:extLst>
          </p:cNvPr>
          <p:cNvSpPr/>
          <p:nvPr/>
        </p:nvSpPr>
        <p:spPr>
          <a:xfrm>
            <a:off x="10691148" y="5846672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BAC8922-026D-BA96-97BC-25AABA60DCA6}"/>
              </a:ext>
            </a:extLst>
          </p:cNvPr>
          <p:cNvSpPr txBox="1"/>
          <p:nvPr/>
        </p:nvSpPr>
        <p:spPr>
          <a:xfrm>
            <a:off x="6364148" y="337119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B6365B68-66A7-4F36-E869-94F734A38414}"/>
              </a:ext>
            </a:extLst>
          </p:cNvPr>
          <p:cNvSpPr txBox="1"/>
          <p:nvPr/>
        </p:nvSpPr>
        <p:spPr>
          <a:xfrm>
            <a:off x="4953965" y="362199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193AD9C-0CB8-2C9F-C170-B845D077D658}"/>
              </a:ext>
            </a:extLst>
          </p:cNvPr>
          <p:cNvSpPr txBox="1"/>
          <p:nvPr/>
        </p:nvSpPr>
        <p:spPr>
          <a:xfrm>
            <a:off x="7812912" y="315899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24F3A6A7-B56C-F913-86BE-F98015669D09}"/>
              </a:ext>
            </a:extLst>
          </p:cNvPr>
          <p:cNvSpPr txBox="1"/>
          <p:nvPr/>
        </p:nvSpPr>
        <p:spPr>
          <a:xfrm>
            <a:off x="2060291" y="1704858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1ABCA3AD-39C0-F349-C579-F49BA6C04314}"/>
              </a:ext>
            </a:extLst>
          </p:cNvPr>
          <p:cNvSpPr txBox="1"/>
          <p:nvPr/>
        </p:nvSpPr>
        <p:spPr>
          <a:xfrm>
            <a:off x="3495554" y="1704860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7E766EE0-1BF6-AF21-6F25-F04FF62153F7}"/>
              </a:ext>
            </a:extLst>
          </p:cNvPr>
          <p:cNvSpPr txBox="1"/>
          <p:nvPr/>
        </p:nvSpPr>
        <p:spPr>
          <a:xfrm>
            <a:off x="6400801" y="1739583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56BD4B7E-B587-89EE-64EB-A1A2EB25D83F}"/>
              </a:ext>
            </a:extLst>
          </p:cNvPr>
          <p:cNvSpPr txBox="1"/>
          <p:nvPr/>
        </p:nvSpPr>
        <p:spPr>
          <a:xfrm>
            <a:off x="7801337" y="1762735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44575810-38DC-D1FD-A689-85814D7FACAA}"/>
              </a:ext>
            </a:extLst>
          </p:cNvPr>
          <p:cNvSpPr txBox="1"/>
          <p:nvPr/>
        </p:nvSpPr>
        <p:spPr>
          <a:xfrm>
            <a:off x="9296401" y="1706792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44055A8B-276F-ABA7-1211-0D95E4EB4996}"/>
              </a:ext>
            </a:extLst>
          </p:cNvPr>
          <p:cNvSpPr txBox="1"/>
          <p:nvPr/>
        </p:nvSpPr>
        <p:spPr>
          <a:xfrm>
            <a:off x="10708512" y="1706787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553DEC83-6638-95D2-CC16-8C9E5E449E87}"/>
              </a:ext>
            </a:extLst>
          </p:cNvPr>
          <p:cNvSpPr txBox="1"/>
          <p:nvPr/>
        </p:nvSpPr>
        <p:spPr>
          <a:xfrm>
            <a:off x="7826414" y="3153626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8FAFEE50-24F5-E788-176D-B8728ED28154}"/>
              </a:ext>
            </a:extLst>
          </p:cNvPr>
          <p:cNvSpPr txBox="1"/>
          <p:nvPr/>
        </p:nvSpPr>
        <p:spPr>
          <a:xfrm>
            <a:off x="10673787" y="3153627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8D7B66C4-E53A-D8E1-98D3-49A88098A6EF}"/>
              </a:ext>
            </a:extLst>
          </p:cNvPr>
          <p:cNvSpPr txBox="1"/>
          <p:nvPr/>
        </p:nvSpPr>
        <p:spPr>
          <a:xfrm>
            <a:off x="4979041" y="3130474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9B24BD9A-B982-D509-1E29-38E528DF7E6F}"/>
              </a:ext>
            </a:extLst>
          </p:cNvPr>
          <p:cNvSpPr txBox="1"/>
          <p:nvPr/>
        </p:nvSpPr>
        <p:spPr>
          <a:xfrm>
            <a:off x="9296398" y="4612038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80D707A2-49E5-04A8-0846-A4BCDEFF95C5}"/>
              </a:ext>
            </a:extLst>
          </p:cNvPr>
          <p:cNvSpPr txBox="1"/>
          <p:nvPr/>
        </p:nvSpPr>
        <p:spPr>
          <a:xfrm>
            <a:off x="10731661" y="4588885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46CEC609-6CBF-E973-43D8-3C33CEB2C5E7}"/>
              </a:ext>
            </a:extLst>
          </p:cNvPr>
          <p:cNvSpPr txBox="1"/>
          <p:nvPr/>
        </p:nvSpPr>
        <p:spPr>
          <a:xfrm>
            <a:off x="4944319" y="4588888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737614BD-CDFD-6770-3F7D-2218147C62BC}"/>
              </a:ext>
            </a:extLst>
          </p:cNvPr>
          <p:cNvSpPr txBox="1"/>
          <p:nvPr/>
        </p:nvSpPr>
        <p:spPr>
          <a:xfrm>
            <a:off x="2050644" y="3142051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DADA0D79-0293-D0FC-98F2-08216EF00948}"/>
              </a:ext>
            </a:extLst>
          </p:cNvPr>
          <p:cNvSpPr txBox="1"/>
          <p:nvPr/>
        </p:nvSpPr>
        <p:spPr>
          <a:xfrm>
            <a:off x="2062218" y="4600461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AB7377B4-4CC1-AAAD-FE67-4FB97C3B610F}"/>
              </a:ext>
            </a:extLst>
          </p:cNvPr>
          <p:cNvSpPr txBox="1"/>
          <p:nvPr/>
        </p:nvSpPr>
        <p:spPr>
          <a:xfrm>
            <a:off x="7849563" y="5977850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389EF9FA-AA6E-B3AA-392D-C44B56AC0637}"/>
              </a:ext>
            </a:extLst>
          </p:cNvPr>
          <p:cNvSpPr txBox="1"/>
          <p:nvPr/>
        </p:nvSpPr>
        <p:spPr>
          <a:xfrm>
            <a:off x="9261676" y="6000997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E52C8F6E-67AF-00AF-8272-72C03868325D}"/>
              </a:ext>
            </a:extLst>
          </p:cNvPr>
          <p:cNvSpPr txBox="1"/>
          <p:nvPr/>
        </p:nvSpPr>
        <p:spPr>
          <a:xfrm>
            <a:off x="6393085" y="5956630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921F387D-9CCB-205E-B2F8-E1FB6D6A9FE9}"/>
              </a:ext>
            </a:extLst>
          </p:cNvPr>
          <p:cNvSpPr txBox="1"/>
          <p:nvPr/>
        </p:nvSpPr>
        <p:spPr>
          <a:xfrm>
            <a:off x="3522558" y="5991351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94BFFD56-1EEB-C01C-C5C2-44B9FE8BA86A}"/>
              </a:ext>
            </a:extLst>
          </p:cNvPr>
          <p:cNvSpPr txBox="1"/>
          <p:nvPr/>
        </p:nvSpPr>
        <p:spPr>
          <a:xfrm>
            <a:off x="2075719" y="6002930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F58F2052-5BF1-B8AC-6521-818122F331D3}"/>
              </a:ext>
            </a:extLst>
          </p:cNvPr>
          <p:cNvGrpSpPr/>
          <p:nvPr/>
        </p:nvGrpSpPr>
        <p:grpSpPr>
          <a:xfrm>
            <a:off x="476500" y="79769"/>
            <a:ext cx="1152000" cy="1152000"/>
            <a:chOff x="476500" y="79769"/>
            <a:chExt cx="1152000" cy="1152000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7D9EE225-3018-0494-6BF3-C795B4695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CF315FAD-5395-247B-E6F3-9A151A7C1ECF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BB816633-82F5-A610-7607-D3FF66974686}"/>
              </a:ext>
            </a:extLst>
          </p:cNvPr>
          <p:cNvGrpSpPr/>
          <p:nvPr/>
        </p:nvGrpSpPr>
        <p:grpSpPr>
          <a:xfrm>
            <a:off x="488067" y="1386069"/>
            <a:ext cx="1152000" cy="1152000"/>
            <a:chOff x="488067" y="13860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00CE8716-EBAD-085E-1A23-E00F3AC3B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81062802-E1EE-35F5-EED4-3C8F41DE38C9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7192ACF4-B288-84D7-F84D-96C8B984291F}"/>
              </a:ext>
            </a:extLst>
          </p:cNvPr>
          <p:cNvGrpSpPr/>
          <p:nvPr/>
        </p:nvGrpSpPr>
        <p:grpSpPr>
          <a:xfrm>
            <a:off x="488067" y="2845300"/>
            <a:ext cx="1152000" cy="1152000"/>
            <a:chOff x="488067" y="2845300"/>
            <a:chExt cx="1152000" cy="1152000"/>
          </a:xfrm>
        </p:grpSpPr>
        <p:pic>
          <p:nvPicPr>
            <p:cNvPr id="6" name="Grafik 5" descr="Mann mit einfarbiger Füllung">
              <a:extLst>
                <a:ext uri="{FF2B5EF4-FFF2-40B4-BE49-F238E27FC236}">
                  <a16:creationId xmlns:a16="http://schemas.microsoft.com/office/drawing/2014/main" id="{EBD0E3AA-72C2-9C0D-C0A3-924C00061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150B2F95-502F-B00A-BFF2-DF5A3BF8FD32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0CC9FB3B-3B8D-E747-2094-80B7FEFE9C3A}"/>
              </a:ext>
            </a:extLst>
          </p:cNvPr>
          <p:cNvGrpSpPr/>
          <p:nvPr/>
        </p:nvGrpSpPr>
        <p:grpSpPr>
          <a:xfrm>
            <a:off x="488067" y="4292956"/>
            <a:ext cx="1152000" cy="1152000"/>
            <a:chOff x="488067" y="4292956"/>
            <a:chExt cx="1152000" cy="1152000"/>
          </a:xfrm>
        </p:grpSpPr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771A3439-4CEA-4B28-31D5-5B827FAFA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4292956"/>
              <a:ext cx="1152000" cy="11520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C1E3167F-64D8-7D74-B803-2A181EBB6836}"/>
                </a:ext>
              </a:extLst>
            </p:cNvPr>
            <p:cNvSpPr txBox="1"/>
            <p:nvPr/>
          </p:nvSpPr>
          <p:spPr>
            <a:xfrm>
              <a:off x="864489" y="44667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C24C91A4-FD32-05D4-FBA7-EBE87C191E71}"/>
              </a:ext>
            </a:extLst>
          </p:cNvPr>
          <p:cNvGrpSpPr/>
          <p:nvPr/>
        </p:nvGrpSpPr>
        <p:grpSpPr>
          <a:xfrm>
            <a:off x="488067" y="5690596"/>
            <a:ext cx="1152000" cy="1152000"/>
            <a:chOff x="488067" y="5690596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AA830105-C46D-647B-5422-B94E6B7D9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AAFA850A-B511-7F0A-128B-B66778173D81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66" name="Textfeld 65">
            <a:extLst>
              <a:ext uri="{FF2B5EF4-FFF2-40B4-BE49-F238E27FC236}">
                <a16:creationId xmlns:a16="http://schemas.microsoft.com/office/drawing/2014/main" id="{8D2AEB62-EBE9-E71B-2B1B-713D4FC2B6BE}"/>
              </a:ext>
            </a:extLst>
          </p:cNvPr>
          <p:cNvSpPr txBox="1"/>
          <p:nvPr/>
        </p:nvSpPr>
        <p:spPr>
          <a:xfrm>
            <a:off x="7826414" y="4620476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278024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1C0AB-17EB-AE17-29D5-C3D437077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7B736FD-1000-2A19-353F-867ABEBF386B}"/>
              </a:ext>
            </a:extLst>
          </p:cNvPr>
          <p:cNvCxnSpPr>
            <a:cxnSpLocks/>
          </p:cNvCxnSpPr>
          <p:nvPr/>
        </p:nvCxnSpPr>
        <p:spPr>
          <a:xfrm>
            <a:off x="337598" y="1285770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1776F764-08FF-08C3-6300-F70A51FE8A26}"/>
              </a:ext>
            </a:extLst>
          </p:cNvPr>
          <p:cNvCxnSpPr>
            <a:cxnSpLocks/>
          </p:cNvCxnSpPr>
          <p:nvPr/>
        </p:nvCxnSpPr>
        <p:spPr>
          <a:xfrm>
            <a:off x="337598" y="2711381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3E5B38B-F8BF-4A62-2890-3EA28F9483AA}"/>
              </a:ext>
            </a:extLst>
          </p:cNvPr>
          <p:cNvCxnSpPr>
            <a:cxnSpLocks/>
          </p:cNvCxnSpPr>
          <p:nvPr/>
        </p:nvCxnSpPr>
        <p:spPr>
          <a:xfrm>
            <a:off x="337598" y="4146648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CA62B8D4-46C6-4A56-1E85-01CC55BA3113}"/>
              </a:ext>
            </a:extLst>
          </p:cNvPr>
          <p:cNvCxnSpPr>
            <a:cxnSpLocks/>
          </p:cNvCxnSpPr>
          <p:nvPr/>
        </p:nvCxnSpPr>
        <p:spPr>
          <a:xfrm>
            <a:off x="337598" y="5605056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D878125C-84B1-7F7B-8D67-E1FF07A4AD21}"/>
              </a:ext>
            </a:extLst>
          </p:cNvPr>
          <p:cNvCxnSpPr>
            <a:cxnSpLocks/>
          </p:cNvCxnSpPr>
          <p:nvPr/>
        </p:nvCxnSpPr>
        <p:spPr>
          <a:xfrm>
            <a:off x="1770927" y="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E2BD4DDB-0CA2-1E94-976C-F49255789C10}"/>
              </a:ext>
            </a:extLst>
          </p:cNvPr>
          <p:cNvCxnSpPr>
            <a:cxnSpLocks/>
          </p:cNvCxnSpPr>
          <p:nvPr/>
        </p:nvCxnSpPr>
        <p:spPr>
          <a:xfrm>
            <a:off x="3242841" y="-32794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1BB51D5D-59EE-CD0B-5F41-CF29511FD000}"/>
              </a:ext>
            </a:extLst>
          </p:cNvPr>
          <p:cNvCxnSpPr>
            <a:cxnSpLocks/>
          </p:cNvCxnSpPr>
          <p:nvPr/>
        </p:nvCxnSpPr>
        <p:spPr>
          <a:xfrm>
            <a:off x="4654952" y="-4437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B4DFF6D4-510C-2BF6-92F3-85F2A7FDF4E1}"/>
              </a:ext>
            </a:extLst>
          </p:cNvPr>
          <p:cNvCxnSpPr>
            <a:cxnSpLocks/>
          </p:cNvCxnSpPr>
          <p:nvPr/>
        </p:nvCxnSpPr>
        <p:spPr>
          <a:xfrm>
            <a:off x="6090218" y="-9645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61CC5EB1-B50A-4926-A59C-B78F196005FC}"/>
              </a:ext>
            </a:extLst>
          </p:cNvPr>
          <p:cNvCxnSpPr>
            <a:cxnSpLocks/>
          </p:cNvCxnSpPr>
          <p:nvPr/>
        </p:nvCxnSpPr>
        <p:spPr>
          <a:xfrm>
            <a:off x="7537055" y="-21221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34F80249-2182-EA37-EDA8-88D4387D005E}"/>
              </a:ext>
            </a:extLst>
          </p:cNvPr>
          <p:cNvCxnSpPr>
            <a:cxnSpLocks/>
          </p:cNvCxnSpPr>
          <p:nvPr/>
        </p:nvCxnSpPr>
        <p:spPr>
          <a:xfrm>
            <a:off x="9007041" y="1927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E4AE6FA7-A992-2D05-201C-2F6E0FB51866}"/>
              </a:ext>
            </a:extLst>
          </p:cNvPr>
          <p:cNvCxnSpPr>
            <a:cxnSpLocks/>
          </p:cNvCxnSpPr>
          <p:nvPr/>
        </p:nvCxnSpPr>
        <p:spPr>
          <a:xfrm>
            <a:off x="337598" y="-9646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830A1E1B-628A-F216-B963-8E4BF7635A7A}"/>
              </a:ext>
            </a:extLst>
          </p:cNvPr>
          <p:cNvSpPr/>
          <p:nvPr/>
        </p:nvSpPr>
        <p:spPr>
          <a:xfrm>
            <a:off x="2048720" y="15771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901FB07-7174-5ABC-9F89-C3EDF153F30A}"/>
              </a:ext>
            </a:extLst>
          </p:cNvPr>
          <p:cNvSpPr/>
          <p:nvPr/>
        </p:nvSpPr>
        <p:spPr>
          <a:xfrm>
            <a:off x="2050648" y="1560177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7CC69D78-921C-24D3-EDE7-29777A612B5A}"/>
              </a:ext>
            </a:extLst>
          </p:cNvPr>
          <p:cNvSpPr/>
          <p:nvPr/>
        </p:nvSpPr>
        <p:spPr>
          <a:xfrm>
            <a:off x="6344859" y="440755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08F7AE2-16FE-A2F6-98C3-F6A113B04649}"/>
              </a:ext>
            </a:extLst>
          </p:cNvPr>
          <p:cNvSpPr/>
          <p:nvPr/>
        </p:nvSpPr>
        <p:spPr>
          <a:xfrm>
            <a:off x="3474335" y="157713"/>
            <a:ext cx="914400" cy="914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438751C0-677F-1886-3708-1F6A7248AAF1}"/>
              </a:ext>
            </a:extLst>
          </p:cNvPr>
          <p:cNvSpPr/>
          <p:nvPr/>
        </p:nvSpPr>
        <p:spPr>
          <a:xfrm>
            <a:off x="2062228" y="2972291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1A09FF6-32F1-AEBE-825B-9AEE06C5D5CD}"/>
              </a:ext>
            </a:extLst>
          </p:cNvPr>
          <p:cNvSpPr/>
          <p:nvPr/>
        </p:nvSpPr>
        <p:spPr>
          <a:xfrm>
            <a:off x="7796755" y="5854391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B53780EF-7939-95E1-96B5-400803DC1938}"/>
              </a:ext>
            </a:extLst>
          </p:cNvPr>
          <p:cNvSpPr/>
          <p:nvPr/>
        </p:nvSpPr>
        <p:spPr>
          <a:xfrm>
            <a:off x="3464689" y="2995439"/>
            <a:ext cx="914400" cy="914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12FD1C0-A84E-F09E-4DD6-AC518C112085}"/>
              </a:ext>
            </a:extLst>
          </p:cNvPr>
          <p:cNvSpPr/>
          <p:nvPr/>
        </p:nvSpPr>
        <p:spPr>
          <a:xfrm>
            <a:off x="4888377" y="4384402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3B57C821-BD2E-6752-6CFD-9821BEE5169F}"/>
              </a:ext>
            </a:extLst>
          </p:cNvPr>
          <p:cNvSpPr/>
          <p:nvPr/>
        </p:nvSpPr>
        <p:spPr>
          <a:xfrm>
            <a:off x="7798681" y="126844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C2B200BB-6DE0-40E6-7320-63446D5F99F3}"/>
              </a:ext>
            </a:extLst>
          </p:cNvPr>
          <p:cNvSpPr/>
          <p:nvPr/>
        </p:nvSpPr>
        <p:spPr>
          <a:xfrm>
            <a:off x="4857507" y="2999295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34AD8E48-45B9-1BC0-6798-2450E0C753F5}"/>
              </a:ext>
            </a:extLst>
          </p:cNvPr>
          <p:cNvSpPr/>
          <p:nvPr/>
        </p:nvSpPr>
        <p:spPr>
          <a:xfrm>
            <a:off x="6373788" y="5846672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4174EBD-CF4F-CCBC-3F63-586B3C7AC309}"/>
              </a:ext>
            </a:extLst>
          </p:cNvPr>
          <p:cNvGrpSpPr/>
          <p:nvPr/>
        </p:nvGrpSpPr>
        <p:grpSpPr>
          <a:xfrm>
            <a:off x="476500" y="79769"/>
            <a:ext cx="1152000" cy="1152000"/>
            <a:chOff x="476500" y="79769"/>
            <a:chExt cx="1152000" cy="1152000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601559CF-ABDC-4105-82A4-9BEC0AB6B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C2AA8426-9A5A-B62C-69D2-99EFF076BC94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C2BD1EB-E504-8BDE-F340-B4C12A2E511D}"/>
              </a:ext>
            </a:extLst>
          </p:cNvPr>
          <p:cNvGrpSpPr/>
          <p:nvPr/>
        </p:nvGrpSpPr>
        <p:grpSpPr>
          <a:xfrm>
            <a:off x="488067" y="1386069"/>
            <a:ext cx="1152000" cy="1152000"/>
            <a:chOff x="488067" y="13860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53D85DFC-1AA7-8FCA-FD40-40931BFDC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D9DC1322-00E2-7179-B584-0EC49341E0E9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4C69505-2EFF-275B-8882-1D38C9F7438F}"/>
              </a:ext>
            </a:extLst>
          </p:cNvPr>
          <p:cNvGrpSpPr/>
          <p:nvPr/>
        </p:nvGrpSpPr>
        <p:grpSpPr>
          <a:xfrm>
            <a:off x="488067" y="2845300"/>
            <a:ext cx="1152000" cy="1152000"/>
            <a:chOff x="488067" y="2845300"/>
            <a:chExt cx="1152000" cy="1152000"/>
          </a:xfrm>
        </p:grpSpPr>
        <p:pic>
          <p:nvPicPr>
            <p:cNvPr id="6" name="Grafik 5" descr="Mann mit einfarbiger Füllung">
              <a:extLst>
                <a:ext uri="{FF2B5EF4-FFF2-40B4-BE49-F238E27FC236}">
                  <a16:creationId xmlns:a16="http://schemas.microsoft.com/office/drawing/2014/main" id="{2881B956-7C3E-4C94-AADF-0BC351CA9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566D3460-B4EF-3C43-5EE9-49EA00401723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0CDC531-48A4-9D19-C051-793D2EDAEDD1}"/>
              </a:ext>
            </a:extLst>
          </p:cNvPr>
          <p:cNvGrpSpPr/>
          <p:nvPr/>
        </p:nvGrpSpPr>
        <p:grpSpPr>
          <a:xfrm>
            <a:off x="488067" y="4292956"/>
            <a:ext cx="1152000" cy="1152000"/>
            <a:chOff x="488067" y="4292956"/>
            <a:chExt cx="1152000" cy="1152000"/>
          </a:xfrm>
        </p:grpSpPr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ED2797AE-174B-8DDE-9B01-CC30CC33C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4292956"/>
              <a:ext cx="1152000" cy="11520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B31327FD-EC2D-FE47-95CE-BAEEB7942AB8}"/>
                </a:ext>
              </a:extLst>
            </p:cNvPr>
            <p:cNvSpPr txBox="1"/>
            <p:nvPr/>
          </p:nvSpPr>
          <p:spPr>
            <a:xfrm>
              <a:off x="864489" y="44667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5E3198C9-284C-88CA-81DD-3AC26B5A9CA2}"/>
              </a:ext>
            </a:extLst>
          </p:cNvPr>
          <p:cNvGrpSpPr/>
          <p:nvPr/>
        </p:nvGrpSpPr>
        <p:grpSpPr>
          <a:xfrm>
            <a:off x="488067" y="5690596"/>
            <a:ext cx="1152000" cy="1152000"/>
            <a:chOff x="488067" y="5690596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B8B50C8F-7256-F307-87C9-3505F4EB9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744C8B2B-00A5-E819-6063-3A50F0410D58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4328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C182A-3C07-B7C8-1968-4194B60D9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10DF938C-96B3-9F27-1788-A1D240E90C89}"/>
              </a:ext>
            </a:extLst>
          </p:cNvPr>
          <p:cNvCxnSpPr>
            <a:cxnSpLocks/>
          </p:cNvCxnSpPr>
          <p:nvPr/>
        </p:nvCxnSpPr>
        <p:spPr>
          <a:xfrm>
            <a:off x="337598" y="1285770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7FA79F3-1E55-34CF-CB87-DB7BC6508356}"/>
              </a:ext>
            </a:extLst>
          </p:cNvPr>
          <p:cNvCxnSpPr>
            <a:cxnSpLocks/>
          </p:cNvCxnSpPr>
          <p:nvPr/>
        </p:nvCxnSpPr>
        <p:spPr>
          <a:xfrm>
            <a:off x="337598" y="2711381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594E042-48F9-BECF-505A-04A9898E9A4E}"/>
              </a:ext>
            </a:extLst>
          </p:cNvPr>
          <p:cNvCxnSpPr>
            <a:cxnSpLocks/>
          </p:cNvCxnSpPr>
          <p:nvPr/>
        </p:nvCxnSpPr>
        <p:spPr>
          <a:xfrm>
            <a:off x="337598" y="4146648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5B6FFFC-89C9-08D5-82BB-B7D70B0B679E}"/>
              </a:ext>
            </a:extLst>
          </p:cNvPr>
          <p:cNvCxnSpPr>
            <a:cxnSpLocks/>
          </p:cNvCxnSpPr>
          <p:nvPr/>
        </p:nvCxnSpPr>
        <p:spPr>
          <a:xfrm>
            <a:off x="337598" y="5605056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8252252-6A5A-C073-D7A9-0E83E9397DE9}"/>
              </a:ext>
            </a:extLst>
          </p:cNvPr>
          <p:cNvCxnSpPr>
            <a:cxnSpLocks/>
          </p:cNvCxnSpPr>
          <p:nvPr/>
        </p:nvCxnSpPr>
        <p:spPr>
          <a:xfrm>
            <a:off x="1770927" y="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16AA956-7847-06FC-5552-1F7482F4ABC6}"/>
              </a:ext>
            </a:extLst>
          </p:cNvPr>
          <p:cNvCxnSpPr>
            <a:cxnSpLocks/>
          </p:cNvCxnSpPr>
          <p:nvPr/>
        </p:nvCxnSpPr>
        <p:spPr>
          <a:xfrm>
            <a:off x="3242841" y="-32794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183662D2-1D32-59DF-2118-9EC01F35882A}"/>
              </a:ext>
            </a:extLst>
          </p:cNvPr>
          <p:cNvCxnSpPr>
            <a:cxnSpLocks/>
          </p:cNvCxnSpPr>
          <p:nvPr/>
        </p:nvCxnSpPr>
        <p:spPr>
          <a:xfrm>
            <a:off x="4654952" y="-4437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74CE8207-5580-9554-5870-AD8D76CA540F}"/>
              </a:ext>
            </a:extLst>
          </p:cNvPr>
          <p:cNvCxnSpPr>
            <a:cxnSpLocks/>
          </p:cNvCxnSpPr>
          <p:nvPr/>
        </p:nvCxnSpPr>
        <p:spPr>
          <a:xfrm>
            <a:off x="6090218" y="-9645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65BD8E30-2737-AF66-3B69-0F7FC028B3C9}"/>
              </a:ext>
            </a:extLst>
          </p:cNvPr>
          <p:cNvCxnSpPr>
            <a:cxnSpLocks/>
          </p:cNvCxnSpPr>
          <p:nvPr/>
        </p:nvCxnSpPr>
        <p:spPr>
          <a:xfrm>
            <a:off x="7537055" y="-21221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813BB0E6-7056-A9B8-F057-9663A6B61F74}"/>
              </a:ext>
            </a:extLst>
          </p:cNvPr>
          <p:cNvCxnSpPr>
            <a:cxnSpLocks/>
          </p:cNvCxnSpPr>
          <p:nvPr/>
        </p:nvCxnSpPr>
        <p:spPr>
          <a:xfrm>
            <a:off x="9007041" y="1927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874D903F-90A4-472A-4418-B14A13E2B2C8}"/>
              </a:ext>
            </a:extLst>
          </p:cNvPr>
          <p:cNvCxnSpPr>
            <a:cxnSpLocks/>
          </p:cNvCxnSpPr>
          <p:nvPr/>
        </p:nvCxnSpPr>
        <p:spPr>
          <a:xfrm>
            <a:off x="337598" y="-9646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C1E4C915-71C1-491A-F76D-B43A70674557}"/>
              </a:ext>
            </a:extLst>
          </p:cNvPr>
          <p:cNvSpPr/>
          <p:nvPr/>
        </p:nvSpPr>
        <p:spPr>
          <a:xfrm>
            <a:off x="600920" y="15771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679DF5DD-7562-4AAA-B16E-905B723B2604}"/>
              </a:ext>
            </a:extLst>
          </p:cNvPr>
          <p:cNvSpPr/>
          <p:nvPr/>
        </p:nvSpPr>
        <p:spPr>
          <a:xfrm>
            <a:off x="612373" y="1560177"/>
            <a:ext cx="914400" cy="914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05F222CA-204A-C5F8-059E-7D98B0971029}"/>
              </a:ext>
            </a:extLst>
          </p:cNvPr>
          <p:cNvSpPr/>
          <p:nvPr/>
        </p:nvSpPr>
        <p:spPr>
          <a:xfrm>
            <a:off x="582234" y="440755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28A4F0B6-8E59-7FCC-4471-19E65E40AE76}"/>
              </a:ext>
            </a:extLst>
          </p:cNvPr>
          <p:cNvSpPr/>
          <p:nvPr/>
        </p:nvSpPr>
        <p:spPr>
          <a:xfrm>
            <a:off x="599832" y="2999295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DD10728C-41E5-EF66-D3F7-586D68366466}"/>
              </a:ext>
            </a:extLst>
          </p:cNvPr>
          <p:cNvSpPr/>
          <p:nvPr/>
        </p:nvSpPr>
        <p:spPr>
          <a:xfrm>
            <a:off x="601638" y="5846672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5D68F93-A683-C34C-4BA1-51E9515F5391}"/>
              </a:ext>
            </a:extLst>
          </p:cNvPr>
          <p:cNvGrpSpPr/>
          <p:nvPr/>
        </p:nvGrpSpPr>
        <p:grpSpPr>
          <a:xfrm>
            <a:off x="1914775" y="79769"/>
            <a:ext cx="1152000" cy="1152000"/>
            <a:chOff x="476500" y="79769"/>
            <a:chExt cx="1152000" cy="1152000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366697B2-145F-69B8-B3A3-AEA09E487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5108FB5F-82F9-7D6E-3E57-7CD5EC0E9859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1E0FEFDA-EF37-1A13-E010-D32ADF1EA078}"/>
              </a:ext>
            </a:extLst>
          </p:cNvPr>
          <p:cNvGrpSpPr/>
          <p:nvPr/>
        </p:nvGrpSpPr>
        <p:grpSpPr>
          <a:xfrm>
            <a:off x="1926342" y="1386069"/>
            <a:ext cx="1152000" cy="1152000"/>
            <a:chOff x="488067" y="13860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E0EEF252-D9E3-3EE4-B082-8CBD43D6C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106E1628-C765-9ABA-8768-665952003069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8CAE80D0-F216-4169-8CB1-F03A05EBA4B8}"/>
              </a:ext>
            </a:extLst>
          </p:cNvPr>
          <p:cNvGrpSpPr/>
          <p:nvPr/>
        </p:nvGrpSpPr>
        <p:grpSpPr>
          <a:xfrm>
            <a:off x="4793367" y="2845300"/>
            <a:ext cx="1152000" cy="1152000"/>
            <a:chOff x="488067" y="2845300"/>
            <a:chExt cx="1152000" cy="1152000"/>
          </a:xfrm>
        </p:grpSpPr>
        <p:pic>
          <p:nvPicPr>
            <p:cNvPr id="6" name="Grafik 5" descr="Mann mit einfarbiger Füllung">
              <a:extLst>
                <a:ext uri="{FF2B5EF4-FFF2-40B4-BE49-F238E27FC236}">
                  <a16:creationId xmlns:a16="http://schemas.microsoft.com/office/drawing/2014/main" id="{566DD1CF-1C52-C158-411D-FABEA9D6D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8393A7A6-5172-3FCC-7B69-CC3ACB629B59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9446C10-4C4E-A208-4765-267C7CF7B146}"/>
              </a:ext>
            </a:extLst>
          </p:cNvPr>
          <p:cNvGrpSpPr/>
          <p:nvPr/>
        </p:nvGrpSpPr>
        <p:grpSpPr>
          <a:xfrm>
            <a:off x="7688967" y="4292956"/>
            <a:ext cx="1152000" cy="1152000"/>
            <a:chOff x="488067" y="4292956"/>
            <a:chExt cx="1152000" cy="1152000"/>
          </a:xfrm>
        </p:grpSpPr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38DCE003-D07A-0EFA-A146-8A87D42FC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4292956"/>
              <a:ext cx="1152000" cy="11520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E9959FD9-C37B-AF1F-3DD2-94305E352A34}"/>
                </a:ext>
              </a:extLst>
            </p:cNvPr>
            <p:cNvSpPr txBox="1"/>
            <p:nvPr/>
          </p:nvSpPr>
          <p:spPr>
            <a:xfrm>
              <a:off x="864489" y="44667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EB03C17A-0F2E-180A-5676-12B899B1D47C}"/>
              </a:ext>
            </a:extLst>
          </p:cNvPr>
          <p:cNvGrpSpPr/>
          <p:nvPr/>
        </p:nvGrpSpPr>
        <p:grpSpPr>
          <a:xfrm>
            <a:off x="7688967" y="5690596"/>
            <a:ext cx="1152000" cy="1152000"/>
            <a:chOff x="488067" y="5690596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1F697727-A935-009E-4B9E-316B2CF14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4A0581E-D9FC-B6B5-AF2D-A9B56674137E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DA0CEE87-F589-F67E-1C74-AEB7A6336CBB}"/>
              </a:ext>
            </a:extLst>
          </p:cNvPr>
          <p:cNvGrpSpPr/>
          <p:nvPr/>
        </p:nvGrpSpPr>
        <p:grpSpPr>
          <a:xfrm>
            <a:off x="3353050" y="79769"/>
            <a:ext cx="1152000" cy="1152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52E60795-6B56-D9EB-EF53-AD6938FC5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D3B1747A-1F4D-5472-6B74-66E06296990F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26F3346C-0D82-FAC1-1582-72F56203BC47}"/>
              </a:ext>
            </a:extLst>
          </p:cNvPr>
          <p:cNvGrpSpPr/>
          <p:nvPr/>
        </p:nvGrpSpPr>
        <p:grpSpPr>
          <a:xfrm>
            <a:off x="4781800" y="79769"/>
            <a:ext cx="1152000" cy="1152000"/>
            <a:chOff x="476500" y="79769"/>
            <a:chExt cx="1152000" cy="1152000"/>
          </a:xfrm>
        </p:grpSpPr>
        <p:pic>
          <p:nvPicPr>
            <p:cNvPr id="45" name="Grafik 44" descr="Mann mit einfarbiger Füllung">
              <a:extLst>
                <a:ext uri="{FF2B5EF4-FFF2-40B4-BE49-F238E27FC236}">
                  <a16:creationId xmlns:a16="http://schemas.microsoft.com/office/drawing/2014/main" id="{A55C4DF6-753A-45DB-0063-5E9B561CF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6B279DE6-C00C-378E-9135-74ED8D275FC8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A7EB8D72-A2F0-8D9F-20F8-3FB0368B46E9}"/>
              </a:ext>
            </a:extLst>
          </p:cNvPr>
          <p:cNvGrpSpPr/>
          <p:nvPr/>
        </p:nvGrpSpPr>
        <p:grpSpPr>
          <a:xfrm>
            <a:off x="4802892" y="1386069"/>
            <a:ext cx="1152000" cy="1152000"/>
            <a:chOff x="488067" y="1386069"/>
            <a:chExt cx="1152000" cy="1152000"/>
          </a:xfrm>
        </p:grpSpPr>
        <p:pic>
          <p:nvPicPr>
            <p:cNvPr id="48" name="Grafik 47" descr="Mann mit einfarbiger Füllung">
              <a:extLst>
                <a:ext uri="{FF2B5EF4-FFF2-40B4-BE49-F238E27FC236}">
                  <a16:creationId xmlns:a16="http://schemas.microsoft.com/office/drawing/2014/main" id="{DBBD924B-5E48-2288-814D-40B72B2E1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E1D6EE71-29C1-9A2B-2E49-4458FDD5A44F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4EB45C90-EF79-3FEA-C509-ECD82F780D74}"/>
              </a:ext>
            </a:extLst>
          </p:cNvPr>
          <p:cNvGrpSpPr/>
          <p:nvPr/>
        </p:nvGrpSpPr>
        <p:grpSpPr>
          <a:xfrm>
            <a:off x="6250692" y="2845300"/>
            <a:ext cx="1152000" cy="1152000"/>
            <a:chOff x="488067" y="2845300"/>
            <a:chExt cx="1152000" cy="1152000"/>
          </a:xfrm>
        </p:grpSpPr>
        <p:pic>
          <p:nvPicPr>
            <p:cNvPr id="51" name="Grafik 50" descr="Mann mit einfarbiger Füllung">
              <a:extLst>
                <a:ext uri="{FF2B5EF4-FFF2-40B4-BE49-F238E27FC236}">
                  <a16:creationId xmlns:a16="http://schemas.microsoft.com/office/drawing/2014/main" id="{6A83EEE7-5E90-74C3-D402-2DB1A8D5B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A8848AF1-02DA-450B-61DD-3D3A989CAC86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2270D6F9-5328-DB12-7497-456A8C04E72B}"/>
              </a:ext>
            </a:extLst>
          </p:cNvPr>
          <p:cNvGrpSpPr/>
          <p:nvPr/>
        </p:nvGrpSpPr>
        <p:grpSpPr>
          <a:xfrm>
            <a:off x="6250692" y="4331200"/>
            <a:ext cx="1152000" cy="1152000"/>
            <a:chOff x="488067" y="2845300"/>
            <a:chExt cx="1152000" cy="1152000"/>
          </a:xfrm>
        </p:grpSpPr>
        <p:pic>
          <p:nvPicPr>
            <p:cNvPr id="54" name="Grafik 53" descr="Mann mit einfarbiger Füllung">
              <a:extLst>
                <a:ext uri="{FF2B5EF4-FFF2-40B4-BE49-F238E27FC236}">
                  <a16:creationId xmlns:a16="http://schemas.microsoft.com/office/drawing/2014/main" id="{C77A2B9B-8B21-9752-7563-5E59C5FEF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F68FB90A-2393-6F79-6D76-1A066F54E302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7F3FE4FE-DFE9-D003-D696-8AB49B3F6AF0}"/>
              </a:ext>
            </a:extLst>
          </p:cNvPr>
          <p:cNvGrpSpPr/>
          <p:nvPr/>
        </p:nvGrpSpPr>
        <p:grpSpPr>
          <a:xfrm>
            <a:off x="1916817" y="5690596"/>
            <a:ext cx="1152000" cy="1152000"/>
            <a:chOff x="488067" y="5690596"/>
            <a:chExt cx="1152000" cy="1152000"/>
          </a:xfrm>
        </p:grpSpPr>
        <p:pic>
          <p:nvPicPr>
            <p:cNvPr id="57" name="Grafik 56" descr="Mann mit einfarbiger Füllung">
              <a:extLst>
                <a:ext uri="{FF2B5EF4-FFF2-40B4-BE49-F238E27FC236}">
                  <a16:creationId xmlns:a16="http://schemas.microsoft.com/office/drawing/2014/main" id="{86BF80FB-671D-ADFE-44A2-9CCE87A8E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078878B1-D23B-EA5B-3F64-5201CBDE13BA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59" name="Ellipse 58">
            <a:extLst>
              <a:ext uri="{FF2B5EF4-FFF2-40B4-BE49-F238E27FC236}">
                <a16:creationId xmlns:a16="http://schemas.microsoft.com/office/drawing/2014/main" id="{3C9654BE-0EEA-B6C9-A8CA-C18C4947E4F0}"/>
              </a:ext>
            </a:extLst>
          </p:cNvPr>
          <p:cNvSpPr/>
          <p:nvPr/>
        </p:nvSpPr>
        <p:spPr>
          <a:xfrm>
            <a:off x="9845688" y="198569"/>
            <a:ext cx="914400" cy="9144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3C243F1F-FAAE-70FD-0DB0-2C901D0AADB4}"/>
                  </a:ext>
                </a:extLst>
              </p:cNvPr>
              <p:cNvSpPr txBox="1"/>
              <p:nvPr/>
            </p:nvSpPr>
            <p:spPr>
              <a:xfrm>
                <a:off x="10834484" y="322525"/>
                <a:ext cx="5357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1" dirty="0" smtClean="0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de-DE" sz="3200" b="1" dirty="0"/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3C243F1F-FAAE-70FD-0DB0-2C901D0AA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4484" y="322525"/>
                <a:ext cx="53572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6726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267B1E-F007-E457-1C00-40B29752D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24" y="1612900"/>
            <a:ext cx="6753225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Säulen-</a:t>
            </a:r>
            <a:r>
              <a:rPr lang="de-DE" sz="8000" b="1" dirty="0" err="1"/>
              <a:t>Pruning</a:t>
            </a:r>
            <a:endParaRPr lang="de-DE" sz="8000" b="1" dirty="0"/>
          </a:p>
        </p:txBody>
      </p:sp>
    </p:spTree>
    <p:extLst>
      <p:ext uri="{BB962C8B-B14F-4D97-AF65-F5344CB8AC3E}">
        <p14:creationId xmlns:p14="http://schemas.microsoft.com/office/powerpoint/2010/main" val="196975261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C3ED0-F17F-4C36-9E89-98D8A246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18FF93-38BE-857A-0B03-26B80335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24" y="-2921000"/>
            <a:ext cx="6753225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Säulen-</a:t>
            </a:r>
            <a:r>
              <a:rPr lang="de-DE" sz="8000" b="1" dirty="0" err="1"/>
              <a:t>Pruning</a:t>
            </a:r>
            <a:endParaRPr lang="de-DE" sz="8000" b="1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49C575E0-8FEB-A935-B5CD-F2B7A7BFD0A6}"/>
              </a:ext>
            </a:extLst>
          </p:cNvPr>
          <p:cNvSpPr txBox="1">
            <a:spLocks/>
          </p:cNvSpPr>
          <p:nvPr/>
        </p:nvSpPr>
        <p:spPr>
          <a:xfrm>
            <a:off x="2371726" y="1441450"/>
            <a:ext cx="9915524" cy="337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8000" dirty="0"/>
              <a:t>1. Leere Säulen</a:t>
            </a:r>
          </a:p>
        </p:txBody>
      </p:sp>
    </p:spTree>
    <p:extLst>
      <p:ext uri="{BB962C8B-B14F-4D97-AF65-F5344CB8AC3E}">
        <p14:creationId xmlns:p14="http://schemas.microsoft.com/office/powerpoint/2010/main" val="374769516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6070-71B3-6CE3-9F4A-FAD8A5C4E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B5F84FD-BA75-17D4-E374-F2BD08951418}"/>
              </a:ext>
            </a:extLst>
          </p:cNvPr>
          <p:cNvCxnSpPr>
            <a:cxnSpLocks/>
          </p:cNvCxnSpPr>
          <p:nvPr/>
        </p:nvCxnSpPr>
        <p:spPr>
          <a:xfrm>
            <a:off x="337598" y="1285770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8B18259-4515-D3F3-994F-8E7CE68D799B}"/>
              </a:ext>
            </a:extLst>
          </p:cNvPr>
          <p:cNvCxnSpPr>
            <a:cxnSpLocks/>
          </p:cNvCxnSpPr>
          <p:nvPr/>
        </p:nvCxnSpPr>
        <p:spPr>
          <a:xfrm>
            <a:off x="337598" y="2711381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C480EAC-A309-4414-4741-D608FC2F202B}"/>
              </a:ext>
            </a:extLst>
          </p:cNvPr>
          <p:cNvCxnSpPr>
            <a:cxnSpLocks/>
          </p:cNvCxnSpPr>
          <p:nvPr/>
        </p:nvCxnSpPr>
        <p:spPr>
          <a:xfrm>
            <a:off x="337598" y="4146648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2A90CFB-8975-894A-5976-97C8EC77DE53}"/>
              </a:ext>
            </a:extLst>
          </p:cNvPr>
          <p:cNvCxnSpPr>
            <a:cxnSpLocks/>
          </p:cNvCxnSpPr>
          <p:nvPr/>
        </p:nvCxnSpPr>
        <p:spPr>
          <a:xfrm>
            <a:off x="337598" y="5605056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0863B1C-A3B4-0677-7917-B3633D4E76B7}"/>
              </a:ext>
            </a:extLst>
          </p:cNvPr>
          <p:cNvCxnSpPr>
            <a:cxnSpLocks/>
          </p:cNvCxnSpPr>
          <p:nvPr/>
        </p:nvCxnSpPr>
        <p:spPr>
          <a:xfrm>
            <a:off x="1770927" y="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6431D392-FA1B-4097-CF9A-FF0C55CC4975}"/>
              </a:ext>
            </a:extLst>
          </p:cNvPr>
          <p:cNvCxnSpPr>
            <a:cxnSpLocks/>
          </p:cNvCxnSpPr>
          <p:nvPr/>
        </p:nvCxnSpPr>
        <p:spPr>
          <a:xfrm>
            <a:off x="3242841" y="-32794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CD44ED76-6E2F-B9DA-8FF3-2CBD0D44017C}"/>
              </a:ext>
            </a:extLst>
          </p:cNvPr>
          <p:cNvCxnSpPr>
            <a:cxnSpLocks/>
          </p:cNvCxnSpPr>
          <p:nvPr/>
        </p:nvCxnSpPr>
        <p:spPr>
          <a:xfrm>
            <a:off x="4654952" y="-4437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3A33A4F9-2997-F547-EC55-053E89E553E6}"/>
              </a:ext>
            </a:extLst>
          </p:cNvPr>
          <p:cNvCxnSpPr>
            <a:cxnSpLocks/>
          </p:cNvCxnSpPr>
          <p:nvPr/>
        </p:nvCxnSpPr>
        <p:spPr>
          <a:xfrm>
            <a:off x="6090218" y="-9645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018E7BF4-DEF2-E50B-47BE-15A364C0AD73}"/>
              </a:ext>
            </a:extLst>
          </p:cNvPr>
          <p:cNvCxnSpPr>
            <a:cxnSpLocks/>
          </p:cNvCxnSpPr>
          <p:nvPr/>
        </p:nvCxnSpPr>
        <p:spPr>
          <a:xfrm>
            <a:off x="7537055" y="-21221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165FC42-FC15-BF38-8043-319EBCF544D5}"/>
              </a:ext>
            </a:extLst>
          </p:cNvPr>
          <p:cNvCxnSpPr>
            <a:cxnSpLocks/>
          </p:cNvCxnSpPr>
          <p:nvPr/>
        </p:nvCxnSpPr>
        <p:spPr>
          <a:xfrm>
            <a:off x="9007041" y="1927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A708488C-8CFC-AB9C-2500-82C7AB81238C}"/>
              </a:ext>
            </a:extLst>
          </p:cNvPr>
          <p:cNvCxnSpPr>
            <a:cxnSpLocks/>
          </p:cNvCxnSpPr>
          <p:nvPr/>
        </p:nvCxnSpPr>
        <p:spPr>
          <a:xfrm>
            <a:off x="337598" y="-9646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4BFB4613-119B-2D20-D8D7-ADA220D0576A}"/>
              </a:ext>
            </a:extLst>
          </p:cNvPr>
          <p:cNvSpPr/>
          <p:nvPr/>
        </p:nvSpPr>
        <p:spPr>
          <a:xfrm>
            <a:off x="600920" y="15771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A6B9F6F-635A-CE61-DC95-0569A81BB9ED}"/>
              </a:ext>
            </a:extLst>
          </p:cNvPr>
          <p:cNvSpPr/>
          <p:nvPr/>
        </p:nvSpPr>
        <p:spPr>
          <a:xfrm>
            <a:off x="612373" y="1560177"/>
            <a:ext cx="914400" cy="914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08085FA0-93E9-A851-9F1F-6FAA2437046F}"/>
              </a:ext>
            </a:extLst>
          </p:cNvPr>
          <p:cNvSpPr/>
          <p:nvPr/>
        </p:nvSpPr>
        <p:spPr>
          <a:xfrm>
            <a:off x="582234" y="440755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A053A9A4-BB70-9B61-B88D-E4CE51DFCB1E}"/>
              </a:ext>
            </a:extLst>
          </p:cNvPr>
          <p:cNvSpPr/>
          <p:nvPr/>
        </p:nvSpPr>
        <p:spPr>
          <a:xfrm>
            <a:off x="599832" y="2999295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382566B6-E6F6-C02B-E758-442D9485A4D1}"/>
              </a:ext>
            </a:extLst>
          </p:cNvPr>
          <p:cNvSpPr/>
          <p:nvPr/>
        </p:nvSpPr>
        <p:spPr>
          <a:xfrm>
            <a:off x="601638" y="5846672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252DE9C-AD89-BC74-176D-0AAF31FBD4E5}"/>
              </a:ext>
            </a:extLst>
          </p:cNvPr>
          <p:cNvGrpSpPr/>
          <p:nvPr/>
        </p:nvGrpSpPr>
        <p:grpSpPr>
          <a:xfrm>
            <a:off x="1914775" y="79769"/>
            <a:ext cx="1152000" cy="1152000"/>
            <a:chOff x="476500" y="79769"/>
            <a:chExt cx="1152000" cy="1152000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51A80D49-043D-C74E-1F7A-05574B792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F11AF781-4725-DEEE-8BFF-B5558889E091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6FD53D5F-878C-B091-ACA7-5ED5F9BBE7E2}"/>
              </a:ext>
            </a:extLst>
          </p:cNvPr>
          <p:cNvGrpSpPr/>
          <p:nvPr/>
        </p:nvGrpSpPr>
        <p:grpSpPr>
          <a:xfrm>
            <a:off x="1926342" y="1386069"/>
            <a:ext cx="1152000" cy="1152000"/>
            <a:chOff x="488067" y="13860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62609C00-685A-48B2-414D-80DC02DE9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77859C58-AB19-B6FA-F6D5-092F79990A23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39D854B4-B133-261B-DE21-1BD01F643978}"/>
              </a:ext>
            </a:extLst>
          </p:cNvPr>
          <p:cNvGrpSpPr/>
          <p:nvPr/>
        </p:nvGrpSpPr>
        <p:grpSpPr>
          <a:xfrm>
            <a:off x="4793367" y="2845300"/>
            <a:ext cx="1152000" cy="1152000"/>
            <a:chOff x="488067" y="2845300"/>
            <a:chExt cx="1152000" cy="1152000"/>
          </a:xfrm>
        </p:grpSpPr>
        <p:pic>
          <p:nvPicPr>
            <p:cNvPr id="6" name="Grafik 5" descr="Mann mit einfarbiger Füllung">
              <a:extLst>
                <a:ext uri="{FF2B5EF4-FFF2-40B4-BE49-F238E27FC236}">
                  <a16:creationId xmlns:a16="http://schemas.microsoft.com/office/drawing/2014/main" id="{56B47555-D9CA-5B55-4579-4BEAA8D56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AC4C3C18-E81D-B388-C036-6202BDA1EE9D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C744E675-851A-72B2-0ACC-18A416163E53}"/>
              </a:ext>
            </a:extLst>
          </p:cNvPr>
          <p:cNvGrpSpPr/>
          <p:nvPr/>
        </p:nvGrpSpPr>
        <p:grpSpPr>
          <a:xfrm>
            <a:off x="7688967" y="4292956"/>
            <a:ext cx="1152000" cy="1152000"/>
            <a:chOff x="488067" y="4292956"/>
            <a:chExt cx="1152000" cy="1152000"/>
          </a:xfrm>
        </p:grpSpPr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E8D6BBD6-564F-F30C-FE60-F4E8215E9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4292956"/>
              <a:ext cx="1152000" cy="11520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B9AFB55E-53E8-1E65-7757-08213064BC6B}"/>
                </a:ext>
              </a:extLst>
            </p:cNvPr>
            <p:cNvSpPr txBox="1"/>
            <p:nvPr/>
          </p:nvSpPr>
          <p:spPr>
            <a:xfrm>
              <a:off x="864489" y="44667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2348A3C8-9D06-D0A4-07F6-98492E32270F}"/>
              </a:ext>
            </a:extLst>
          </p:cNvPr>
          <p:cNvGrpSpPr/>
          <p:nvPr/>
        </p:nvGrpSpPr>
        <p:grpSpPr>
          <a:xfrm>
            <a:off x="7688967" y="5690596"/>
            <a:ext cx="1152000" cy="1152000"/>
            <a:chOff x="488067" y="5690596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A5B60BE4-E71D-1CA9-C625-6BCAD7E7E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62535CB4-D39A-EC1B-CD49-74E64D93EB96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B6DA00CC-9A8E-333D-B98E-226E47438816}"/>
              </a:ext>
            </a:extLst>
          </p:cNvPr>
          <p:cNvGrpSpPr/>
          <p:nvPr/>
        </p:nvGrpSpPr>
        <p:grpSpPr>
          <a:xfrm>
            <a:off x="3353050" y="79769"/>
            <a:ext cx="1152000" cy="1152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F72F4CB0-3D8F-BFA9-C53A-6CB6BC3CF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7017152E-82F0-FCBB-952F-03D6F7259843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6F20771F-D53A-F571-B6D3-4107A38DB6D2}"/>
              </a:ext>
            </a:extLst>
          </p:cNvPr>
          <p:cNvGrpSpPr/>
          <p:nvPr/>
        </p:nvGrpSpPr>
        <p:grpSpPr>
          <a:xfrm>
            <a:off x="4781800" y="79769"/>
            <a:ext cx="1152000" cy="1152000"/>
            <a:chOff x="476500" y="79769"/>
            <a:chExt cx="1152000" cy="1152000"/>
          </a:xfrm>
        </p:grpSpPr>
        <p:pic>
          <p:nvPicPr>
            <p:cNvPr id="45" name="Grafik 44" descr="Mann mit einfarbiger Füllung">
              <a:extLst>
                <a:ext uri="{FF2B5EF4-FFF2-40B4-BE49-F238E27FC236}">
                  <a16:creationId xmlns:a16="http://schemas.microsoft.com/office/drawing/2014/main" id="{A48171E2-CEBE-C0D5-AC7E-4CF9FA83D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D174A140-08B3-7A00-FC5C-06B9FBE9FD00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27D79FA6-C22D-BA91-DB0B-6F24950D02D7}"/>
              </a:ext>
            </a:extLst>
          </p:cNvPr>
          <p:cNvGrpSpPr/>
          <p:nvPr/>
        </p:nvGrpSpPr>
        <p:grpSpPr>
          <a:xfrm>
            <a:off x="4802892" y="1386069"/>
            <a:ext cx="1152000" cy="1152000"/>
            <a:chOff x="488067" y="1386069"/>
            <a:chExt cx="1152000" cy="1152000"/>
          </a:xfrm>
        </p:grpSpPr>
        <p:pic>
          <p:nvPicPr>
            <p:cNvPr id="48" name="Grafik 47" descr="Mann mit einfarbiger Füllung">
              <a:extLst>
                <a:ext uri="{FF2B5EF4-FFF2-40B4-BE49-F238E27FC236}">
                  <a16:creationId xmlns:a16="http://schemas.microsoft.com/office/drawing/2014/main" id="{FDCE97DF-B6DA-C916-A2DB-CBB29AEA5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AC851988-D1AD-DB00-B43E-BA7979633EC0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F04BF4E1-C37E-55A6-5C25-025B461E300E}"/>
              </a:ext>
            </a:extLst>
          </p:cNvPr>
          <p:cNvGrpSpPr/>
          <p:nvPr/>
        </p:nvGrpSpPr>
        <p:grpSpPr>
          <a:xfrm>
            <a:off x="6250692" y="2845300"/>
            <a:ext cx="1152000" cy="1152000"/>
            <a:chOff x="488067" y="2845300"/>
            <a:chExt cx="1152000" cy="1152000"/>
          </a:xfrm>
        </p:grpSpPr>
        <p:pic>
          <p:nvPicPr>
            <p:cNvPr id="51" name="Grafik 50" descr="Mann mit einfarbiger Füllung">
              <a:extLst>
                <a:ext uri="{FF2B5EF4-FFF2-40B4-BE49-F238E27FC236}">
                  <a16:creationId xmlns:a16="http://schemas.microsoft.com/office/drawing/2014/main" id="{AB2251EF-0EE0-4C1D-8894-3715DA475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5FBE6D88-5ABF-3054-3C2B-FEA6E9EAFDF7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CF1B8BA7-C27B-CA48-F72D-502FD090090C}"/>
              </a:ext>
            </a:extLst>
          </p:cNvPr>
          <p:cNvGrpSpPr/>
          <p:nvPr/>
        </p:nvGrpSpPr>
        <p:grpSpPr>
          <a:xfrm>
            <a:off x="6250692" y="4331200"/>
            <a:ext cx="1152000" cy="1152000"/>
            <a:chOff x="488067" y="2845300"/>
            <a:chExt cx="1152000" cy="1152000"/>
          </a:xfrm>
        </p:grpSpPr>
        <p:pic>
          <p:nvPicPr>
            <p:cNvPr id="54" name="Grafik 53" descr="Mann mit einfarbiger Füllung">
              <a:extLst>
                <a:ext uri="{FF2B5EF4-FFF2-40B4-BE49-F238E27FC236}">
                  <a16:creationId xmlns:a16="http://schemas.microsoft.com/office/drawing/2014/main" id="{55B6E323-7D5A-56C1-96AA-44FCE15CE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F48F5C6F-83CC-86EF-879A-C9B1C7CC3C40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ADB9D3CD-3341-7A2D-7465-50A9E3DBFE99}"/>
              </a:ext>
            </a:extLst>
          </p:cNvPr>
          <p:cNvGrpSpPr/>
          <p:nvPr/>
        </p:nvGrpSpPr>
        <p:grpSpPr>
          <a:xfrm>
            <a:off x="1916817" y="5690596"/>
            <a:ext cx="1152000" cy="1152000"/>
            <a:chOff x="488067" y="5690596"/>
            <a:chExt cx="1152000" cy="1152000"/>
          </a:xfrm>
        </p:grpSpPr>
        <p:pic>
          <p:nvPicPr>
            <p:cNvPr id="57" name="Grafik 56" descr="Mann mit einfarbiger Füllung">
              <a:extLst>
                <a:ext uri="{FF2B5EF4-FFF2-40B4-BE49-F238E27FC236}">
                  <a16:creationId xmlns:a16="http://schemas.microsoft.com/office/drawing/2014/main" id="{5A0177D6-3B5A-F26D-1539-400BC981E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483901DD-09C5-A762-4524-FFBD24DC9799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59" name="Ellipse 58">
            <a:extLst>
              <a:ext uri="{FF2B5EF4-FFF2-40B4-BE49-F238E27FC236}">
                <a16:creationId xmlns:a16="http://schemas.microsoft.com/office/drawing/2014/main" id="{F75682AE-1572-C83E-8A34-213635C798B0}"/>
              </a:ext>
            </a:extLst>
          </p:cNvPr>
          <p:cNvSpPr/>
          <p:nvPr/>
        </p:nvSpPr>
        <p:spPr>
          <a:xfrm>
            <a:off x="9845688" y="198569"/>
            <a:ext cx="914400" cy="9144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441DDA2F-897F-5605-66E9-0C83A0E7BAB5}"/>
                  </a:ext>
                </a:extLst>
              </p:cNvPr>
              <p:cNvSpPr txBox="1"/>
              <p:nvPr/>
            </p:nvSpPr>
            <p:spPr>
              <a:xfrm>
                <a:off x="10834484" y="322525"/>
                <a:ext cx="5357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1" dirty="0" smtClean="0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de-DE" sz="3200" b="1" dirty="0"/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441DDA2F-897F-5605-66E9-0C83A0E7B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4484" y="322525"/>
                <a:ext cx="53572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30E5F0CB-EDEA-662C-8219-41375CEED1F4}"/>
              </a:ext>
            </a:extLst>
          </p:cNvPr>
          <p:cNvCxnSpPr>
            <a:cxnSpLocks/>
          </p:cNvCxnSpPr>
          <p:nvPr/>
        </p:nvCxnSpPr>
        <p:spPr>
          <a:xfrm>
            <a:off x="9602367" y="636926"/>
            <a:ext cx="205307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78072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F23D5-6E98-792E-9F3B-86A2CD1B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9E60BA90-09D1-0E1F-C313-2DD22C656FF1}"/>
              </a:ext>
            </a:extLst>
          </p:cNvPr>
          <p:cNvSpPr txBox="1">
            <a:spLocks/>
          </p:cNvSpPr>
          <p:nvPr/>
        </p:nvSpPr>
        <p:spPr>
          <a:xfrm>
            <a:off x="2537762" y="1045007"/>
            <a:ext cx="10591799" cy="337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8000" dirty="0"/>
              <a:t>2. Untermengen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8DBCF6C-6E43-9B1D-8575-229BDD787A32}"/>
              </a:ext>
            </a:extLst>
          </p:cNvPr>
          <p:cNvSpPr txBox="1">
            <a:spLocks/>
          </p:cNvSpPr>
          <p:nvPr/>
        </p:nvSpPr>
        <p:spPr>
          <a:xfrm>
            <a:off x="2537762" y="1911782"/>
            <a:ext cx="10591799" cy="337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-&gt;</a:t>
            </a:r>
            <a:r>
              <a:rPr lang="de-DE" sz="5400" dirty="0" err="1"/>
              <a:t>DeMarchi</a:t>
            </a:r>
            <a:r>
              <a:rPr lang="de-DE" sz="5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335343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2E434-1884-4D36-A204-30B3313F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670F3A5-484E-8ABB-5B34-559A0344C650}"/>
              </a:ext>
            </a:extLst>
          </p:cNvPr>
          <p:cNvCxnSpPr>
            <a:cxnSpLocks/>
          </p:cNvCxnSpPr>
          <p:nvPr/>
        </p:nvCxnSpPr>
        <p:spPr>
          <a:xfrm>
            <a:off x="337598" y="1285770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85BBB29-B1F0-4221-3BBD-0353961566FC}"/>
              </a:ext>
            </a:extLst>
          </p:cNvPr>
          <p:cNvCxnSpPr>
            <a:cxnSpLocks/>
          </p:cNvCxnSpPr>
          <p:nvPr/>
        </p:nvCxnSpPr>
        <p:spPr>
          <a:xfrm>
            <a:off x="337598" y="2711381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9884A9A-4B86-1282-1E35-3FA3F1B95074}"/>
              </a:ext>
            </a:extLst>
          </p:cNvPr>
          <p:cNvCxnSpPr>
            <a:cxnSpLocks/>
          </p:cNvCxnSpPr>
          <p:nvPr/>
        </p:nvCxnSpPr>
        <p:spPr>
          <a:xfrm>
            <a:off x="337598" y="4146648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1C04CFB4-DB2F-DF43-CBB3-DC249F0169FA}"/>
              </a:ext>
            </a:extLst>
          </p:cNvPr>
          <p:cNvCxnSpPr>
            <a:cxnSpLocks/>
          </p:cNvCxnSpPr>
          <p:nvPr/>
        </p:nvCxnSpPr>
        <p:spPr>
          <a:xfrm>
            <a:off x="337598" y="5605056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04DED25C-B053-79B8-2548-1788BE6DA027}"/>
              </a:ext>
            </a:extLst>
          </p:cNvPr>
          <p:cNvCxnSpPr>
            <a:cxnSpLocks/>
          </p:cNvCxnSpPr>
          <p:nvPr/>
        </p:nvCxnSpPr>
        <p:spPr>
          <a:xfrm>
            <a:off x="1770927" y="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7C6978A3-0A1A-1663-FC15-EDA7A3ED0559}"/>
              </a:ext>
            </a:extLst>
          </p:cNvPr>
          <p:cNvCxnSpPr>
            <a:cxnSpLocks/>
          </p:cNvCxnSpPr>
          <p:nvPr/>
        </p:nvCxnSpPr>
        <p:spPr>
          <a:xfrm>
            <a:off x="3242841" y="-32794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959979C-1B2B-6170-8F29-43149F9CB7B5}"/>
              </a:ext>
            </a:extLst>
          </p:cNvPr>
          <p:cNvCxnSpPr>
            <a:cxnSpLocks/>
          </p:cNvCxnSpPr>
          <p:nvPr/>
        </p:nvCxnSpPr>
        <p:spPr>
          <a:xfrm>
            <a:off x="4654952" y="-4437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DC63659-9F1D-D172-48C2-2DFAED6CFAE9}"/>
              </a:ext>
            </a:extLst>
          </p:cNvPr>
          <p:cNvCxnSpPr>
            <a:cxnSpLocks/>
          </p:cNvCxnSpPr>
          <p:nvPr/>
        </p:nvCxnSpPr>
        <p:spPr>
          <a:xfrm>
            <a:off x="6090218" y="-9645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C26B0659-6A68-B389-53D1-CB95A50747D1}"/>
              </a:ext>
            </a:extLst>
          </p:cNvPr>
          <p:cNvCxnSpPr>
            <a:cxnSpLocks/>
          </p:cNvCxnSpPr>
          <p:nvPr/>
        </p:nvCxnSpPr>
        <p:spPr>
          <a:xfrm>
            <a:off x="7537055" y="-21221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B3AAEEA5-3621-63AD-7A09-5FA895C9DF85}"/>
              </a:ext>
            </a:extLst>
          </p:cNvPr>
          <p:cNvCxnSpPr>
            <a:cxnSpLocks/>
          </p:cNvCxnSpPr>
          <p:nvPr/>
        </p:nvCxnSpPr>
        <p:spPr>
          <a:xfrm>
            <a:off x="9007041" y="1927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CE3F453-A93A-BBE0-1810-8764A5FFBEF9}"/>
              </a:ext>
            </a:extLst>
          </p:cNvPr>
          <p:cNvCxnSpPr>
            <a:cxnSpLocks/>
          </p:cNvCxnSpPr>
          <p:nvPr/>
        </p:nvCxnSpPr>
        <p:spPr>
          <a:xfrm>
            <a:off x="337598" y="-9646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4CC5EDEC-9B47-5EFB-854B-643AB2A03DEF}"/>
              </a:ext>
            </a:extLst>
          </p:cNvPr>
          <p:cNvSpPr/>
          <p:nvPr/>
        </p:nvSpPr>
        <p:spPr>
          <a:xfrm>
            <a:off x="600920" y="15771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C17265D-9C42-675F-3FCE-11E28DCDE6D9}"/>
              </a:ext>
            </a:extLst>
          </p:cNvPr>
          <p:cNvSpPr/>
          <p:nvPr/>
        </p:nvSpPr>
        <p:spPr>
          <a:xfrm>
            <a:off x="612373" y="1560177"/>
            <a:ext cx="914400" cy="914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5E12FF1E-6DF6-38D8-9D90-A4F85C1D77A2}"/>
              </a:ext>
            </a:extLst>
          </p:cNvPr>
          <p:cNvSpPr/>
          <p:nvPr/>
        </p:nvSpPr>
        <p:spPr>
          <a:xfrm>
            <a:off x="582234" y="440755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6BDBE971-02D9-EBA6-4446-0CFF903EFCA6}"/>
              </a:ext>
            </a:extLst>
          </p:cNvPr>
          <p:cNvSpPr/>
          <p:nvPr/>
        </p:nvSpPr>
        <p:spPr>
          <a:xfrm>
            <a:off x="599832" y="2999295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CA469078-7356-6ADC-AA2D-47FD9CFC756E}"/>
              </a:ext>
            </a:extLst>
          </p:cNvPr>
          <p:cNvSpPr/>
          <p:nvPr/>
        </p:nvSpPr>
        <p:spPr>
          <a:xfrm>
            <a:off x="601638" y="5846672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190A8ED-FCC2-B697-C703-21406691FFE4}"/>
              </a:ext>
            </a:extLst>
          </p:cNvPr>
          <p:cNvGrpSpPr/>
          <p:nvPr/>
        </p:nvGrpSpPr>
        <p:grpSpPr>
          <a:xfrm>
            <a:off x="1914775" y="79769"/>
            <a:ext cx="1152000" cy="1152000"/>
            <a:chOff x="476500" y="79769"/>
            <a:chExt cx="1152000" cy="1152000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D341872F-CF26-4639-77D6-3B9BB3C46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65DE670A-E39E-2936-4F42-F33FAAADDB52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A642719-2A80-7CC0-8007-90A784DA5150}"/>
              </a:ext>
            </a:extLst>
          </p:cNvPr>
          <p:cNvGrpSpPr/>
          <p:nvPr/>
        </p:nvGrpSpPr>
        <p:grpSpPr>
          <a:xfrm>
            <a:off x="1926342" y="1386069"/>
            <a:ext cx="1152000" cy="1152000"/>
            <a:chOff x="488067" y="13860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F8B14FB3-F07D-01FF-57CD-21C064243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80DE74EE-4FC6-A7E8-4383-CA228444D78E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8840652A-B28F-38EE-2501-F25995150551}"/>
              </a:ext>
            </a:extLst>
          </p:cNvPr>
          <p:cNvGrpSpPr/>
          <p:nvPr/>
        </p:nvGrpSpPr>
        <p:grpSpPr>
          <a:xfrm>
            <a:off x="4793367" y="2845300"/>
            <a:ext cx="1152000" cy="1152000"/>
            <a:chOff x="488067" y="2845300"/>
            <a:chExt cx="1152000" cy="1152000"/>
          </a:xfrm>
        </p:grpSpPr>
        <p:pic>
          <p:nvPicPr>
            <p:cNvPr id="6" name="Grafik 5" descr="Mann mit einfarbiger Füllung">
              <a:extLst>
                <a:ext uri="{FF2B5EF4-FFF2-40B4-BE49-F238E27FC236}">
                  <a16:creationId xmlns:a16="http://schemas.microsoft.com/office/drawing/2014/main" id="{0D0BF753-954F-13B7-0F4D-023916841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71385507-DB7A-6E0D-BAAB-92C4EA0C4F5B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2D5B19A-B6BB-B373-2ABB-01AC42B8BA6A}"/>
              </a:ext>
            </a:extLst>
          </p:cNvPr>
          <p:cNvGrpSpPr/>
          <p:nvPr/>
        </p:nvGrpSpPr>
        <p:grpSpPr>
          <a:xfrm>
            <a:off x="7688967" y="4292956"/>
            <a:ext cx="1152000" cy="1152000"/>
            <a:chOff x="488067" y="4292956"/>
            <a:chExt cx="1152000" cy="1152000"/>
          </a:xfrm>
        </p:grpSpPr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B124FA1B-EE43-462B-4D14-7AE5AF0DE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4292956"/>
              <a:ext cx="1152000" cy="11520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AD341A73-AE92-4EBC-72AB-58F33880DAF0}"/>
                </a:ext>
              </a:extLst>
            </p:cNvPr>
            <p:cNvSpPr txBox="1"/>
            <p:nvPr/>
          </p:nvSpPr>
          <p:spPr>
            <a:xfrm>
              <a:off x="864489" y="44667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BA87E2F-9B28-0C77-6695-FA1DEA1DDB45}"/>
              </a:ext>
            </a:extLst>
          </p:cNvPr>
          <p:cNvGrpSpPr/>
          <p:nvPr/>
        </p:nvGrpSpPr>
        <p:grpSpPr>
          <a:xfrm>
            <a:off x="7688967" y="5690596"/>
            <a:ext cx="1152000" cy="1152000"/>
            <a:chOff x="488067" y="5690596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49C31274-2BDF-C0F8-8D89-C4A4F0C4D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E6991087-9956-0569-35BF-5FE402BC6084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CAD46BD6-FF71-CC9C-66DF-07C273F7008B}"/>
              </a:ext>
            </a:extLst>
          </p:cNvPr>
          <p:cNvGrpSpPr/>
          <p:nvPr/>
        </p:nvGrpSpPr>
        <p:grpSpPr>
          <a:xfrm>
            <a:off x="3353050" y="79769"/>
            <a:ext cx="1152000" cy="1152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61C9B2B7-E56B-180E-43DF-E21F5519D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48350109-EF19-8724-194A-6881966CE906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1AD5C278-675C-AA16-A61C-CE809BC2A70A}"/>
              </a:ext>
            </a:extLst>
          </p:cNvPr>
          <p:cNvGrpSpPr/>
          <p:nvPr/>
        </p:nvGrpSpPr>
        <p:grpSpPr>
          <a:xfrm>
            <a:off x="4781800" y="79769"/>
            <a:ext cx="1152000" cy="1152000"/>
            <a:chOff x="476500" y="79769"/>
            <a:chExt cx="1152000" cy="1152000"/>
          </a:xfrm>
        </p:grpSpPr>
        <p:pic>
          <p:nvPicPr>
            <p:cNvPr id="45" name="Grafik 44" descr="Mann mit einfarbiger Füllung">
              <a:extLst>
                <a:ext uri="{FF2B5EF4-FFF2-40B4-BE49-F238E27FC236}">
                  <a16:creationId xmlns:a16="http://schemas.microsoft.com/office/drawing/2014/main" id="{5F5F48D3-4603-6E60-7210-43ABE1F81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3C908EC4-7FD5-7C28-E10E-45D3C8E24656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B0AADAE3-01DD-6ACA-CDAF-A50EA5B91DEE}"/>
              </a:ext>
            </a:extLst>
          </p:cNvPr>
          <p:cNvGrpSpPr/>
          <p:nvPr/>
        </p:nvGrpSpPr>
        <p:grpSpPr>
          <a:xfrm>
            <a:off x="4802892" y="1386069"/>
            <a:ext cx="1152000" cy="1152000"/>
            <a:chOff x="488067" y="1386069"/>
            <a:chExt cx="1152000" cy="1152000"/>
          </a:xfrm>
        </p:grpSpPr>
        <p:pic>
          <p:nvPicPr>
            <p:cNvPr id="48" name="Grafik 47" descr="Mann mit einfarbiger Füllung">
              <a:extLst>
                <a:ext uri="{FF2B5EF4-FFF2-40B4-BE49-F238E27FC236}">
                  <a16:creationId xmlns:a16="http://schemas.microsoft.com/office/drawing/2014/main" id="{194D9045-4919-89DC-8763-799A25782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0961B212-7471-759E-5DBE-F3B919604EC4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3CAEB82E-DD23-BAF1-FFEF-C5F21A00AF7E}"/>
              </a:ext>
            </a:extLst>
          </p:cNvPr>
          <p:cNvGrpSpPr/>
          <p:nvPr/>
        </p:nvGrpSpPr>
        <p:grpSpPr>
          <a:xfrm>
            <a:off x="6250692" y="2845300"/>
            <a:ext cx="1152000" cy="1152000"/>
            <a:chOff x="488067" y="2845300"/>
            <a:chExt cx="1152000" cy="1152000"/>
          </a:xfrm>
        </p:grpSpPr>
        <p:pic>
          <p:nvPicPr>
            <p:cNvPr id="51" name="Grafik 50" descr="Mann mit einfarbiger Füllung">
              <a:extLst>
                <a:ext uri="{FF2B5EF4-FFF2-40B4-BE49-F238E27FC236}">
                  <a16:creationId xmlns:a16="http://schemas.microsoft.com/office/drawing/2014/main" id="{ECA7DEE7-DBA8-A8D5-07CC-FF5DDF4FD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98190C84-CD04-374A-7AC7-C9D4E23307FB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F5962EF7-C722-C82E-7C83-7BDC4719645E}"/>
              </a:ext>
            </a:extLst>
          </p:cNvPr>
          <p:cNvGrpSpPr/>
          <p:nvPr/>
        </p:nvGrpSpPr>
        <p:grpSpPr>
          <a:xfrm>
            <a:off x="6250692" y="4331200"/>
            <a:ext cx="1152000" cy="1152000"/>
            <a:chOff x="488067" y="2845300"/>
            <a:chExt cx="1152000" cy="1152000"/>
          </a:xfrm>
        </p:grpSpPr>
        <p:pic>
          <p:nvPicPr>
            <p:cNvPr id="54" name="Grafik 53" descr="Mann mit einfarbiger Füllung">
              <a:extLst>
                <a:ext uri="{FF2B5EF4-FFF2-40B4-BE49-F238E27FC236}">
                  <a16:creationId xmlns:a16="http://schemas.microsoft.com/office/drawing/2014/main" id="{57E7BE9B-2B1F-216B-43C5-F24BBE739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3E4142AF-AC28-2CD7-0E20-C29B1A765563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8ED1969F-7FF4-9B26-4BAB-5F1AD7BF5583}"/>
              </a:ext>
            </a:extLst>
          </p:cNvPr>
          <p:cNvGrpSpPr/>
          <p:nvPr/>
        </p:nvGrpSpPr>
        <p:grpSpPr>
          <a:xfrm>
            <a:off x="1916817" y="5690596"/>
            <a:ext cx="1152000" cy="1152000"/>
            <a:chOff x="488067" y="5690596"/>
            <a:chExt cx="1152000" cy="1152000"/>
          </a:xfrm>
        </p:grpSpPr>
        <p:pic>
          <p:nvPicPr>
            <p:cNvPr id="57" name="Grafik 56" descr="Mann mit einfarbiger Füllung">
              <a:extLst>
                <a:ext uri="{FF2B5EF4-FFF2-40B4-BE49-F238E27FC236}">
                  <a16:creationId xmlns:a16="http://schemas.microsoft.com/office/drawing/2014/main" id="{EE634ED0-4ED1-32DC-B4D7-2991E41B8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A6DE68AA-1FBE-89A1-F0D9-7181648A4963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59" name="Ellipse 58">
            <a:extLst>
              <a:ext uri="{FF2B5EF4-FFF2-40B4-BE49-F238E27FC236}">
                <a16:creationId xmlns:a16="http://schemas.microsoft.com/office/drawing/2014/main" id="{884F193C-6960-92B5-122D-C97702BB42D3}"/>
              </a:ext>
            </a:extLst>
          </p:cNvPr>
          <p:cNvSpPr/>
          <p:nvPr/>
        </p:nvSpPr>
        <p:spPr>
          <a:xfrm>
            <a:off x="9845688" y="198569"/>
            <a:ext cx="914400" cy="9144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B25B6F0B-D901-2EC5-F9C7-8C73E27CBA9D}"/>
                  </a:ext>
                </a:extLst>
              </p:cNvPr>
              <p:cNvSpPr txBox="1"/>
              <p:nvPr/>
            </p:nvSpPr>
            <p:spPr>
              <a:xfrm>
                <a:off x="10834484" y="322525"/>
                <a:ext cx="5357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1" dirty="0" smtClean="0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de-DE" sz="3200" b="1" dirty="0"/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B25B6F0B-D901-2EC5-F9C7-8C73E27CB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4484" y="322525"/>
                <a:ext cx="53572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C7EB8777-3D02-9AC3-A6C0-CB4673275D0F}"/>
              </a:ext>
            </a:extLst>
          </p:cNvPr>
          <p:cNvCxnSpPr>
            <a:cxnSpLocks/>
          </p:cNvCxnSpPr>
          <p:nvPr/>
        </p:nvCxnSpPr>
        <p:spPr>
          <a:xfrm>
            <a:off x="9602367" y="636926"/>
            <a:ext cx="205307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0C8F72BF-549B-C3DD-CAB9-C2F9C8FD1DBD}"/>
              </a:ext>
            </a:extLst>
          </p:cNvPr>
          <p:cNvCxnSpPr>
            <a:cxnSpLocks/>
          </p:cNvCxnSpPr>
          <p:nvPr/>
        </p:nvCxnSpPr>
        <p:spPr>
          <a:xfrm>
            <a:off x="205414" y="1989476"/>
            <a:ext cx="9036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41824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31CD6-29AE-F1E6-493F-F4FE0941B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C1811D10-B4EF-C5F4-28E4-9214F258B9A8}"/>
              </a:ext>
            </a:extLst>
          </p:cNvPr>
          <p:cNvCxnSpPr>
            <a:cxnSpLocks/>
          </p:cNvCxnSpPr>
          <p:nvPr/>
        </p:nvCxnSpPr>
        <p:spPr>
          <a:xfrm>
            <a:off x="337598" y="1285770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518848D-150E-A41F-2D79-4E3897723726}"/>
              </a:ext>
            </a:extLst>
          </p:cNvPr>
          <p:cNvCxnSpPr>
            <a:cxnSpLocks/>
          </p:cNvCxnSpPr>
          <p:nvPr/>
        </p:nvCxnSpPr>
        <p:spPr>
          <a:xfrm>
            <a:off x="337598" y="2711381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97408BA-B9D5-E77D-DA53-9ED74E42B50D}"/>
              </a:ext>
            </a:extLst>
          </p:cNvPr>
          <p:cNvCxnSpPr>
            <a:cxnSpLocks/>
          </p:cNvCxnSpPr>
          <p:nvPr/>
        </p:nvCxnSpPr>
        <p:spPr>
          <a:xfrm>
            <a:off x="337598" y="4146648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B3FA8688-F57F-6A5C-2390-8AA2C788AE7D}"/>
              </a:ext>
            </a:extLst>
          </p:cNvPr>
          <p:cNvCxnSpPr>
            <a:cxnSpLocks/>
          </p:cNvCxnSpPr>
          <p:nvPr/>
        </p:nvCxnSpPr>
        <p:spPr>
          <a:xfrm>
            <a:off x="337598" y="5605056"/>
            <a:ext cx="867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18391484-CAD5-5C4F-ABDC-CDF80D5A1301}"/>
              </a:ext>
            </a:extLst>
          </p:cNvPr>
          <p:cNvCxnSpPr>
            <a:cxnSpLocks/>
          </p:cNvCxnSpPr>
          <p:nvPr/>
        </p:nvCxnSpPr>
        <p:spPr>
          <a:xfrm>
            <a:off x="1770927" y="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92F59609-DB24-8BC5-6B45-A0722076417B}"/>
              </a:ext>
            </a:extLst>
          </p:cNvPr>
          <p:cNvCxnSpPr>
            <a:cxnSpLocks/>
          </p:cNvCxnSpPr>
          <p:nvPr/>
        </p:nvCxnSpPr>
        <p:spPr>
          <a:xfrm>
            <a:off x="3242841" y="-32794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B1C2A5F5-157A-1011-A877-E3CA70412172}"/>
              </a:ext>
            </a:extLst>
          </p:cNvPr>
          <p:cNvCxnSpPr>
            <a:cxnSpLocks/>
          </p:cNvCxnSpPr>
          <p:nvPr/>
        </p:nvCxnSpPr>
        <p:spPr>
          <a:xfrm>
            <a:off x="4654952" y="-4437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2B499577-8A12-AED1-3FCA-F8A2E5E53488}"/>
              </a:ext>
            </a:extLst>
          </p:cNvPr>
          <p:cNvCxnSpPr>
            <a:cxnSpLocks/>
          </p:cNvCxnSpPr>
          <p:nvPr/>
        </p:nvCxnSpPr>
        <p:spPr>
          <a:xfrm>
            <a:off x="6090218" y="-9645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D92F3B26-5205-3F30-8E3F-9E722468E858}"/>
              </a:ext>
            </a:extLst>
          </p:cNvPr>
          <p:cNvCxnSpPr>
            <a:cxnSpLocks/>
          </p:cNvCxnSpPr>
          <p:nvPr/>
        </p:nvCxnSpPr>
        <p:spPr>
          <a:xfrm>
            <a:off x="7537055" y="-21221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D8C6BF2D-2E7F-102A-A6F5-C570278BA8DE}"/>
              </a:ext>
            </a:extLst>
          </p:cNvPr>
          <p:cNvCxnSpPr>
            <a:cxnSpLocks/>
          </p:cNvCxnSpPr>
          <p:nvPr/>
        </p:nvCxnSpPr>
        <p:spPr>
          <a:xfrm>
            <a:off x="9007041" y="1927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BF79A16-DEC1-C727-103F-EEE517DD202D}"/>
              </a:ext>
            </a:extLst>
          </p:cNvPr>
          <p:cNvCxnSpPr>
            <a:cxnSpLocks/>
          </p:cNvCxnSpPr>
          <p:nvPr/>
        </p:nvCxnSpPr>
        <p:spPr>
          <a:xfrm>
            <a:off x="337598" y="-9646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AA7B9E20-5884-8970-BB60-1C653E912B84}"/>
              </a:ext>
            </a:extLst>
          </p:cNvPr>
          <p:cNvSpPr/>
          <p:nvPr/>
        </p:nvSpPr>
        <p:spPr>
          <a:xfrm>
            <a:off x="600920" y="15771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2664308-F1F1-EA2A-5B42-6BECFD40C3AF}"/>
              </a:ext>
            </a:extLst>
          </p:cNvPr>
          <p:cNvSpPr/>
          <p:nvPr/>
        </p:nvSpPr>
        <p:spPr>
          <a:xfrm>
            <a:off x="582234" y="440755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0A70138C-B218-1067-9A90-8BF72A50AA4D}"/>
              </a:ext>
            </a:extLst>
          </p:cNvPr>
          <p:cNvSpPr/>
          <p:nvPr/>
        </p:nvSpPr>
        <p:spPr>
          <a:xfrm>
            <a:off x="599832" y="2999295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03B7C58E-CCDD-A72F-7A72-69B23C7E5188}"/>
              </a:ext>
            </a:extLst>
          </p:cNvPr>
          <p:cNvSpPr/>
          <p:nvPr/>
        </p:nvSpPr>
        <p:spPr>
          <a:xfrm>
            <a:off x="601638" y="5846672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43D77E7-C11B-82B4-0887-E333E843D784}"/>
              </a:ext>
            </a:extLst>
          </p:cNvPr>
          <p:cNvGrpSpPr/>
          <p:nvPr/>
        </p:nvGrpSpPr>
        <p:grpSpPr>
          <a:xfrm>
            <a:off x="1914775" y="79769"/>
            <a:ext cx="1152000" cy="1152000"/>
            <a:chOff x="476500" y="79769"/>
            <a:chExt cx="1152000" cy="1152000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21A475FA-39C2-3D6E-2FC5-F7059D1F5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7095E012-09EE-735A-7AAF-D7301FB4B36D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BE75AED6-1FDE-13DE-5BAD-AD9E09799FD8}"/>
              </a:ext>
            </a:extLst>
          </p:cNvPr>
          <p:cNvGrpSpPr/>
          <p:nvPr/>
        </p:nvGrpSpPr>
        <p:grpSpPr>
          <a:xfrm>
            <a:off x="4793367" y="2845300"/>
            <a:ext cx="1152000" cy="1152000"/>
            <a:chOff x="488067" y="2845300"/>
            <a:chExt cx="1152000" cy="1152000"/>
          </a:xfrm>
        </p:grpSpPr>
        <p:pic>
          <p:nvPicPr>
            <p:cNvPr id="6" name="Grafik 5" descr="Mann mit einfarbiger Füllung">
              <a:extLst>
                <a:ext uri="{FF2B5EF4-FFF2-40B4-BE49-F238E27FC236}">
                  <a16:creationId xmlns:a16="http://schemas.microsoft.com/office/drawing/2014/main" id="{E7B6E92E-2BDB-6C2D-0A55-A00807E5C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ADB1A0DB-B2F3-9E83-D576-A68ABC6B927F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4C6E81F3-CAB4-1C20-DFAA-4D129F16073F}"/>
              </a:ext>
            </a:extLst>
          </p:cNvPr>
          <p:cNvGrpSpPr/>
          <p:nvPr/>
        </p:nvGrpSpPr>
        <p:grpSpPr>
          <a:xfrm>
            <a:off x="7688967" y="4292956"/>
            <a:ext cx="1152000" cy="1152000"/>
            <a:chOff x="488067" y="4292956"/>
            <a:chExt cx="1152000" cy="1152000"/>
          </a:xfrm>
        </p:grpSpPr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0947320A-8AA4-1489-F9DF-390C2D7EC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4292956"/>
              <a:ext cx="1152000" cy="11520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BF60AD4A-0AC7-9C3D-60BF-363C237EB5EE}"/>
                </a:ext>
              </a:extLst>
            </p:cNvPr>
            <p:cNvSpPr txBox="1"/>
            <p:nvPr/>
          </p:nvSpPr>
          <p:spPr>
            <a:xfrm>
              <a:off x="864489" y="44667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68169943-8B3E-2E65-962E-1DC0B813173F}"/>
              </a:ext>
            </a:extLst>
          </p:cNvPr>
          <p:cNvGrpSpPr/>
          <p:nvPr/>
        </p:nvGrpSpPr>
        <p:grpSpPr>
          <a:xfrm>
            <a:off x="7688967" y="5690596"/>
            <a:ext cx="1152000" cy="1152000"/>
            <a:chOff x="488067" y="5690596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B051F133-8A50-BB71-795E-ED22277C8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ED3F80C8-4B2A-4CB1-948D-A20E5021E2B4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6C92ADDF-4BEE-3A88-29FA-116C111E87BE}"/>
              </a:ext>
            </a:extLst>
          </p:cNvPr>
          <p:cNvGrpSpPr/>
          <p:nvPr/>
        </p:nvGrpSpPr>
        <p:grpSpPr>
          <a:xfrm>
            <a:off x="3353050" y="79769"/>
            <a:ext cx="1152000" cy="1152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B2359A23-066A-6ACD-C739-2EC93638B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F12D2EBA-DD5D-5073-1AEE-6185CC8298FA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48DA2B08-85B6-4BF5-0D00-D484A504C34F}"/>
              </a:ext>
            </a:extLst>
          </p:cNvPr>
          <p:cNvGrpSpPr/>
          <p:nvPr/>
        </p:nvGrpSpPr>
        <p:grpSpPr>
          <a:xfrm>
            <a:off x="4781800" y="79769"/>
            <a:ext cx="1152000" cy="1152000"/>
            <a:chOff x="476500" y="79769"/>
            <a:chExt cx="1152000" cy="1152000"/>
          </a:xfrm>
        </p:grpSpPr>
        <p:pic>
          <p:nvPicPr>
            <p:cNvPr id="45" name="Grafik 44" descr="Mann mit einfarbiger Füllung">
              <a:extLst>
                <a:ext uri="{FF2B5EF4-FFF2-40B4-BE49-F238E27FC236}">
                  <a16:creationId xmlns:a16="http://schemas.microsoft.com/office/drawing/2014/main" id="{31D8332C-F4CF-33A6-ED7D-16A2FAC1A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21092319-2CE5-5C8D-A12C-03A32349828D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F83FD110-B592-BF09-CCF4-A8BB32AD2759}"/>
              </a:ext>
            </a:extLst>
          </p:cNvPr>
          <p:cNvGrpSpPr/>
          <p:nvPr/>
        </p:nvGrpSpPr>
        <p:grpSpPr>
          <a:xfrm>
            <a:off x="6250692" y="2845300"/>
            <a:ext cx="1152000" cy="1152000"/>
            <a:chOff x="488067" y="2845300"/>
            <a:chExt cx="1152000" cy="1152000"/>
          </a:xfrm>
        </p:grpSpPr>
        <p:pic>
          <p:nvPicPr>
            <p:cNvPr id="51" name="Grafik 50" descr="Mann mit einfarbiger Füllung">
              <a:extLst>
                <a:ext uri="{FF2B5EF4-FFF2-40B4-BE49-F238E27FC236}">
                  <a16:creationId xmlns:a16="http://schemas.microsoft.com/office/drawing/2014/main" id="{F6720040-AC2D-1741-DE24-CE7CB8D91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5F080D82-556D-3E37-C30F-3BDA84911B1E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D78E54CD-0842-52BD-F181-F9938BD62E7C}"/>
              </a:ext>
            </a:extLst>
          </p:cNvPr>
          <p:cNvGrpSpPr/>
          <p:nvPr/>
        </p:nvGrpSpPr>
        <p:grpSpPr>
          <a:xfrm>
            <a:off x="6250692" y="4331200"/>
            <a:ext cx="1152000" cy="1152000"/>
            <a:chOff x="488067" y="2845300"/>
            <a:chExt cx="1152000" cy="1152000"/>
          </a:xfrm>
        </p:grpSpPr>
        <p:pic>
          <p:nvPicPr>
            <p:cNvPr id="54" name="Grafik 53" descr="Mann mit einfarbiger Füllung">
              <a:extLst>
                <a:ext uri="{FF2B5EF4-FFF2-40B4-BE49-F238E27FC236}">
                  <a16:creationId xmlns:a16="http://schemas.microsoft.com/office/drawing/2014/main" id="{55CFE7DF-7987-2B4C-0B6C-73199F715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F6877C3E-6DF7-25B6-CC6D-8ABC6370440C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D035954D-7DAA-9761-F02C-DB09E06226EC}"/>
              </a:ext>
            </a:extLst>
          </p:cNvPr>
          <p:cNvGrpSpPr/>
          <p:nvPr/>
        </p:nvGrpSpPr>
        <p:grpSpPr>
          <a:xfrm>
            <a:off x="1916817" y="5690596"/>
            <a:ext cx="1152000" cy="1152000"/>
            <a:chOff x="488067" y="5690596"/>
            <a:chExt cx="1152000" cy="1152000"/>
          </a:xfrm>
        </p:grpSpPr>
        <p:pic>
          <p:nvPicPr>
            <p:cNvPr id="57" name="Grafik 56" descr="Mann mit einfarbiger Füllung">
              <a:extLst>
                <a:ext uri="{FF2B5EF4-FFF2-40B4-BE49-F238E27FC236}">
                  <a16:creationId xmlns:a16="http://schemas.microsoft.com/office/drawing/2014/main" id="{2B36F4F9-5779-2058-A76C-CF02375DD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FAE81308-2DD4-AC00-EAB2-BF3AA588603E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9272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3A8E3-479D-1462-022D-BDDF97C1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9E02133-5F26-F3DF-E373-F0FB62503526}"/>
              </a:ext>
            </a:extLst>
          </p:cNvPr>
          <p:cNvCxnSpPr>
            <a:cxnSpLocks/>
          </p:cNvCxnSpPr>
          <p:nvPr/>
        </p:nvCxnSpPr>
        <p:spPr>
          <a:xfrm>
            <a:off x="337598" y="1285770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26D64BE-B7B0-DBD0-487A-09849A10ED39}"/>
              </a:ext>
            </a:extLst>
          </p:cNvPr>
          <p:cNvCxnSpPr>
            <a:cxnSpLocks/>
          </p:cNvCxnSpPr>
          <p:nvPr/>
        </p:nvCxnSpPr>
        <p:spPr>
          <a:xfrm>
            <a:off x="337598" y="2711381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3F0DA955-DDDD-CD98-D0B9-51D9C92774B0}"/>
              </a:ext>
            </a:extLst>
          </p:cNvPr>
          <p:cNvCxnSpPr>
            <a:cxnSpLocks/>
          </p:cNvCxnSpPr>
          <p:nvPr/>
        </p:nvCxnSpPr>
        <p:spPr>
          <a:xfrm>
            <a:off x="337598" y="4146648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2A07BF57-F553-E2DD-E6B3-47FF66FE3169}"/>
              </a:ext>
            </a:extLst>
          </p:cNvPr>
          <p:cNvCxnSpPr>
            <a:cxnSpLocks/>
          </p:cNvCxnSpPr>
          <p:nvPr/>
        </p:nvCxnSpPr>
        <p:spPr>
          <a:xfrm>
            <a:off x="337598" y="5605056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CF21DF89-507D-D518-964C-5D614F0B3D01}"/>
              </a:ext>
            </a:extLst>
          </p:cNvPr>
          <p:cNvCxnSpPr>
            <a:cxnSpLocks/>
          </p:cNvCxnSpPr>
          <p:nvPr/>
        </p:nvCxnSpPr>
        <p:spPr>
          <a:xfrm>
            <a:off x="1770927" y="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FC6F0904-56C1-DC82-C43A-F683F1383EAA}"/>
              </a:ext>
            </a:extLst>
          </p:cNvPr>
          <p:cNvCxnSpPr>
            <a:cxnSpLocks/>
          </p:cNvCxnSpPr>
          <p:nvPr/>
        </p:nvCxnSpPr>
        <p:spPr>
          <a:xfrm>
            <a:off x="3242841" y="-32794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11C1D7C1-7315-BDDF-E511-5EBF51AEE764}"/>
              </a:ext>
            </a:extLst>
          </p:cNvPr>
          <p:cNvCxnSpPr>
            <a:cxnSpLocks/>
          </p:cNvCxnSpPr>
          <p:nvPr/>
        </p:nvCxnSpPr>
        <p:spPr>
          <a:xfrm>
            <a:off x="4654952" y="-4437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0A1D5E0-1CE5-3B14-0670-DC739A4568FE}"/>
              </a:ext>
            </a:extLst>
          </p:cNvPr>
          <p:cNvCxnSpPr>
            <a:cxnSpLocks/>
          </p:cNvCxnSpPr>
          <p:nvPr/>
        </p:nvCxnSpPr>
        <p:spPr>
          <a:xfrm>
            <a:off x="6090218" y="-9645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0575D419-1F1D-DC2C-B8C1-DD33F684C0D7}"/>
              </a:ext>
            </a:extLst>
          </p:cNvPr>
          <p:cNvCxnSpPr>
            <a:cxnSpLocks/>
          </p:cNvCxnSpPr>
          <p:nvPr/>
        </p:nvCxnSpPr>
        <p:spPr>
          <a:xfrm>
            <a:off x="7537055" y="-21221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8CE8736-5852-4335-95F1-766A7C54D58D}"/>
              </a:ext>
            </a:extLst>
          </p:cNvPr>
          <p:cNvCxnSpPr>
            <a:cxnSpLocks/>
          </p:cNvCxnSpPr>
          <p:nvPr/>
        </p:nvCxnSpPr>
        <p:spPr>
          <a:xfrm>
            <a:off x="337598" y="-9646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0ED44F89-2F24-3012-183E-5A0300006146}"/>
              </a:ext>
            </a:extLst>
          </p:cNvPr>
          <p:cNvSpPr/>
          <p:nvPr/>
        </p:nvSpPr>
        <p:spPr>
          <a:xfrm>
            <a:off x="2048720" y="15771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DE7EFB53-B2A9-D5A5-EE18-31DC756F0941}"/>
              </a:ext>
            </a:extLst>
          </p:cNvPr>
          <p:cNvSpPr/>
          <p:nvPr/>
        </p:nvSpPr>
        <p:spPr>
          <a:xfrm>
            <a:off x="2050648" y="1560177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85120BA6-C95C-7724-4244-79C291F80E2C}"/>
              </a:ext>
            </a:extLst>
          </p:cNvPr>
          <p:cNvSpPr/>
          <p:nvPr/>
        </p:nvSpPr>
        <p:spPr>
          <a:xfrm>
            <a:off x="4916109" y="440755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9EC06DAD-B663-9CC1-3F51-B30BE0F17ECA}"/>
              </a:ext>
            </a:extLst>
          </p:cNvPr>
          <p:cNvSpPr/>
          <p:nvPr/>
        </p:nvSpPr>
        <p:spPr>
          <a:xfrm>
            <a:off x="2062228" y="2972291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2935BCF2-1118-7B5E-8A8C-AE4FD224C270}"/>
              </a:ext>
            </a:extLst>
          </p:cNvPr>
          <p:cNvSpPr/>
          <p:nvPr/>
        </p:nvSpPr>
        <p:spPr>
          <a:xfrm>
            <a:off x="6368005" y="5854391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49D12CB9-1DCC-B74F-BFC4-2D66FF9C82A7}"/>
              </a:ext>
            </a:extLst>
          </p:cNvPr>
          <p:cNvSpPr/>
          <p:nvPr/>
        </p:nvSpPr>
        <p:spPr>
          <a:xfrm>
            <a:off x="3488202" y="4384402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F3203714-D547-C29B-A685-3D080C004CD0}"/>
              </a:ext>
            </a:extLst>
          </p:cNvPr>
          <p:cNvSpPr/>
          <p:nvPr/>
        </p:nvSpPr>
        <p:spPr>
          <a:xfrm>
            <a:off x="6369931" y="126844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9378D407-73D0-0DBF-BFE1-E7D3A124653A}"/>
              </a:ext>
            </a:extLst>
          </p:cNvPr>
          <p:cNvSpPr/>
          <p:nvPr/>
        </p:nvSpPr>
        <p:spPr>
          <a:xfrm>
            <a:off x="3485907" y="2999295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7A2A6542-2E9E-9FB2-20DF-C38EF79C51B5}"/>
              </a:ext>
            </a:extLst>
          </p:cNvPr>
          <p:cNvSpPr/>
          <p:nvPr/>
        </p:nvSpPr>
        <p:spPr>
          <a:xfrm>
            <a:off x="4925988" y="5846672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B3EBC65-4D52-6B7E-FDCD-0AEC187BC9E4}"/>
              </a:ext>
            </a:extLst>
          </p:cNvPr>
          <p:cNvGrpSpPr/>
          <p:nvPr/>
        </p:nvGrpSpPr>
        <p:grpSpPr>
          <a:xfrm>
            <a:off x="476500" y="79769"/>
            <a:ext cx="1152000" cy="1152000"/>
            <a:chOff x="476500" y="79769"/>
            <a:chExt cx="1152000" cy="1152000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A6E68D83-CA3D-DA9B-B892-B17BFFA37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D69E73C8-951A-6179-4356-0AB34E6FBC1B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B3736E09-4818-BE1F-3230-B19D02B18F7B}"/>
              </a:ext>
            </a:extLst>
          </p:cNvPr>
          <p:cNvGrpSpPr/>
          <p:nvPr/>
        </p:nvGrpSpPr>
        <p:grpSpPr>
          <a:xfrm>
            <a:off x="488067" y="1386069"/>
            <a:ext cx="1152000" cy="1152000"/>
            <a:chOff x="488067" y="13860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43D59B34-B077-94AF-F084-EBDA3244C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5777F2A3-35B0-03FD-04D1-9E22BE044D47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F124664-5B59-E02A-A892-A69E279F60A0}"/>
              </a:ext>
            </a:extLst>
          </p:cNvPr>
          <p:cNvGrpSpPr/>
          <p:nvPr/>
        </p:nvGrpSpPr>
        <p:grpSpPr>
          <a:xfrm>
            <a:off x="488067" y="2845300"/>
            <a:ext cx="1152000" cy="1152000"/>
            <a:chOff x="488067" y="2845300"/>
            <a:chExt cx="1152000" cy="1152000"/>
          </a:xfrm>
        </p:grpSpPr>
        <p:pic>
          <p:nvPicPr>
            <p:cNvPr id="6" name="Grafik 5" descr="Mann mit einfarbiger Füllung">
              <a:extLst>
                <a:ext uri="{FF2B5EF4-FFF2-40B4-BE49-F238E27FC236}">
                  <a16:creationId xmlns:a16="http://schemas.microsoft.com/office/drawing/2014/main" id="{EEDA212C-A4F1-E5F7-1D7C-A8AED3D91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9471A358-5FC6-4898-E78F-CC9FF4950E6B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EAEF0F9-7A2F-514F-FCBD-3D4F851A9F37}"/>
              </a:ext>
            </a:extLst>
          </p:cNvPr>
          <p:cNvGrpSpPr/>
          <p:nvPr/>
        </p:nvGrpSpPr>
        <p:grpSpPr>
          <a:xfrm>
            <a:off x="488067" y="4292956"/>
            <a:ext cx="1152000" cy="1152000"/>
            <a:chOff x="488067" y="4292956"/>
            <a:chExt cx="1152000" cy="1152000"/>
          </a:xfrm>
        </p:grpSpPr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EA466127-C0F1-5F44-EBA9-C4A5421FE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4292956"/>
              <a:ext cx="1152000" cy="11520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861284F2-8B06-37F8-137F-6F00F63335CA}"/>
                </a:ext>
              </a:extLst>
            </p:cNvPr>
            <p:cNvSpPr txBox="1"/>
            <p:nvPr/>
          </p:nvSpPr>
          <p:spPr>
            <a:xfrm>
              <a:off x="864489" y="44667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7BE353F2-2F69-F447-3E23-D72725019C56}"/>
              </a:ext>
            </a:extLst>
          </p:cNvPr>
          <p:cNvGrpSpPr/>
          <p:nvPr/>
        </p:nvGrpSpPr>
        <p:grpSpPr>
          <a:xfrm>
            <a:off x="488067" y="5690596"/>
            <a:ext cx="1152000" cy="1152000"/>
            <a:chOff x="488067" y="5690596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8B7C951D-DBB4-4CF3-92A6-A58935927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2D647E3-EDF6-36A7-1988-3B2F484950B2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5488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DA797-8AE9-547E-8731-1F5976E2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BA1AF7-FD2B-706D-93D7-5D58CA9A3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24" y="1612900"/>
            <a:ext cx="6753225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1. Logik Ansatz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3D2B02B-EC38-35C3-A022-AA46515DB5A5}"/>
              </a:ext>
            </a:extLst>
          </p:cNvPr>
          <p:cNvSpPr txBox="1">
            <a:spLocks/>
          </p:cNvSpPr>
          <p:nvPr/>
        </p:nvSpPr>
        <p:spPr>
          <a:xfrm>
            <a:off x="1066801" y="5670550"/>
            <a:ext cx="9915524" cy="337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8000" dirty="0"/>
              <a:t>1. Leere Säulen löschen</a:t>
            </a:r>
          </a:p>
        </p:txBody>
      </p:sp>
    </p:spTree>
    <p:extLst>
      <p:ext uri="{BB962C8B-B14F-4D97-AF65-F5344CB8AC3E}">
        <p14:creationId xmlns:p14="http://schemas.microsoft.com/office/powerpoint/2010/main" val="41933948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B9D74-CA17-B087-4A10-C386DA14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44B054FF-DE43-D1AD-EFA4-D89D348CBCD6}"/>
              </a:ext>
            </a:extLst>
          </p:cNvPr>
          <p:cNvCxnSpPr>
            <a:cxnSpLocks/>
          </p:cNvCxnSpPr>
          <p:nvPr/>
        </p:nvCxnSpPr>
        <p:spPr>
          <a:xfrm>
            <a:off x="337598" y="1285770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682AE40-7467-6124-16E2-66D7A9384E76}"/>
              </a:ext>
            </a:extLst>
          </p:cNvPr>
          <p:cNvCxnSpPr>
            <a:cxnSpLocks/>
          </p:cNvCxnSpPr>
          <p:nvPr/>
        </p:nvCxnSpPr>
        <p:spPr>
          <a:xfrm>
            <a:off x="337598" y="2711381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04AF240-19BF-8C68-7AAE-7DF5D12D83DD}"/>
              </a:ext>
            </a:extLst>
          </p:cNvPr>
          <p:cNvCxnSpPr>
            <a:cxnSpLocks/>
          </p:cNvCxnSpPr>
          <p:nvPr/>
        </p:nvCxnSpPr>
        <p:spPr>
          <a:xfrm>
            <a:off x="337598" y="4146648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F2E9B1E7-5E9D-4A24-F9F8-FD7E9FFD9D4A}"/>
              </a:ext>
            </a:extLst>
          </p:cNvPr>
          <p:cNvCxnSpPr>
            <a:cxnSpLocks/>
          </p:cNvCxnSpPr>
          <p:nvPr/>
        </p:nvCxnSpPr>
        <p:spPr>
          <a:xfrm>
            <a:off x="337598" y="5605056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0C24914-1A86-F660-5E9E-D53BB3AEB9D8}"/>
              </a:ext>
            </a:extLst>
          </p:cNvPr>
          <p:cNvCxnSpPr>
            <a:cxnSpLocks/>
          </p:cNvCxnSpPr>
          <p:nvPr/>
        </p:nvCxnSpPr>
        <p:spPr>
          <a:xfrm>
            <a:off x="1770927" y="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36461CFB-3F14-EBC7-BF40-A678D158FDF3}"/>
              </a:ext>
            </a:extLst>
          </p:cNvPr>
          <p:cNvCxnSpPr>
            <a:cxnSpLocks/>
          </p:cNvCxnSpPr>
          <p:nvPr/>
        </p:nvCxnSpPr>
        <p:spPr>
          <a:xfrm>
            <a:off x="3242841" y="-32794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D599B425-C140-47AA-3FEA-3418B5875E2C}"/>
              </a:ext>
            </a:extLst>
          </p:cNvPr>
          <p:cNvCxnSpPr>
            <a:cxnSpLocks/>
          </p:cNvCxnSpPr>
          <p:nvPr/>
        </p:nvCxnSpPr>
        <p:spPr>
          <a:xfrm>
            <a:off x="4654952" y="-4437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FDD6FCC7-719D-DCEA-DC30-14A257B0F97F}"/>
              </a:ext>
            </a:extLst>
          </p:cNvPr>
          <p:cNvCxnSpPr>
            <a:cxnSpLocks/>
          </p:cNvCxnSpPr>
          <p:nvPr/>
        </p:nvCxnSpPr>
        <p:spPr>
          <a:xfrm>
            <a:off x="6090218" y="-9645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8AF3E40-1F56-8BE5-05B6-89A3DA0D35CD}"/>
              </a:ext>
            </a:extLst>
          </p:cNvPr>
          <p:cNvCxnSpPr>
            <a:cxnSpLocks/>
          </p:cNvCxnSpPr>
          <p:nvPr/>
        </p:nvCxnSpPr>
        <p:spPr>
          <a:xfrm>
            <a:off x="7537055" y="-21221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79130374-F210-225B-3306-962381A28F36}"/>
              </a:ext>
            </a:extLst>
          </p:cNvPr>
          <p:cNvCxnSpPr>
            <a:cxnSpLocks/>
          </p:cNvCxnSpPr>
          <p:nvPr/>
        </p:nvCxnSpPr>
        <p:spPr>
          <a:xfrm>
            <a:off x="337598" y="-9646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794532B3-623B-765C-2B45-71A55AB921F3}"/>
              </a:ext>
            </a:extLst>
          </p:cNvPr>
          <p:cNvSpPr/>
          <p:nvPr/>
        </p:nvSpPr>
        <p:spPr>
          <a:xfrm>
            <a:off x="2048720" y="15771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38295141-A8FF-7D99-83E2-CA0E236D3D3F}"/>
              </a:ext>
            </a:extLst>
          </p:cNvPr>
          <p:cNvSpPr/>
          <p:nvPr/>
        </p:nvSpPr>
        <p:spPr>
          <a:xfrm>
            <a:off x="2050648" y="1560177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8DD98C37-A594-0727-5928-50EB503EC639}"/>
              </a:ext>
            </a:extLst>
          </p:cNvPr>
          <p:cNvSpPr/>
          <p:nvPr/>
        </p:nvSpPr>
        <p:spPr>
          <a:xfrm>
            <a:off x="4916109" y="440755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61974FD0-F8AA-D2DE-F9F3-095DD19A695B}"/>
              </a:ext>
            </a:extLst>
          </p:cNvPr>
          <p:cNvSpPr/>
          <p:nvPr/>
        </p:nvSpPr>
        <p:spPr>
          <a:xfrm>
            <a:off x="2062228" y="2972291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B53DFED7-4BB3-A3E5-07BB-1548C8E03B8C}"/>
              </a:ext>
            </a:extLst>
          </p:cNvPr>
          <p:cNvSpPr/>
          <p:nvPr/>
        </p:nvSpPr>
        <p:spPr>
          <a:xfrm>
            <a:off x="6368005" y="5854391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74C1117A-690A-62B3-279B-041FF1FFC575}"/>
              </a:ext>
            </a:extLst>
          </p:cNvPr>
          <p:cNvSpPr/>
          <p:nvPr/>
        </p:nvSpPr>
        <p:spPr>
          <a:xfrm>
            <a:off x="3488202" y="4384402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7383D285-F1F1-0D41-D35A-77318DEB774E}"/>
              </a:ext>
            </a:extLst>
          </p:cNvPr>
          <p:cNvSpPr/>
          <p:nvPr/>
        </p:nvSpPr>
        <p:spPr>
          <a:xfrm>
            <a:off x="6369931" y="126844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2985A6EB-9F8A-4F50-9D5A-2BBE2D7AAD32}"/>
              </a:ext>
            </a:extLst>
          </p:cNvPr>
          <p:cNvSpPr/>
          <p:nvPr/>
        </p:nvSpPr>
        <p:spPr>
          <a:xfrm>
            <a:off x="3485907" y="2999295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55BE682E-CD1A-2B58-3C17-9184C1B56133}"/>
              </a:ext>
            </a:extLst>
          </p:cNvPr>
          <p:cNvSpPr/>
          <p:nvPr/>
        </p:nvSpPr>
        <p:spPr>
          <a:xfrm>
            <a:off x="4925988" y="5846672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9CCB76B-9503-8E64-9EF1-5CAF1750CC38}"/>
              </a:ext>
            </a:extLst>
          </p:cNvPr>
          <p:cNvGrpSpPr/>
          <p:nvPr/>
        </p:nvGrpSpPr>
        <p:grpSpPr>
          <a:xfrm>
            <a:off x="476500" y="79769"/>
            <a:ext cx="1152000" cy="1152000"/>
            <a:chOff x="476500" y="79769"/>
            <a:chExt cx="1152000" cy="1152000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D4532570-FA8B-547B-66BB-54F5E6436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5FFB5F57-AC4D-DD08-501A-037CD9C452FD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DCFE519-1653-01A6-29E8-1ECFA5C56C68}"/>
              </a:ext>
            </a:extLst>
          </p:cNvPr>
          <p:cNvGrpSpPr/>
          <p:nvPr/>
        </p:nvGrpSpPr>
        <p:grpSpPr>
          <a:xfrm>
            <a:off x="488067" y="1386069"/>
            <a:ext cx="1152000" cy="1152000"/>
            <a:chOff x="488067" y="13860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0F07E1F4-15B9-A43F-6C93-192F92340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08F5C427-14A6-F72B-797C-84E76E9FC1BC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1F4187D8-30D6-86AD-BA99-09AB7F86EA77}"/>
              </a:ext>
            </a:extLst>
          </p:cNvPr>
          <p:cNvGrpSpPr/>
          <p:nvPr/>
        </p:nvGrpSpPr>
        <p:grpSpPr>
          <a:xfrm>
            <a:off x="488067" y="2845300"/>
            <a:ext cx="1152000" cy="1152000"/>
            <a:chOff x="488067" y="2845300"/>
            <a:chExt cx="1152000" cy="1152000"/>
          </a:xfrm>
        </p:grpSpPr>
        <p:pic>
          <p:nvPicPr>
            <p:cNvPr id="6" name="Grafik 5" descr="Mann mit einfarbiger Füllung">
              <a:extLst>
                <a:ext uri="{FF2B5EF4-FFF2-40B4-BE49-F238E27FC236}">
                  <a16:creationId xmlns:a16="http://schemas.microsoft.com/office/drawing/2014/main" id="{4E9AC801-52BB-9723-DF73-1F823F8E9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1884B67E-910B-BDF5-8FAB-19F9F032C341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ED54CA59-0C8D-95CF-0F27-0F15724846E1}"/>
              </a:ext>
            </a:extLst>
          </p:cNvPr>
          <p:cNvGrpSpPr/>
          <p:nvPr/>
        </p:nvGrpSpPr>
        <p:grpSpPr>
          <a:xfrm>
            <a:off x="488067" y="4292956"/>
            <a:ext cx="1152000" cy="1152000"/>
            <a:chOff x="488067" y="4292956"/>
            <a:chExt cx="1152000" cy="1152000"/>
          </a:xfrm>
        </p:grpSpPr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10253468-FA2A-F2B7-4EAD-BDF3AE73D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4292956"/>
              <a:ext cx="1152000" cy="11520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6D88C905-1241-C33C-0498-4DE114997FD6}"/>
                </a:ext>
              </a:extLst>
            </p:cNvPr>
            <p:cNvSpPr txBox="1"/>
            <p:nvPr/>
          </p:nvSpPr>
          <p:spPr>
            <a:xfrm>
              <a:off x="864489" y="44667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927BECA-12F3-58D3-EE73-E2257CA6D0CC}"/>
              </a:ext>
            </a:extLst>
          </p:cNvPr>
          <p:cNvGrpSpPr/>
          <p:nvPr/>
        </p:nvGrpSpPr>
        <p:grpSpPr>
          <a:xfrm>
            <a:off x="488067" y="5690596"/>
            <a:ext cx="1152000" cy="1152000"/>
            <a:chOff x="488067" y="5690596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5B172A24-3404-AE6D-BC05-149162207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6E54DEAD-1CFA-9FCD-0590-A2C93ECA454C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862320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5F463-B0D9-B22A-433D-952F46614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85674EAA-80D4-D5E7-A429-EE5F31CF16AD}"/>
              </a:ext>
            </a:extLst>
          </p:cNvPr>
          <p:cNvCxnSpPr>
            <a:cxnSpLocks/>
          </p:cNvCxnSpPr>
          <p:nvPr/>
        </p:nvCxnSpPr>
        <p:spPr>
          <a:xfrm>
            <a:off x="337598" y="1285770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070F344-0BB1-09F6-96FC-2553CB4FD881}"/>
              </a:ext>
            </a:extLst>
          </p:cNvPr>
          <p:cNvCxnSpPr>
            <a:cxnSpLocks/>
          </p:cNvCxnSpPr>
          <p:nvPr/>
        </p:nvCxnSpPr>
        <p:spPr>
          <a:xfrm>
            <a:off x="337598" y="2711381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CA98B974-4150-8E56-5185-A0112E3111E4}"/>
              </a:ext>
            </a:extLst>
          </p:cNvPr>
          <p:cNvCxnSpPr>
            <a:cxnSpLocks/>
          </p:cNvCxnSpPr>
          <p:nvPr/>
        </p:nvCxnSpPr>
        <p:spPr>
          <a:xfrm>
            <a:off x="337598" y="4146648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44BD1A1-FC70-951F-97CD-455C33B3B08B}"/>
              </a:ext>
            </a:extLst>
          </p:cNvPr>
          <p:cNvCxnSpPr>
            <a:cxnSpLocks/>
          </p:cNvCxnSpPr>
          <p:nvPr/>
        </p:nvCxnSpPr>
        <p:spPr>
          <a:xfrm>
            <a:off x="337598" y="5605056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5386CE9B-1BA5-3CA8-EEAB-4E45DA284534}"/>
              </a:ext>
            </a:extLst>
          </p:cNvPr>
          <p:cNvCxnSpPr>
            <a:cxnSpLocks/>
          </p:cNvCxnSpPr>
          <p:nvPr/>
        </p:nvCxnSpPr>
        <p:spPr>
          <a:xfrm>
            <a:off x="1770927" y="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B92E5F3-8344-9A28-D9CD-A63473316032}"/>
              </a:ext>
            </a:extLst>
          </p:cNvPr>
          <p:cNvCxnSpPr>
            <a:cxnSpLocks/>
          </p:cNvCxnSpPr>
          <p:nvPr/>
        </p:nvCxnSpPr>
        <p:spPr>
          <a:xfrm>
            <a:off x="7537055" y="-21221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1C9BDAEC-F833-DA7A-3FC8-B9F5B95307B7}"/>
              </a:ext>
            </a:extLst>
          </p:cNvPr>
          <p:cNvCxnSpPr>
            <a:cxnSpLocks/>
          </p:cNvCxnSpPr>
          <p:nvPr/>
        </p:nvCxnSpPr>
        <p:spPr>
          <a:xfrm>
            <a:off x="337598" y="-9646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C0A8D233-0577-EE81-0A1D-93B7765041FB}"/>
              </a:ext>
            </a:extLst>
          </p:cNvPr>
          <p:cNvSpPr/>
          <p:nvPr/>
        </p:nvSpPr>
        <p:spPr>
          <a:xfrm>
            <a:off x="2048720" y="15771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EDF6A4D6-ECDA-4BCC-A7BA-2E8C4372FC5C}"/>
              </a:ext>
            </a:extLst>
          </p:cNvPr>
          <p:cNvSpPr/>
          <p:nvPr/>
        </p:nvSpPr>
        <p:spPr>
          <a:xfrm>
            <a:off x="2050648" y="1560177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326D0C11-0A81-875C-2FE4-A12E15D4136F}"/>
              </a:ext>
            </a:extLst>
          </p:cNvPr>
          <p:cNvSpPr/>
          <p:nvPr/>
        </p:nvSpPr>
        <p:spPr>
          <a:xfrm>
            <a:off x="4916109" y="440755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D4D9C205-E2A5-480B-1619-6AD2421DF062}"/>
              </a:ext>
            </a:extLst>
          </p:cNvPr>
          <p:cNvSpPr/>
          <p:nvPr/>
        </p:nvSpPr>
        <p:spPr>
          <a:xfrm>
            <a:off x="2062228" y="2972291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6BDE8303-4D55-2A8F-F881-E89B35E91945}"/>
              </a:ext>
            </a:extLst>
          </p:cNvPr>
          <p:cNvSpPr/>
          <p:nvPr/>
        </p:nvSpPr>
        <p:spPr>
          <a:xfrm>
            <a:off x="6368005" y="5854391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053B5846-C183-DDE7-0591-154C048D5027}"/>
              </a:ext>
            </a:extLst>
          </p:cNvPr>
          <p:cNvSpPr/>
          <p:nvPr/>
        </p:nvSpPr>
        <p:spPr>
          <a:xfrm>
            <a:off x="3488202" y="4384402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013FB909-BF43-9CD6-981F-8C871063BBF2}"/>
              </a:ext>
            </a:extLst>
          </p:cNvPr>
          <p:cNvSpPr/>
          <p:nvPr/>
        </p:nvSpPr>
        <p:spPr>
          <a:xfrm>
            <a:off x="6369931" y="126844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BEC53F3C-FB43-3691-CB94-62E2D011F816}"/>
              </a:ext>
            </a:extLst>
          </p:cNvPr>
          <p:cNvSpPr/>
          <p:nvPr/>
        </p:nvSpPr>
        <p:spPr>
          <a:xfrm>
            <a:off x="3485907" y="2999295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D17E66E9-8357-1366-816C-B4969458B9E3}"/>
              </a:ext>
            </a:extLst>
          </p:cNvPr>
          <p:cNvSpPr/>
          <p:nvPr/>
        </p:nvSpPr>
        <p:spPr>
          <a:xfrm>
            <a:off x="4925988" y="5846672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4557F88A-3307-24B3-7ACC-AFF6497FFD4F}"/>
              </a:ext>
            </a:extLst>
          </p:cNvPr>
          <p:cNvGrpSpPr/>
          <p:nvPr/>
        </p:nvGrpSpPr>
        <p:grpSpPr>
          <a:xfrm>
            <a:off x="476500" y="79769"/>
            <a:ext cx="1152000" cy="1152000"/>
            <a:chOff x="476500" y="79769"/>
            <a:chExt cx="1152000" cy="1152000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4AC16C43-781E-4A10-295E-A4D995A9C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99865CFA-D655-E48C-B2D0-BC2E8BDF8EE3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D580C23A-7553-4172-0A44-E184329AF28A}"/>
              </a:ext>
            </a:extLst>
          </p:cNvPr>
          <p:cNvGrpSpPr/>
          <p:nvPr/>
        </p:nvGrpSpPr>
        <p:grpSpPr>
          <a:xfrm>
            <a:off x="488067" y="1386069"/>
            <a:ext cx="1152000" cy="1152000"/>
            <a:chOff x="488067" y="13860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5BD2B28B-D441-7953-1A84-1049BFA6E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9449EFBB-E728-CA03-5F2A-11BCED58634F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B9FE730C-298D-2ABC-2E8D-C2C6F63D51F6}"/>
              </a:ext>
            </a:extLst>
          </p:cNvPr>
          <p:cNvGrpSpPr/>
          <p:nvPr/>
        </p:nvGrpSpPr>
        <p:grpSpPr>
          <a:xfrm>
            <a:off x="488067" y="2845300"/>
            <a:ext cx="1152000" cy="1152000"/>
            <a:chOff x="488067" y="2845300"/>
            <a:chExt cx="1152000" cy="1152000"/>
          </a:xfrm>
        </p:grpSpPr>
        <p:pic>
          <p:nvPicPr>
            <p:cNvPr id="6" name="Grafik 5" descr="Mann mit einfarbiger Füllung">
              <a:extLst>
                <a:ext uri="{FF2B5EF4-FFF2-40B4-BE49-F238E27FC236}">
                  <a16:creationId xmlns:a16="http://schemas.microsoft.com/office/drawing/2014/main" id="{AE306C13-DA29-F1AA-8B8A-10E902C5D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E968650C-381A-CD48-9B94-283E43185397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2C1B5B2-1FA8-35C7-55BA-0FB668046320}"/>
              </a:ext>
            </a:extLst>
          </p:cNvPr>
          <p:cNvGrpSpPr/>
          <p:nvPr/>
        </p:nvGrpSpPr>
        <p:grpSpPr>
          <a:xfrm>
            <a:off x="488067" y="4292956"/>
            <a:ext cx="1152000" cy="1152000"/>
            <a:chOff x="488067" y="4292956"/>
            <a:chExt cx="1152000" cy="1152000"/>
          </a:xfrm>
        </p:grpSpPr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F3119A26-E063-64C0-8ED2-D9B1D61F0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4292956"/>
              <a:ext cx="1152000" cy="11520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DC3D957F-A1A9-249B-11DF-CEA10FFAF931}"/>
                </a:ext>
              </a:extLst>
            </p:cNvPr>
            <p:cNvSpPr txBox="1"/>
            <p:nvPr/>
          </p:nvSpPr>
          <p:spPr>
            <a:xfrm>
              <a:off x="864489" y="44667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BB11395E-8B03-F6CE-BAAD-13815B19B938}"/>
              </a:ext>
            </a:extLst>
          </p:cNvPr>
          <p:cNvGrpSpPr/>
          <p:nvPr/>
        </p:nvGrpSpPr>
        <p:grpSpPr>
          <a:xfrm>
            <a:off x="488067" y="5690596"/>
            <a:ext cx="1152000" cy="1152000"/>
            <a:chOff x="488067" y="5690596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E39329F3-1251-93CB-8E12-CC7D84D5B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CF2D9ADE-EDA0-531B-B671-BD6579F78808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67030B29-AD95-1C04-5973-D303FA608754}"/>
              </a:ext>
            </a:extLst>
          </p:cNvPr>
          <p:cNvSpPr txBox="1"/>
          <p:nvPr/>
        </p:nvSpPr>
        <p:spPr>
          <a:xfrm rot="10800000">
            <a:off x="7739489" y="655769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v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5E5C6E4-6C9D-4293-3A1F-D56DA2814908}"/>
              </a:ext>
            </a:extLst>
          </p:cNvPr>
          <p:cNvSpPr txBox="1"/>
          <p:nvPr/>
        </p:nvSpPr>
        <p:spPr>
          <a:xfrm rot="10800000">
            <a:off x="7737301" y="2017377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v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BE58C20-4326-9C15-FE0E-AD87CCF12A60}"/>
              </a:ext>
            </a:extLst>
          </p:cNvPr>
          <p:cNvSpPr txBox="1"/>
          <p:nvPr/>
        </p:nvSpPr>
        <p:spPr>
          <a:xfrm rot="10800000">
            <a:off x="7740332" y="3446354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v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F2E58D90-385E-687A-C62F-CC46FD55806E}"/>
              </a:ext>
            </a:extLst>
          </p:cNvPr>
          <p:cNvSpPr txBox="1"/>
          <p:nvPr/>
        </p:nvSpPr>
        <p:spPr>
          <a:xfrm rot="10800000">
            <a:off x="7737301" y="4880183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v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B73C2381-F5F5-2822-CDC2-822A1BF80318}"/>
              </a:ext>
            </a:extLst>
          </p:cNvPr>
          <p:cNvSpPr txBox="1"/>
          <p:nvPr/>
        </p:nvSpPr>
        <p:spPr>
          <a:xfrm>
            <a:off x="3037940" y="3240080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v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B7E4CAB9-C7BE-83C6-FE66-3BAC37F38DB9}"/>
              </a:ext>
            </a:extLst>
          </p:cNvPr>
          <p:cNvSpPr txBox="1"/>
          <p:nvPr/>
        </p:nvSpPr>
        <p:spPr>
          <a:xfrm>
            <a:off x="4461223" y="539061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v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1771315A-68C8-9EDB-64C5-199137302F91}"/>
              </a:ext>
            </a:extLst>
          </p:cNvPr>
          <p:cNvSpPr txBox="1"/>
          <p:nvPr/>
        </p:nvSpPr>
        <p:spPr>
          <a:xfrm>
            <a:off x="4455845" y="4759145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v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0A04C27A-4E2D-3C47-1717-45ACEC28620F}"/>
              </a:ext>
            </a:extLst>
          </p:cNvPr>
          <p:cNvSpPr txBox="1"/>
          <p:nvPr/>
        </p:nvSpPr>
        <p:spPr>
          <a:xfrm>
            <a:off x="5896896" y="6193529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786352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8502613A-B9D6-5786-AFC5-C75E6412FBB4}"/>
              </a:ext>
            </a:extLst>
          </p:cNvPr>
          <p:cNvSpPr/>
          <p:nvPr/>
        </p:nvSpPr>
        <p:spPr>
          <a:xfrm>
            <a:off x="601885" y="817471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3E250EB-5609-F7F7-A78F-9B96E70FC4B2}"/>
              </a:ext>
            </a:extLst>
          </p:cNvPr>
          <p:cNvSpPr/>
          <p:nvPr/>
        </p:nvSpPr>
        <p:spPr>
          <a:xfrm>
            <a:off x="3427049" y="817471"/>
            <a:ext cx="914400" cy="914400"/>
          </a:xfrm>
          <a:prstGeom prst="ellipse">
            <a:avLst/>
          </a:prstGeom>
          <a:solidFill>
            <a:srgbClr val="D86E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0F61D9-02B2-62CF-2C79-3BF9A4695E56}"/>
              </a:ext>
            </a:extLst>
          </p:cNvPr>
          <p:cNvSpPr txBox="1"/>
          <p:nvPr/>
        </p:nvSpPr>
        <p:spPr>
          <a:xfrm rot="10800000">
            <a:off x="4950514" y="1028583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v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72A1B81-9A89-F141-7E30-EAB7FD40E21C}"/>
              </a:ext>
            </a:extLst>
          </p:cNvPr>
          <p:cNvSpPr txBox="1"/>
          <p:nvPr/>
        </p:nvSpPr>
        <p:spPr>
          <a:xfrm>
            <a:off x="224504" y="974563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                      v                    )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9604E51-9F21-C213-37DE-8C5C05DDBDB3}"/>
              </a:ext>
            </a:extLst>
          </p:cNvPr>
          <p:cNvSpPr/>
          <p:nvPr/>
        </p:nvSpPr>
        <p:spPr>
          <a:xfrm>
            <a:off x="5543550" y="809750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74E5A73-A45E-C5D2-2795-515EA79E565B}"/>
              </a:ext>
            </a:extLst>
          </p:cNvPr>
          <p:cNvSpPr txBox="1"/>
          <p:nvPr/>
        </p:nvSpPr>
        <p:spPr>
          <a:xfrm rot="10800000">
            <a:off x="6758796" y="1028582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v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2A8DDEC-1A70-D18B-AAA0-6BD7016A0082}"/>
              </a:ext>
            </a:extLst>
          </p:cNvPr>
          <p:cNvSpPr/>
          <p:nvPr/>
        </p:nvSpPr>
        <p:spPr>
          <a:xfrm>
            <a:off x="7755301" y="817471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102BB4F1-7A73-4E5D-6A53-8D1842A321F2}"/>
              </a:ext>
            </a:extLst>
          </p:cNvPr>
          <p:cNvSpPr/>
          <p:nvPr/>
        </p:nvSpPr>
        <p:spPr>
          <a:xfrm>
            <a:off x="10675715" y="817471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2CEE708-E525-F136-3B86-A5155207CF90}"/>
              </a:ext>
            </a:extLst>
          </p:cNvPr>
          <p:cNvSpPr txBox="1"/>
          <p:nvPr/>
        </p:nvSpPr>
        <p:spPr>
          <a:xfrm>
            <a:off x="7377920" y="974563"/>
            <a:ext cx="4633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                      v                     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DAB7B00-3C6C-5E10-CD64-54FAD204DD94}"/>
              </a:ext>
            </a:extLst>
          </p:cNvPr>
          <p:cNvSpPr txBox="1"/>
          <p:nvPr/>
        </p:nvSpPr>
        <p:spPr>
          <a:xfrm rot="10800000">
            <a:off x="215241" y="2442623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v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21017AD5-B7B1-939D-83DE-40D4F3F80B0B}"/>
              </a:ext>
            </a:extLst>
          </p:cNvPr>
          <p:cNvSpPr/>
          <p:nvPr/>
        </p:nvSpPr>
        <p:spPr>
          <a:xfrm>
            <a:off x="1298295" y="2277810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9D96C2F5-3F69-2207-C573-63499E261D30}"/>
              </a:ext>
            </a:extLst>
          </p:cNvPr>
          <p:cNvSpPr/>
          <p:nvPr/>
        </p:nvSpPr>
        <p:spPr>
          <a:xfrm>
            <a:off x="4114560" y="2277810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A2868F9-623C-CB35-A290-F40C92E96CCD}"/>
              </a:ext>
            </a:extLst>
          </p:cNvPr>
          <p:cNvSpPr txBox="1"/>
          <p:nvPr/>
        </p:nvSpPr>
        <p:spPr>
          <a:xfrm>
            <a:off x="920914" y="2434902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                      v                    )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2FE7E45-9E66-7106-0460-C3A4FF728983}"/>
              </a:ext>
            </a:extLst>
          </p:cNvPr>
          <p:cNvSpPr txBox="1"/>
          <p:nvPr/>
        </p:nvSpPr>
        <p:spPr>
          <a:xfrm rot="10800000">
            <a:off x="5609787" y="2442623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v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E5622F3A-2D58-CB17-1ECC-C636FD8C3412}"/>
              </a:ext>
            </a:extLst>
          </p:cNvPr>
          <p:cNvSpPr/>
          <p:nvPr/>
        </p:nvSpPr>
        <p:spPr>
          <a:xfrm>
            <a:off x="6508835" y="2279738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5185C6D-EB65-8D8B-6C96-59F8B46C5143}"/>
              </a:ext>
            </a:extLst>
          </p:cNvPr>
          <p:cNvSpPr/>
          <p:nvPr/>
        </p:nvSpPr>
        <p:spPr>
          <a:xfrm>
            <a:off x="8810750" y="2279738"/>
            <a:ext cx="914400" cy="914400"/>
          </a:xfrm>
          <a:prstGeom prst="ellipse">
            <a:avLst/>
          </a:prstGeom>
          <a:solidFill>
            <a:srgbClr val="D86E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9E6C78C7-0213-2464-B71D-2FFC3BEC9D15}"/>
              </a:ext>
            </a:extLst>
          </p:cNvPr>
          <p:cNvSpPr txBox="1"/>
          <p:nvPr/>
        </p:nvSpPr>
        <p:spPr>
          <a:xfrm>
            <a:off x="6131454" y="2436830"/>
            <a:ext cx="40751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(                  v                  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DEAD3A8-733F-566C-56E0-7CF509FA7770}"/>
              </a:ext>
            </a:extLst>
          </p:cNvPr>
          <p:cNvSpPr txBox="1"/>
          <p:nvPr/>
        </p:nvSpPr>
        <p:spPr>
          <a:xfrm>
            <a:off x="601885" y="3902962"/>
            <a:ext cx="11473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/>
              <a:t>=&gt; Konjunktive Normalform mit nur positiven Literalen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7A369CC-81A5-FE75-C268-01EB1B29C3EB}"/>
              </a:ext>
            </a:extLst>
          </p:cNvPr>
          <p:cNvSpPr txBox="1"/>
          <p:nvPr/>
        </p:nvSpPr>
        <p:spPr>
          <a:xfrm>
            <a:off x="2556078" y="4544437"/>
            <a:ext cx="7082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/>
              <a:t>=&gt; Suche nach Minimalen Modell</a:t>
            </a:r>
          </a:p>
        </p:txBody>
      </p:sp>
    </p:spTree>
    <p:extLst>
      <p:ext uri="{BB962C8B-B14F-4D97-AF65-F5344CB8AC3E}">
        <p14:creationId xmlns:p14="http://schemas.microsoft.com/office/powerpoint/2010/main" val="1402230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FA95-37E6-2C90-DA73-52F967873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305F5B-E4B1-348D-E4F2-84F8714B5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24" y="1612900"/>
            <a:ext cx="7534276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2. </a:t>
            </a:r>
            <a:r>
              <a:rPr lang="de-DE" sz="8000" b="1" dirty="0" err="1"/>
              <a:t>Lattice</a:t>
            </a:r>
            <a:r>
              <a:rPr lang="de-DE" sz="8000" b="1" dirty="0"/>
              <a:t> Ansatz</a:t>
            </a:r>
          </a:p>
        </p:txBody>
      </p:sp>
    </p:spTree>
    <p:extLst>
      <p:ext uri="{BB962C8B-B14F-4D97-AF65-F5344CB8AC3E}">
        <p14:creationId xmlns:p14="http://schemas.microsoft.com/office/powerpoint/2010/main" val="288213993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32309-4B19-DB2D-38E1-CBE2BCA6D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E4DBEE8-D3B2-A697-30C9-1603C4AC4A94}"/>
              </a:ext>
            </a:extLst>
          </p:cNvPr>
          <p:cNvCxnSpPr>
            <a:cxnSpLocks/>
          </p:cNvCxnSpPr>
          <p:nvPr/>
        </p:nvCxnSpPr>
        <p:spPr>
          <a:xfrm>
            <a:off x="337598" y="1285770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7F43D7F-7060-0C4D-F44E-3262CAFC51F5}"/>
              </a:ext>
            </a:extLst>
          </p:cNvPr>
          <p:cNvCxnSpPr>
            <a:cxnSpLocks/>
          </p:cNvCxnSpPr>
          <p:nvPr/>
        </p:nvCxnSpPr>
        <p:spPr>
          <a:xfrm>
            <a:off x="337598" y="2711381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A2C8B3F-6BAB-10B7-AAB1-764EBA46A421}"/>
              </a:ext>
            </a:extLst>
          </p:cNvPr>
          <p:cNvCxnSpPr>
            <a:cxnSpLocks/>
          </p:cNvCxnSpPr>
          <p:nvPr/>
        </p:nvCxnSpPr>
        <p:spPr>
          <a:xfrm>
            <a:off x="337598" y="4146648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6B3A792B-5C2F-5957-2F97-A2DD1E8625AC}"/>
              </a:ext>
            </a:extLst>
          </p:cNvPr>
          <p:cNvCxnSpPr>
            <a:cxnSpLocks/>
          </p:cNvCxnSpPr>
          <p:nvPr/>
        </p:nvCxnSpPr>
        <p:spPr>
          <a:xfrm>
            <a:off x="337598" y="5605056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5D5B728-3E17-300C-BFE1-8F9205239F71}"/>
              </a:ext>
            </a:extLst>
          </p:cNvPr>
          <p:cNvCxnSpPr>
            <a:cxnSpLocks/>
          </p:cNvCxnSpPr>
          <p:nvPr/>
        </p:nvCxnSpPr>
        <p:spPr>
          <a:xfrm>
            <a:off x="1770927" y="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48268187-1A95-2161-830E-6DB0C1F57521}"/>
              </a:ext>
            </a:extLst>
          </p:cNvPr>
          <p:cNvCxnSpPr>
            <a:cxnSpLocks/>
          </p:cNvCxnSpPr>
          <p:nvPr/>
        </p:nvCxnSpPr>
        <p:spPr>
          <a:xfrm>
            <a:off x="3242841" y="-32794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3DFAC713-C2FC-4917-57B6-2E1C86B12717}"/>
              </a:ext>
            </a:extLst>
          </p:cNvPr>
          <p:cNvCxnSpPr>
            <a:cxnSpLocks/>
          </p:cNvCxnSpPr>
          <p:nvPr/>
        </p:nvCxnSpPr>
        <p:spPr>
          <a:xfrm>
            <a:off x="4654952" y="-4437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91122D5-94FC-93ED-0A0A-0409A26F7A20}"/>
              </a:ext>
            </a:extLst>
          </p:cNvPr>
          <p:cNvCxnSpPr>
            <a:cxnSpLocks/>
          </p:cNvCxnSpPr>
          <p:nvPr/>
        </p:nvCxnSpPr>
        <p:spPr>
          <a:xfrm>
            <a:off x="6090218" y="-9645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5838E0B-C608-01FF-543F-509E19BAC84C}"/>
              </a:ext>
            </a:extLst>
          </p:cNvPr>
          <p:cNvCxnSpPr>
            <a:cxnSpLocks/>
          </p:cNvCxnSpPr>
          <p:nvPr/>
        </p:nvCxnSpPr>
        <p:spPr>
          <a:xfrm>
            <a:off x="7537055" y="-21221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1047673C-B255-05C6-EA72-7171C5220DE9}"/>
              </a:ext>
            </a:extLst>
          </p:cNvPr>
          <p:cNvCxnSpPr>
            <a:cxnSpLocks/>
          </p:cNvCxnSpPr>
          <p:nvPr/>
        </p:nvCxnSpPr>
        <p:spPr>
          <a:xfrm>
            <a:off x="337598" y="-9646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3ED5663A-1F84-79D5-AF86-1AF1BD80D8AA}"/>
              </a:ext>
            </a:extLst>
          </p:cNvPr>
          <p:cNvSpPr/>
          <p:nvPr/>
        </p:nvSpPr>
        <p:spPr>
          <a:xfrm>
            <a:off x="2048720" y="15771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C891280-4F45-0683-2AD2-4A32DA17469E}"/>
              </a:ext>
            </a:extLst>
          </p:cNvPr>
          <p:cNvSpPr/>
          <p:nvPr/>
        </p:nvSpPr>
        <p:spPr>
          <a:xfrm>
            <a:off x="2050648" y="1560177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0A5AE569-3CED-C938-D005-CDCAD04291AC}"/>
              </a:ext>
            </a:extLst>
          </p:cNvPr>
          <p:cNvSpPr/>
          <p:nvPr/>
        </p:nvSpPr>
        <p:spPr>
          <a:xfrm>
            <a:off x="4916109" y="440755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26A02FD9-46F3-32B4-9B68-EC1A211B137C}"/>
              </a:ext>
            </a:extLst>
          </p:cNvPr>
          <p:cNvSpPr/>
          <p:nvPr/>
        </p:nvSpPr>
        <p:spPr>
          <a:xfrm>
            <a:off x="2062228" y="2972291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F3B3BA87-29DB-8A4F-81F8-3D9EF6351A46}"/>
              </a:ext>
            </a:extLst>
          </p:cNvPr>
          <p:cNvSpPr/>
          <p:nvPr/>
        </p:nvSpPr>
        <p:spPr>
          <a:xfrm>
            <a:off x="6368005" y="5854391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CE79F559-BD48-426C-A4FE-C118DF21E51D}"/>
              </a:ext>
            </a:extLst>
          </p:cNvPr>
          <p:cNvSpPr/>
          <p:nvPr/>
        </p:nvSpPr>
        <p:spPr>
          <a:xfrm>
            <a:off x="3488202" y="4384402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427EF6AE-AB23-86E5-296E-74BC14401609}"/>
              </a:ext>
            </a:extLst>
          </p:cNvPr>
          <p:cNvSpPr/>
          <p:nvPr/>
        </p:nvSpPr>
        <p:spPr>
          <a:xfrm>
            <a:off x="6369931" y="126844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483C0EB-90B2-FE21-2F4B-060DE6244D3C}"/>
              </a:ext>
            </a:extLst>
          </p:cNvPr>
          <p:cNvSpPr/>
          <p:nvPr/>
        </p:nvSpPr>
        <p:spPr>
          <a:xfrm>
            <a:off x="3485907" y="2999295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44A8BAA0-EE62-84E3-18AB-E4AE67983230}"/>
              </a:ext>
            </a:extLst>
          </p:cNvPr>
          <p:cNvSpPr/>
          <p:nvPr/>
        </p:nvSpPr>
        <p:spPr>
          <a:xfrm>
            <a:off x="4925988" y="5846672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4E25A45F-E40C-0CF4-B0FE-3C8FFB291950}"/>
              </a:ext>
            </a:extLst>
          </p:cNvPr>
          <p:cNvGrpSpPr/>
          <p:nvPr/>
        </p:nvGrpSpPr>
        <p:grpSpPr>
          <a:xfrm>
            <a:off x="476500" y="79769"/>
            <a:ext cx="1152000" cy="1152000"/>
            <a:chOff x="476500" y="79769"/>
            <a:chExt cx="1152000" cy="1152000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7B539E04-41DE-7CA3-642A-32BBBCBC0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1BC2185A-32D3-D420-F5BF-BA321272B1E8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1A0BA6F-A46E-E57A-CD45-71CD406EEEA9}"/>
              </a:ext>
            </a:extLst>
          </p:cNvPr>
          <p:cNvGrpSpPr/>
          <p:nvPr/>
        </p:nvGrpSpPr>
        <p:grpSpPr>
          <a:xfrm>
            <a:off x="488067" y="1386069"/>
            <a:ext cx="1152000" cy="1152000"/>
            <a:chOff x="488067" y="13860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73FABC94-853D-E892-8A27-9211DA1A9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F3ED4BA6-627A-A6AB-CFD1-D335004DA5A2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8B1C8484-A80C-5CD3-94AA-3FD4657FCD2B}"/>
              </a:ext>
            </a:extLst>
          </p:cNvPr>
          <p:cNvGrpSpPr/>
          <p:nvPr/>
        </p:nvGrpSpPr>
        <p:grpSpPr>
          <a:xfrm>
            <a:off x="488067" y="2845300"/>
            <a:ext cx="1152000" cy="1152000"/>
            <a:chOff x="488067" y="2845300"/>
            <a:chExt cx="1152000" cy="1152000"/>
          </a:xfrm>
        </p:grpSpPr>
        <p:pic>
          <p:nvPicPr>
            <p:cNvPr id="6" name="Grafik 5" descr="Mann mit einfarbiger Füllung">
              <a:extLst>
                <a:ext uri="{FF2B5EF4-FFF2-40B4-BE49-F238E27FC236}">
                  <a16:creationId xmlns:a16="http://schemas.microsoft.com/office/drawing/2014/main" id="{C16FF396-D9E6-3EE3-7251-E9E343265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462CA84F-C24A-001E-58CD-B49D45523A90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279467D-211C-FCC5-5E6A-FC7376DC051F}"/>
              </a:ext>
            </a:extLst>
          </p:cNvPr>
          <p:cNvGrpSpPr/>
          <p:nvPr/>
        </p:nvGrpSpPr>
        <p:grpSpPr>
          <a:xfrm>
            <a:off x="488067" y="4292956"/>
            <a:ext cx="1152000" cy="1152000"/>
            <a:chOff x="488067" y="4292956"/>
            <a:chExt cx="1152000" cy="1152000"/>
          </a:xfrm>
        </p:grpSpPr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A5584071-6B67-157E-7C54-0B45D5BF5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4292956"/>
              <a:ext cx="1152000" cy="11520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9938D244-1758-D55C-C47E-94F40196EFC7}"/>
                </a:ext>
              </a:extLst>
            </p:cNvPr>
            <p:cNvSpPr txBox="1"/>
            <p:nvPr/>
          </p:nvSpPr>
          <p:spPr>
            <a:xfrm>
              <a:off x="864489" y="44667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CA797EE-D976-AD06-21C8-5DCD67E72761}"/>
              </a:ext>
            </a:extLst>
          </p:cNvPr>
          <p:cNvGrpSpPr/>
          <p:nvPr/>
        </p:nvGrpSpPr>
        <p:grpSpPr>
          <a:xfrm>
            <a:off x="488067" y="5690596"/>
            <a:ext cx="1152000" cy="1152000"/>
            <a:chOff x="488067" y="5690596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1036D279-D639-5F69-9005-75C19CE5F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E43829B8-B346-94EA-16E1-86C515BCD594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692977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AF7AEDFF-CA66-4430-9059-EB732F9FE185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A36ED39-4B8F-D753-AC5E-ABF1906A7288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0EF83CB-D69A-16FB-9442-9BAF7BDD9405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064BD2E-4CC6-092A-6588-1DF2378BC5F9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3F35A65-C986-4227-3499-2BF1A19FBC6A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095AADB-B5F9-50E7-9F6B-529CB153A85C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1CD778E-A1A8-8E21-E95D-CDFB88C9D87C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6CBC9ED-7A5F-8079-CB85-687576EE473A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32761E4-A071-7BFF-2B97-4B497708BA88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4988963-7C73-9D91-6006-C855C0E001AA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F91785A-E85F-0979-EBEA-20B3D948AF57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1933706-3D30-3E91-43E9-1D0D7B5AC25B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5089ECDF-2F84-75F6-4A9A-09AEB4EAF24A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560A6E0-AE60-52AB-D1FC-E4BCC11D484E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764FED68-35D7-406C-F1D9-C4CD03203DEC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BF001FCD-8EB9-1C08-B3D8-7512692BED85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266FCDBD-F9FE-7438-C75C-C228721AE934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7C9010E9-5F2E-8461-9D98-ED06BFE4352F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4D11A999-44DE-8489-DE91-C72CFA7D90AF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15D66CA1-7904-132D-E848-6A442C2B60FF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7314B16A-4272-578C-8A71-F8A694B35636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21B1F1D3-F0CA-3479-9D4A-11E766EA607E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DBB6FFE1-F183-7878-80E8-3078C814A92B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5E1597C6-D73E-EF16-F291-E9957FEE15BE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94720BF1-12EA-228D-0481-FBD8780B1BDF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832BA424-BAB6-0D32-E5E8-A4057D5E39D6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A3B635C0-E4A7-87D5-384D-CA35313DED10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3874CBCF-027F-BCEE-126E-CB000301CCD1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6B8772EF-DDAE-6576-3FD4-B18BF259A713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43C60341-3718-6F34-DA83-E47B5CFD809A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66ABF28F-44EB-6257-3758-F686CBF1698B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AF0223F9-955C-C4EE-6E30-A864BF8B036C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B6F6739D-DDF7-B7F4-49BD-A814CAEC6E35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AC917E6C-77D9-225C-32A1-8AD7BF2B5708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66ED6767-F320-C58C-5852-8C1CC2BFE333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667087DF-CFE3-5B88-5946-36AFB36F6D72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6CD2495D-F476-F91B-CE40-4F8741398E3B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B5051399-E8A9-4136-A2FA-A190FC1B699B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2FA6E5B0-0093-81D6-C911-179BFD0359E4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418EF52A-2766-2C6F-A321-FC4E0B0E28A4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C4718382-571B-4686-07A9-103FB4BBDB8F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39B914A4-F015-BC47-C9D1-7EACA7537B32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B3CFBD16-E121-D452-103E-5C2F220C3960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Textfeld 106">
            <a:extLst>
              <a:ext uri="{FF2B5EF4-FFF2-40B4-BE49-F238E27FC236}">
                <a16:creationId xmlns:a16="http://schemas.microsoft.com/office/drawing/2014/main" id="{37EDD98F-4512-9CAA-CE59-D4A10F159057}"/>
              </a:ext>
            </a:extLst>
          </p:cNvPr>
          <p:cNvSpPr txBox="1"/>
          <p:nvPr/>
        </p:nvSpPr>
        <p:spPr>
          <a:xfrm>
            <a:off x="387210" y="325340"/>
            <a:ext cx="1973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S = {A,C,D,E}</a:t>
            </a:r>
          </a:p>
        </p:txBody>
      </p:sp>
    </p:spTree>
    <p:extLst>
      <p:ext uri="{BB962C8B-B14F-4D97-AF65-F5344CB8AC3E}">
        <p14:creationId xmlns:p14="http://schemas.microsoft.com/office/powerpoint/2010/main" val="2073167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3ABE6-07B0-A5B8-EB62-B86019DDB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1651702D-C946-7113-2BC9-760AD175AE1A}"/>
              </a:ext>
            </a:extLst>
          </p:cNvPr>
          <p:cNvSpPr/>
          <p:nvPr/>
        </p:nvSpPr>
        <p:spPr>
          <a:xfrm>
            <a:off x="40464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964C4C8-C27F-AC49-96B0-41FA30891A3B}"/>
              </a:ext>
            </a:extLst>
          </p:cNvPr>
          <p:cNvSpPr/>
          <p:nvPr/>
        </p:nvSpPr>
        <p:spPr>
          <a:xfrm>
            <a:off x="13127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47FE0DA-C67E-C891-4ACA-FCC5F7327B57}"/>
              </a:ext>
            </a:extLst>
          </p:cNvPr>
          <p:cNvSpPr/>
          <p:nvPr/>
        </p:nvSpPr>
        <p:spPr>
          <a:xfrm>
            <a:off x="31796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C08B3BC-104F-8E39-D3C4-DAB5C647982B}"/>
              </a:ext>
            </a:extLst>
          </p:cNvPr>
          <p:cNvSpPr/>
          <p:nvPr/>
        </p:nvSpPr>
        <p:spPr>
          <a:xfrm>
            <a:off x="49798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687849D-5A7A-D36C-309B-945348CFA613}"/>
              </a:ext>
            </a:extLst>
          </p:cNvPr>
          <p:cNvSpPr/>
          <p:nvPr/>
        </p:nvSpPr>
        <p:spPr>
          <a:xfrm>
            <a:off x="66943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07495A3-A8D4-83FD-B8C8-0D4F7B6C2A93}"/>
              </a:ext>
            </a:extLst>
          </p:cNvPr>
          <p:cNvSpPr/>
          <p:nvPr/>
        </p:nvSpPr>
        <p:spPr>
          <a:xfrm>
            <a:off x="2173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EE0796D-16D8-279A-4488-6F845D5D621E}"/>
              </a:ext>
            </a:extLst>
          </p:cNvPr>
          <p:cNvSpPr/>
          <p:nvPr/>
        </p:nvSpPr>
        <p:spPr>
          <a:xfrm>
            <a:off x="17794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4B5B856-4641-8168-3FA1-E15D3AC13F78}"/>
              </a:ext>
            </a:extLst>
          </p:cNvPr>
          <p:cNvSpPr/>
          <p:nvPr/>
        </p:nvSpPr>
        <p:spPr>
          <a:xfrm>
            <a:off x="33034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4CFA4F0-21CB-D2EB-B42F-657E1FD7D523}"/>
              </a:ext>
            </a:extLst>
          </p:cNvPr>
          <p:cNvSpPr/>
          <p:nvPr/>
        </p:nvSpPr>
        <p:spPr>
          <a:xfrm>
            <a:off x="48084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9E73468-8BA4-BBAB-AEF8-0ACFE9B3EACA}"/>
              </a:ext>
            </a:extLst>
          </p:cNvPr>
          <p:cNvSpPr/>
          <p:nvPr/>
        </p:nvSpPr>
        <p:spPr>
          <a:xfrm>
            <a:off x="63133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4AF9132-3703-310C-2C63-3AF8386BB304}"/>
              </a:ext>
            </a:extLst>
          </p:cNvPr>
          <p:cNvSpPr/>
          <p:nvPr/>
        </p:nvSpPr>
        <p:spPr>
          <a:xfrm>
            <a:off x="78373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2098C3F4-EB9F-A9E5-B579-7AE4E35C0C7B}"/>
              </a:ext>
            </a:extLst>
          </p:cNvPr>
          <p:cNvSpPr/>
          <p:nvPr/>
        </p:nvSpPr>
        <p:spPr>
          <a:xfrm>
            <a:off x="13127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55ED8145-DEA4-2F58-C351-4E400A8742C5}"/>
              </a:ext>
            </a:extLst>
          </p:cNvPr>
          <p:cNvSpPr/>
          <p:nvPr/>
        </p:nvSpPr>
        <p:spPr>
          <a:xfrm>
            <a:off x="31796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ABAEE807-9988-BCEA-6401-3BFBCE14B531}"/>
              </a:ext>
            </a:extLst>
          </p:cNvPr>
          <p:cNvSpPr/>
          <p:nvPr/>
        </p:nvSpPr>
        <p:spPr>
          <a:xfrm>
            <a:off x="49798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FFEAECCB-CBA7-63FC-6092-D528DD54D1FC}"/>
              </a:ext>
            </a:extLst>
          </p:cNvPr>
          <p:cNvSpPr/>
          <p:nvPr/>
        </p:nvSpPr>
        <p:spPr>
          <a:xfrm>
            <a:off x="66943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C3CB140-D8C7-4420-3CB3-CB7EC9BC57C9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20327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68065538-CE98-29AC-39AD-BAEB6486DEBE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38996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E2FB7375-6CC9-6915-3D67-A77FDC9F682E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47664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2689B1A4-101F-27B8-13B4-B45E8A177F53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52755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90FAADF7-EDDC-E8EA-5D6F-AB9970E9E47C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9373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C324660B-598F-BEDB-F939-3E9EC882DB7A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20327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F5A00CD3-9384-67B1-1747-79CA1597EC5A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25418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E95D1DD7-B769-52B2-3241-66397072C170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9373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347E8DE9-0F31-357F-BA90-75CF3A959772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38996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B21F7DE-2215-B155-1BC7-A024D8771C49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44087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847DC228-B122-450E-B9D3-C08177C301F3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24994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3C771C3E-14F3-A885-FB83-99C644DC3D8B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40234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12A0C9BF-3B01-0DC4-B613-397252372226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62089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C20A1F59-65BB-C7A7-BCD2-D4EDA87CDD5A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55284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BF735F04-2180-A418-F521-0B58B1655357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70333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D4E60BDC-810D-188A-9186-5973890C2FBF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79234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F3134A69-0BE6-708C-51B0-0B2404456A5C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9373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05964EEA-5F56-E571-7B5E-41186F1A6894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14464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B584D933-F2AF-7A02-9667-C2BDD6103686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20327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83C3E337-5DBE-FFAB-89C7-1E6DBD09B204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30085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F08F9830-FEB4-22A0-9A47-787C9ABFBB84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21548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8DB6F915-93E2-30B4-055A-87DD8F5DEA39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45325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293A2525-EDF7-09D2-E164-45BEB0817CE0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38996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EC0B5E93-DCC7-713B-4250-A1651D23E586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55284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D0C75C35-4922-9A1D-35B1-2A67378D6D9C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38996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F757654C-8069-BCB0-34C6-E2746CC6F66A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70333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30C55707-2239-EFCD-3BF1-AD284C4B8663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56998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B3F425CF-8CAE-0F12-1B58-6690042648F9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74143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C2D1AA91-15F7-D106-D8F8-6572189A47B6}"/>
                  </a:ext>
                </a:extLst>
              </p:cNvPr>
              <p:cNvSpPr txBox="1"/>
              <p:nvPr/>
            </p:nvSpPr>
            <p:spPr>
              <a:xfrm>
                <a:off x="8557350" y="528207"/>
                <a:ext cx="3485185" cy="16162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Bei m Attributen:</a:t>
                </a:r>
              </a:p>
              <a:p>
                <a:endParaRPr lang="de-DE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r>
                                <a:rPr lang="de-DE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e-DE" dirty="0"/>
                  <a:t> Kandidaten der Größe k</a:t>
                </a:r>
              </a:p>
              <a:p>
                <a:endParaRPr lang="de-DE" dirty="0"/>
              </a:p>
              <a:p>
                <a:r>
                  <a:rPr lang="de-DE" dirty="0"/>
                  <a:t>und: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de-DE" i="0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Kandidaten insgesamt</a:t>
                </a:r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C2D1AA91-15F7-D106-D8F8-6572189A4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350" y="528207"/>
                <a:ext cx="3485185" cy="1616212"/>
              </a:xfrm>
              <a:prstGeom prst="rect">
                <a:avLst/>
              </a:prstGeom>
              <a:blipFill>
                <a:blip r:embed="rId2"/>
                <a:stretch>
                  <a:fillRect l="-1576" t="-2264" r="-1051" b="-52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5C92E210-5317-836C-E127-70ACBE96CF41}"/>
                  </a:ext>
                </a:extLst>
              </p:cNvPr>
              <p:cNvSpPr txBox="1"/>
              <p:nvPr/>
            </p:nvSpPr>
            <p:spPr>
              <a:xfrm>
                <a:off x="8515350" y="4580850"/>
                <a:ext cx="229197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Im Use Case:</a:t>
                </a:r>
              </a:p>
              <a:p>
                <a:endParaRPr lang="de-DE" dirty="0"/>
              </a:p>
              <a:p>
                <a:r>
                  <a:rPr lang="de-D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137</m:t>
                        </m:r>
                      </m:sup>
                    </m:sSup>
                    <m:r>
                      <a:rPr lang="de-DE" i="0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Kandidaten </a:t>
                </a: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5C92E210-5317-836C-E127-70ACBE96C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350" y="4580850"/>
                <a:ext cx="2291974" cy="923330"/>
              </a:xfrm>
              <a:prstGeom prst="rect">
                <a:avLst/>
              </a:prstGeom>
              <a:blipFill>
                <a:blip r:embed="rId3"/>
                <a:stretch>
                  <a:fillRect l="-2394" t="-3289" b="-92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925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6EFABA1-231E-343D-F8B7-4082CF8A1EC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717675"/>
                <a:ext cx="10515600" cy="2892425"/>
              </a:xfrm>
            </p:spPr>
            <p:txBody>
              <a:bodyPr>
                <a:normAutofit/>
              </a:bodyPr>
              <a:lstStyle/>
              <a:p>
                <a:r>
                  <a:rPr lang="de-DE" dirty="0"/>
                  <a:t>174.224.571.863.520.493.293.247.799.005.065.324.265.471</a:t>
                </a:r>
                <a:br>
                  <a:rPr lang="de-DE" dirty="0"/>
                </a:br>
                <a:br>
                  <a:rPr lang="de-DE" dirty="0"/>
                </a:br>
                <a:r>
                  <a:rPr lang="de-DE" dirty="0"/>
                  <a:t>=1,74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0" dirty="0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de-DE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DE" i="0" dirty="0">
                            <a:latin typeface="Cambria Math" panose="02040503050406030204" pitchFamily="18" charset="0"/>
                          </a:rPr>
                          <m:t>41</m:t>
                        </m:r>
                      </m:sup>
                    </m:sSup>
                  </m:oMath>
                </a14:m>
                <a:r>
                  <a:rPr lang="de-DE" dirty="0"/>
                  <a:t> Möglichkeiten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6EFABA1-231E-343D-F8B7-4082CF8A1E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717675"/>
                <a:ext cx="10515600" cy="2892425"/>
              </a:xfrm>
              <a:blipFill>
                <a:blip r:embed="rId2"/>
                <a:stretch>
                  <a:fillRect l="-2377" r="-986" b="-37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3417105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7C6F-32C9-D5D5-5B69-2A6ED668D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4CF666-913D-675D-8402-11E7CB155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24" y="1612900"/>
            <a:ext cx="7534276" cy="3378200"/>
          </a:xfrm>
        </p:spPr>
        <p:txBody>
          <a:bodyPr>
            <a:normAutofit fontScale="90000"/>
          </a:bodyPr>
          <a:lstStyle/>
          <a:p>
            <a:r>
              <a:rPr lang="de-DE" sz="8000" b="1" dirty="0"/>
              <a:t>2.1 </a:t>
            </a:r>
            <a:r>
              <a:rPr lang="de-DE" sz="8000" b="1" dirty="0" err="1"/>
              <a:t>Lattice</a:t>
            </a:r>
            <a:r>
              <a:rPr lang="de-DE" sz="8000" b="1" dirty="0"/>
              <a:t> Ansatz Prozentual</a:t>
            </a:r>
          </a:p>
        </p:txBody>
      </p:sp>
    </p:spTree>
    <p:extLst>
      <p:ext uri="{BB962C8B-B14F-4D97-AF65-F5344CB8AC3E}">
        <p14:creationId xmlns:p14="http://schemas.microsoft.com/office/powerpoint/2010/main" val="132097671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1A96-5D82-9FBD-E194-32AF69FC1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B4F46-132A-28F6-F1EB-CAA799DB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149" y="1593850"/>
            <a:ext cx="5153026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Validierung</a:t>
            </a:r>
          </a:p>
        </p:txBody>
      </p:sp>
    </p:spTree>
    <p:extLst>
      <p:ext uri="{BB962C8B-B14F-4D97-AF65-F5344CB8AC3E}">
        <p14:creationId xmlns:p14="http://schemas.microsoft.com/office/powerpoint/2010/main" val="3760559129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2504B-EFD0-CEE2-94FD-43E3FE24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F91340A5-049E-359D-8AA5-C02D93DE77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3349" y="495300"/>
                <a:ext cx="11925301" cy="1457324"/>
              </a:xfrm>
            </p:spPr>
            <p:txBody>
              <a:bodyPr>
                <a:normAutofit/>
              </a:bodyPr>
              <a:lstStyle/>
              <a:p>
                <a:r>
                  <a:rPr lang="de-DE" dirty="0"/>
                  <a:t>Gegeben:     -Gewünschte Abdeckungsrate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𝑑𝑒𝑎𝑙</m:t>
                        </m:r>
                      </m:sub>
                    </m:sSub>
                  </m:oMath>
                </a14:m>
                <a:br>
                  <a:rPr lang="de-DE" dirty="0"/>
                </a:br>
                <a:r>
                  <a:rPr lang="de-DE" dirty="0"/>
                  <a:t>                      -Zu prüfende Knoten Menge    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F91340A5-049E-359D-8AA5-C02D93DE77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3349" y="495300"/>
                <a:ext cx="11925301" cy="1457324"/>
              </a:xfrm>
              <a:blipFill>
                <a:blip r:embed="rId2"/>
                <a:stretch>
                  <a:fillRect l="-2096" t="-7531" b="-146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D0A3D8CD-0121-8B56-BB3D-D012904665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6699" y="2671760"/>
                <a:ext cx="11925301" cy="298608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de-DE" dirty="0"/>
                  <a:t>Valid(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dirty="0"/>
                  <a:t>) =                               ,wenn Abd(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dirty="0"/>
                  <a:t>) </a:t>
                </a:r>
                <a14:m>
                  <m:oMath xmlns:m="http://schemas.openxmlformats.org/officeDocument/2006/math">
                    <m:r>
                      <a:rPr lang="de-DE" dirty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𝑑𝑒𝑎𝑙</m:t>
                        </m:r>
                      </m:sub>
                    </m:sSub>
                  </m:oMath>
                </a14:m>
                <a:endParaRPr lang="de-DE" dirty="0"/>
              </a:p>
              <a:p>
                <a:endParaRPr lang="de-DE" dirty="0"/>
              </a:p>
              <a:p>
                <a:endParaRPr lang="de-DE" dirty="0"/>
              </a:p>
              <a:p>
                <a:r>
                  <a:rPr lang="de-DE" dirty="0"/>
                  <a:t>						     ,sonst</a:t>
                </a: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D0A3D8CD-0121-8B56-BB3D-D01290466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9" y="2671760"/>
                <a:ext cx="11925301" cy="2986089"/>
              </a:xfrm>
              <a:prstGeom prst="rect">
                <a:avLst/>
              </a:prstGeom>
              <a:blipFill>
                <a:blip r:embed="rId3"/>
                <a:stretch>
                  <a:fillRect l="-2096" b="-18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873C245-3F43-7A6E-BB86-7B6BF4227111}"/>
              </a:ext>
            </a:extLst>
          </p:cNvPr>
          <p:cNvGrpSpPr>
            <a:grpSpLocks noChangeAspect="1"/>
          </p:cNvGrpSpPr>
          <p:nvPr/>
        </p:nvGrpSpPr>
        <p:grpSpPr>
          <a:xfrm>
            <a:off x="4886325" y="2849295"/>
            <a:ext cx="1086000" cy="900000"/>
            <a:chOff x="217350" y="639497"/>
            <a:chExt cx="651600" cy="54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1F1CFEA4-DACF-EC39-0CED-66878A2A131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BB1DF37A-653B-CC35-39A8-6638C3F32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721F42A8-2915-5DD9-1A1B-D0DD3B67665B}"/>
              </a:ext>
            </a:extLst>
          </p:cNvPr>
          <p:cNvGrpSpPr>
            <a:grpSpLocks noChangeAspect="1"/>
          </p:cNvGrpSpPr>
          <p:nvPr/>
        </p:nvGrpSpPr>
        <p:grpSpPr>
          <a:xfrm>
            <a:off x="4924575" y="4601895"/>
            <a:ext cx="900000" cy="900000"/>
            <a:chOff x="1048950" y="618723"/>
            <a:chExt cx="540000" cy="540000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4EFCF7EF-1653-C3DC-D885-0B7F12636263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23E57F9B-5F35-31A8-2749-849F10B3C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sp>
        <p:nvSpPr>
          <p:cNvPr id="10" name="Geschweifte Klammer links 9">
            <a:extLst>
              <a:ext uri="{FF2B5EF4-FFF2-40B4-BE49-F238E27FC236}">
                <a16:creationId xmlns:a16="http://schemas.microsoft.com/office/drawing/2014/main" id="{3D59CECE-08FA-FF1D-3BD2-EB364C77FB89}"/>
              </a:ext>
            </a:extLst>
          </p:cNvPr>
          <p:cNvSpPr/>
          <p:nvPr/>
        </p:nvSpPr>
        <p:spPr>
          <a:xfrm>
            <a:off x="3929725" y="2671760"/>
            <a:ext cx="581025" cy="3128965"/>
          </a:xfrm>
          <a:prstGeom prst="leftBrace">
            <a:avLst>
              <a:gd name="adj1" fmla="val 8333"/>
              <a:gd name="adj2" fmla="val 14384"/>
            </a:avLst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4654077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56075-4C57-36CF-E167-997EE5BB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DC00D-AEEA-375F-795F-13F9FF86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774" y="1584325"/>
            <a:ext cx="4486276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Top Down</a:t>
            </a:r>
          </a:p>
        </p:txBody>
      </p:sp>
    </p:spTree>
    <p:extLst>
      <p:ext uri="{BB962C8B-B14F-4D97-AF65-F5344CB8AC3E}">
        <p14:creationId xmlns:p14="http://schemas.microsoft.com/office/powerpoint/2010/main" val="2549120523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3C366-FAA3-2CE5-32D9-991307AA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E500303-0CC6-7CAD-3E74-B780AC1762B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</p:spPr>
            <p:txBody>
              <a:bodyPr>
                <a:normAutofit/>
              </a:bodyPr>
              <a:lstStyle/>
              <a:p>
                <a:r>
                  <a:rPr lang="de-DE" dirty="0"/>
                  <a:t>1.) Starte mit Top Level Kandidaten X = S</a:t>
                </a:r>
                <a:br>
                  <a:rPr lang="de-DE" dirty="0"/>
                </a:br>
                <a:br>
                  <a:rPr lang="de-DE" dirty="0"/>
                </a:br>
                <a:r>
                  <a:rPr lang="de-DE" dirty="0"/>
                  <a:t>2.) Generiere Kandidaten </a:t>
                </a:r>
                <a14:m>
                  <m:oMath xmlns:m="http://schemas.openxmlformats.org/officeDocument/2006/math">
                    <m:r>
                      <a:rPr lang="de-DE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i="0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de-DE" b="0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de-DE" b="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de-DE" dirty="0"/>
                  <a:t> nur wenn </a:t>
                </a:r>
                <a:r>
                  <a:rPr lang="de-DE" dirty="0">
                    <a:solidFill>
                      <a:schemeClr val="bg1"/>
                    </a:solidFill>
                  </a:rPr>
                  <a:t>……</a:t>
                </a:r>
                <a:r>
                  <a:rPr lang="de-DE" dirty="0"/>
                  <a:t>alle Spezialisierungen Valide sind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E500303-0CC6-7CAD-3E74-B780AC1762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  <a:blipFill>
                <a:blip r:embed="rId2"/>
                <a:stretch>
                  <a:fillRect l="-20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feil: nach unten 11">
            <a:extLst>
              <a:ext uri="{FF2B5EF4-FFF2-40B4-BE49-F238E27FC236}">
                <a16:creationId xmlns:a16="http://schemas.microsoft.com/office/drawing/2014/main" id="{0F1E179D-CF3B-E082-7846-EDA2B15D784D}"/>
              </a:ext>
            </a:extLst>
          </p:cNvPr>
          <p:cNvSpPr>
            <a:spLocks/>
          </p:cNvSpPr>
          <p:nvPr/>
        </p:nvSpPr>
        <p:spPr>
          <a:xfrm>
            <a:off x="5038723" y="4219574"/>
            <a:ext cx="1800000" cy="16200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671078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4899A-3FFB-BAF6-96CC-1C085B26B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5E901901-953C-3743-0B61-0AF97B4D8BCC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0FA64F8-589C-BBEC-605C-85C98CF00257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7E3BD45-8C45-0639-C99E-D1F303417032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9FCCF59-5883-285C-B6A8-1A4E600CC701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91BD676-FA27-E6C9-0D15-3EAC8508EEDC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3BE542B-C15E-DD81-AF10-F38C5E4E8CF2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1B9D450-1D44-F93A-028B-2198D2F01882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CDC5B3D-1ADF-51F4-B530-EED6F579ACD2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D9A9701-19F2-D720-8C4F-D37A9E291D62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405F6E6-06BC-A7A8-8B73-5532ABC03D68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C2B1C6A-8BBE-2A71-5322-7AEEF0CD840D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024DE3D-331E-8F0A-145C-E44C20A5C08C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5182E744-82D9-E831-7A76-A8368ED4B7FF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73306CE-C34C-15F8-F687-FDFD60F37EBF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B5EAE22-E18C-4822-5829-A48E5577B357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F774678-21B0-8FD2-8E1A-E405252D01A8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97373265-E9B3-B7CF-B0DF-7D463310C53A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1617D77-AAF0-770C-C771-8D5748E5DB51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04AF7F5-3830-D70B-2C41-9D85436492CD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0F0CBE93-C576-AC0D-5012-B790D777CA35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457BF501-AAD5-A6A7-FDE2-71FC8FC6F430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AC8E84D9-F462-9F62-D280-CD2E13E52114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B027BDDA-FF45-3DD0-F44D-1684DBEE0D2A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EDF576D5-79B6-8414-65CC-2711FF2ADF8D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F41D88D-820B-E9AF-127B-BA200027E894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6FE926E2-9F1F-47EF-FE7F-DC3D02503877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F982B1B3-EC7E-99A6-F416-B32C1BF485CD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1EC8833B-00D1-98DF-03F6-2108971DE8F6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536A7807-BB15-E885-4795-179B94E68E4F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7B90E04E-CF3F-67D6-043E-0089AFE0328A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BB23AA74-ACF2-B8B1-35E2-441B349D4EAE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17770D5E-48B0-4C63-5FBF-2128EAFD9276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0D7AE2CE-E644-3F1B-66E8-4F5416EF2F75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FF858791-E9C4-A428-1D3D-61D86D37AD04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FA0AD943-2134-8D2A-20E3-9EEE4C53BA79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51AFF2EC-8A60-7B38-9172-C1AAECFBAD53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F0F0213B-90E6-4965-CF1A-D969E274D3B8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3B1E3510-25BD-A583-B8D1-7C1921ECCDA2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8F22E06D-35E1-7082-62A6-1C89AD60A6D9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AB8B4156-501F-39DC-9DC7-1A4121C83AB3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34289D9F-586D-3193-3A0D-528E8761B2E3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CD18DB5A-1853-1D7F-C2F8-B2B87976018F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2F02B686-BC65-5F48-2C9B-136B6A300659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645808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9A948-EDDF-9D7D-4571-D3E4BE167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1345DDA4-CBBA-5387-2DBA-9441CCF3F6E9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B2BF418-1BF3-B8EF-3307-25BCDC83589C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ADFFAFA-25B7-DD69-CFCF-CC4E0F15E6E3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A15CED6-62D8-50D0-9A1C-517634986592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1734C58-D407-36FF-B452-3F85F100EAAC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0A276F0-9582-F2E6-A006-F41381CB397A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8B21CE7-34DE-05BD-EDDC-3D86893B8D57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BA3DDC6-E50D-2E4B-A2F6-A51690D26618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5D4D3D8-0395-E985-CED6-9B35513588A6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8D1F729-BD27-658E-A76E-D3CF6CBCE4CE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3629813-2CE4-8E02-71C3-E9A28AC96F8C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131C954-864B-7C9C-3CEC-DDDABED2630D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6534A4A-BBCF-CF86-C593-9C7A6BE880D1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C3AF4CE-3B0A-E458-0A37-55A23BB6A540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E26BE08B-5F45-5A3D-4138-B085A6AD90BF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2C0F73C4-98BB-0191-BDA6-F7BFE39CA97C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98B4DDBE-95BA-FBD5-296C-EA015D84353F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9040B98-712D-0C43-BDDD-161ED819254B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B416F5C-E570-0A89-BD3E-4D4A680D748A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AC8CD2DA-54AF-A93C-7A4A-0C537C36FDA0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74918A1A-C351-9E3A-B641-3712972B543B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AF7589BD-3F58-9447-E294-ECDEB3B9E8A7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AE88C368-4D1A-B1CD-47FB-31B0A8FCF874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8DD65031-DDA8-D0BF-1F8C-D755CD0D51CD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84FD6FBE-9DC7-9A05-3CEF-D8B3776CC200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E1BA669C-6E9A-E57D-CB88-5994057AC5F6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1D9A99B4-1D53-1BDF-FEED-8BABD45C4921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1ABAC974-2B4D-4BB0-89DF-A4EDAEAB8AD4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B0D66207-D6A0-5474-97A8-6D9F5039F500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8CECAAA3-BBC2-6E05-0289-45F035FBFF66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B23274BE-D81B-7B1F-C30D-45FE65334484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C71042D7-426A-4C51-5D51-565687CC5345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0FC4D3D5-6AAE-FE97-B914-31AC6E3D46A2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BDA7D6CB-430C-D059-0A7F-6EEC133C1371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A71E803E-57B0-8E73-5610-DE0FD22B0A03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52CFFF4D-4EB3-6B66-7D71-379838FAF438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10E1761A-6708-11FC-EB09-EE2840A037A9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328A6722-3C9B-3784-9C09-77580A1D41D4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A1E979B2-596A-72F6-9590-9DC6B267BD91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E7B7004E-6C56-A3D6-F979-CE00104A60A4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4019F7DC-509D-DADC-50EB-4C8365D8E7D9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210602B7-AC8A-AFDF-A9F5-A1B915165852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B8014C24-5B1D-E705-B1C3-B00F2D92FF25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686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94BAA-8CEA-A9A8-C6E0-DC8F14BB5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CD5C2FF-4F9A-C86B-B292-C66765F6F9E7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677627A-C5E9-3806-20F1-72486AAE2DEE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1338EF4-586C-153E-804D-69D11A5D6129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B7C3EB0-725D-E673-C8B1-AF8CE253354E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FED608F-338D-26C6-8393-378CC445FCCA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C6371E2-19E2-70D5-02AC-672D56833C81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6B4A0D9-5DA3-D605-F3EF-BC187119FF17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9429820-757B-3A29-0A26-25872A2A9ECC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3D3C296-525A-27BF-D8C4-D610BFFF5F9C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A55650C-4AE1-B381-EFA1-C2D7F784F0D6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BD8DB38-A448-FE79-DABF-8081B5D35F3E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9611ECD-A2B1-275D-B87C-B66882F6A509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50E7C69F-E167-7167-04BE-C7B73E4F965C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783EB71-087F-0CE3-954C-2BAB553D4686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C783C5C-37C4-74F6-AF27-DC456ABFBF2D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D1C9E7BE-A3BC-38E8-F246-25C7E1E358E8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0F7C9F6D-7A16-09C3-43C8-B2A1588B061C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5C686FC-AD3F-F364-CBEB-9C2073F525C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56DACE8-7C97-C1B8-D36F-606C5EFC4FCF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D0FA2FA1-561E-B864-8118-626851661D60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CF74DADE-9CA2-A222-7F8D-6CADF307D886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24E02B29-BD71-3DA6-6D61-86F8CB0FB3D1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7A69373D-ED8A-E146-119E-5469B54B5096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083ED84C-10EA-1171-0535-F697E547F198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9F287DE-E096-0707-0C2E-0B711ED0B7B3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FC76DD72-D5B0-62EE-E1C6-7FC5D3E09FEA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1F5666B8-44ED-5D02-26F5-9B66BF52273B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FB14BE65-A61A-4A5C-DBB7-20085C610765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A25F537D-9BA2-37C4-43C4-2DC6C9ABD78F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7F277A95-3751-2834-2099-C98AB1F0919F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6BE74D3B-62A7-7771-9E61-D04D7E2136FC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4E165EF4-9B4F-3A76-4797-E215C4DAA3C1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32F3ADA6-BAB9-DC3E-36D5-DF8D03A94A5F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F5EAD309-9EE4-0CF2-09A4-22EB32E39D54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716140FE-80D7-3ED7-88A6-C6DF77FD0739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B13FB567-9268-917A-42DD-0D78ED07938F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FC51F78F-32C1-55AF-1960-41F5B6C241D5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F1475F53-B6A9-0F94-2160-0C6407974933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02AEF06B-039F-8549-3E21-552E1F1E373C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881C46D0-A0C8-4B2B-3C8D-A20F7A79D253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927DABCF-2FD7-3D7D-44C1-B927B9D93D44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C1371A31-0CCF-974A-5EA0-8AE2DD7E69B7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AFCF9085-87C0-6CBA-EBCD-E9BBD31FA720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257D8C0B-6B3C-F2FC-D0AD-99AD0FA41BBF}"/>
              </a:ext>
            </a:extLst>
          </p:cNvPr>
          <p:cNvGrpSpPr/>
          <p:nvPr/>
        </p:nvGrpSpPr>
        <p:grpSpPr>
          <a:xfrm>
            <a:off x="6189300" y="258723"/>
            <a:ext cx="651600" cy="540000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F3C98C14-2CEA-0562-1F14-6A11568336B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868D2C0E-3071-62E2-C2E9-4982B38DE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0097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974AA-B05C-2B25-66BD-F926050DF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E54062E8-469A-C7B7-0004-4DDACD897B41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E1E681E-3CBC-63FE-3ADA-B220737EF651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07C3E80-2F0F-BB4C-A5F5-8CC6F718433C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3850441-45AC-6DF2-42BF-3C47FA740449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964F9A9-CACD-0CFB-B996-3559B175D01B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ACF09AE-67E2-B31B-593A-21BF28649F92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73F5622-0C02-36DE-3444-8A26E417DAFD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6BA5BCC-8D18-31C9-A558-A8DC2E8894D4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63DE763-0310-6DFB-C136-3F8EED42F7BC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7B39FD1-8E7D-AA87-3266-8A53BDF4AD2A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EC758B5-E38B-281F-FE4C-8F637C32E1DA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25F614BC-F131-64A4-C12F-AE88ABDB89D4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422385A-DD16-90B0-2F40-C9D4C99954DA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53C2CA3F-E5F5-1B44-4D27-B75E4B50EC67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6B0E2F9-DB8E-65FE-1970-804AAD18513C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8C6A757-6A16-AFC3-8B78-F473974C587F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C68AEF8-3822-FD47-9BC7-670260590BB1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6229960-E00B-18EC-3ADA-48CCE28A442F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475DB53B-8495-987B-CC38-7C7E3B885B7D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6C5C247-2887-C14E-8918-96EE9FF4DC0F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702EE9DD-D816-61A1-0278-E53B9D20B499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87EA2264-80BB-4DF6-6CCA-82239A14AD7C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B72B66F9-1177-9259-99F0-55A238F9C6D5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1EC4D95E-DA1B-47B1-BC59-14AF4C59E5AA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BF6B0707-AF7C-B779-A368-9DCDD6B257CB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F4CE5811-7DEA-9B27-01DC-F1022724B162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E428F6D3-A441-7F48-09B8-30FB1526703F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1268094F-CA30-5BF9-1CD0-992166416A19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A95414AD-C0AA-F694-A7A9-27B5A1D35E42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ED0F0935-BD86-5F65-172A-62BD5EC4074C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EF5D9252-1B99-97AC-1A51-BED4C9FF980A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219DFD43-3E35-1EAE-A4B4-ECF4C6F9B3E2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28B4C73F-0AC0-0ACF-A0CC-2A52C76CCAE7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B8E4AA3F-1824-A93B-872A-0CC0A99672AC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2F176BCC-791E-A0D0-BEF5-A5DF9698C2F6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F6DF8BB7-72B1-1A71-02FE-EA74CB753F62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F600BA8B-CE1A-2AD9-DA89-40EBDC7197F8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29224F48-65D6-2715-91A6-E26AD456890F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6C00E2A8-1C4B-9096-BA18-9A992464695F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57A2409F-AC0F-EF75-8E9C-DF8855776E33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A8FDEA89-7CFF-54C2-D5C0-385B1302593B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47C3CB45-BD78-E946-7413-B5D3CEB56D45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A4AFA6F6-2A17-BBE3-AEB0-113CFA30F500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E38172EC-7534-5F00-83AA-7EB18A8C84D2}"/>
              </a:ext>
            </a:extLst>
          </p:cNvPr>
          <p:cNvGrpSpPr/>
          <p:nvPr/>
        </p:nvGrpSpPr>
        <p:grpSpPr>
          <a:xfrm>
            <a:off x="6189300" y="258723"/>
            <a:ext cx="651600" cy="540000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AB79F575-7521-81A2-3124-F73A4182ED01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E7B81ABD-1331-E0E0-C008-25E082229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9895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753DF-736E-4033-3E8D-50D877C0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418BAE1D-E88A-D779-F7DD-F5F2954EF44A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50DF376-52F4-F5A4-0946-CC250BF96778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50B6BA6-F948-0E27-03CD-C301BCA53D42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5E6E78E-59E0-6756-93D4-1734082CEA6B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6EB5EC6-9927-24DF-960A-FC664D9FC44E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EC27A73-32DA-97E3-9C6C-8E726849CBBE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A9CF58E-6D21-F2B9-BE47-7C78F99CF3A7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841AE92-7ECB-4686-095D-063F1289A91E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4FC3985-F811-1037-9817-0F01C31E2C7E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19C359A-93D6-8DDB-02B0-D9AC0D285C7B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C9324FD-777B-6ECC-B605-CBA5103CD20A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5BB46E7-595F-CF29-88AA-31163A91DF5C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0B64BD0-56C5-29B1-771F-6DF3976070D6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EFC16FB-E2EA-690E-F33F-3DB31F364BF2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A317E9A-1E6A-7D62-4864-2B233BA8CD95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D4F058A-19A9-98A9-1DF4-257F21AFE4B2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C464924-6B89-D0B3-597D-8FBBCDC5F477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CA2114C4-F732-EB6B-F75B-1B07A4A495F2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4FFFDB5F-5365-B3EC-1A9C-ACE8B64C227B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D7EC118F-2DAD-E8AC-1250-923F7AABDCE2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9F06F3E7-5BD7-FD6B-F83B-CE7C0766E642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A9C8D18E-9568-7B9A-477B-CC3557EAF829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84CD3671-2F60-E546-2C79-D33CDB3ABCE0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BD8A6802-46AA-3DE5-4B61-CC7B52E6D8FA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4DF81E86-30BC-60C4-44D0-785ECE4A3F44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1EA1CB07-E1A7-393C-C7AB-DD61E058B4FA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65A0B037-8829-E6A4-AAE7-17608E061C7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04CAAAB3-D446-045C-C910-13C3632B3FD2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ED058792-D5CC-C611-8BC0-D3AFFC1B2964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64E0FF7D-5C0C-9D80-A816-5B411F4750D4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AD207B7B-FD85-1AAC-EE80-11A553E033F2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34035553-415F-125C-62AB-386A190711BD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5E50FF90-71C3-EF3C-0452-833E330AF212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979C6F62-9C9E-54A0-A26E-482095B3862C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13A7EA54-6D68-7A94-63F4-3A87E7BC3DB1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5DA228F9-752E-5264-FB54-4E1DC99609A6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4A610CAE-7FC9-4A67-DC1A-170BEC1AB88D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A2C6C2C9-51EC-D3FA-E5F5-4346167032B9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20E4D719-8B68-EC54-2810-495012D72E8A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7709060B-A462-FE20-0CDE-AB107F0E6A8F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9C44BF5A-CEC5-45ED-65C6-45D6FFD9E2A7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B5EFE6BE-68E9-7130-99ED-7A928CD52A64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09641CE9-0588-EBD0-F430-23029A4090F0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C1886E89-BA3B-7BDD-10B5-650555D0DF6F}"/>
              </a:ext>
            </a:extLst>
          </p:cNvPr>
          <p:cNvGrpSpPr/>
          <p:nvPr/>
        </p:nvGrpSpPr>
        <p:grpSpPr>
          <a:xfrm>
            <a:off x="6189300" y="258723"/>
            <a:ext cx="651600" cy="540000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3AB99023-7974-A25C-9DA6-87200CCC53D3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D0FB0C71-3AC9-0389-8279-58BD918D1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0240B06E-B0C9-7907-F7CC-8B1A2231AF7F}"/>
              </a:ext>
            </a:extLst>
          </p:cNvPr>
          <p:cNvGrpSpPr/>
          <p:nvPr/>
        </p:nvGrpSpPr>
        <p:grpSpPr>
          <a:xfrm>
            <a:off x="3384384" y="1651411"/>
            <a:ext cx="651600" cy="540000"/>
            <a:chOff x="217350" y="639497"/>
            <a:chExt cx="6516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971B359E-FF66-86A8-0999-15A5A42723C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90CDDFCB-2D09-AB4F-4B67-E54795CFD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8F3B0FCD-08E1-ACD0-B93A-3A9675ED5CC2}"/>
              </a:ext>
            </a:extLst>
          </p:cNvPr>
          <p:cNvGrpSpPr/>
          <p:nvPr/>
        </p:nvGrpSpPr>
        <p:grpSpPr>
          <a:xfrm>
            <a:off x="6910809" y="1629750"/>
            <a:ext cx="651600" cy="540000"/>
            <a:chOff x="217350" y="639497"/>
            <a:chExt cx="6516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B220B619-6C48-0E9A-B7EF-46B13AFA52C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2544DC10-4E83-0748-6040-5D8F1275B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BD8B5E0E-6B7C-00DF-F0B0-F0DEF39A6A19}"/>
              </a:ext>
            </a:extLst>
          </p:cNvPr>
          <p:cNvGrpSpPr/>
          <p:nvPr/>
        </p:nvGrpSpPr>
        <p:grpSpPr>
          <a:xfrm>
            <a:off x="5255100" y="1629750"/>
            <a:ext cx="540000" cy="540000"/>
            <a:chOff x="1048950" y="618723"/>
            <a:chExt cx="540000" cy="540000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ECA57719-18EE-47D6-DC4F-08E167A3317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59DD4EC7-959F-1B4C-466E-F3DA61642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6F6F32D4-B62D-7542-D187-BAC5EAE5FA24}"/>
              </a:ext>
            </a:extLst>
          </p:cNvPr>
          <p:cNvGrpSpPr/>
          <p:nvPr/>
        </p:nvGrpSpPr>
        <p:grpSpPr>
          <a:xfrm>
            <a:off x="8794059" y="1602062"/>
            <a:ext cx="540000" cy="540000"/>
            <a:chOff x="1048950" y="618723"/>
            <a:chExt cx="540000" cy="540000"/>
          </a:xfrm>
        </p:grpSpPr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FF20FC9C-76AF-BC52-28A0-F1C2F95C6EE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56F18C88-1489-6C0A-B385-3A59F92F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3412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A91E1-77CC-8838-C99C-866D7364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B79DD573-E2DC-9718-6762-1CE5CE79255E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0B46FFC-513D-831F-1982-D40E0E8BF265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DCCE771-A909-F676-63C9-F9EB447EBDCA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DADB225-81B4-92E7-8E6F-9B61DD13AF43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CF3B47B-CA64-4C3C-4B8D-DE8FF2A59740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CA8F978-0C37-53B3-947A-87E8B200FC13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263B575-DE5C-6025-521B-87DFD430B102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2E8374E-CD37-5519-633B-E2E492DB98BB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46EFD93-0275-483F-F6AB-57781E178E4E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422451F-90A4-5417-A1D9-75551C2C7DC1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346B4F7-DFFB-0312-1033-1E610000A23D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DEA30DB-F7EB-E03E-5E54-7D4EEA082F56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C9CF87E-73B5-5B3E-6D42-93349F5A1575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4791521-9D19-B60D-2A42-18602002604E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CE7D85A-D943-6403-73FF-8951AAF49358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A6998D5-51FC-FC7E-4868-0285871984A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C439F1AF-38A6-1A88-334F-0C2F85428039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9A29655B-1C5A-8A2B-3176-9783E91ECF70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FD1E7958-B9F2-FFBE-E261-7E116436CBEC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20A6BE3C-23D3-2CC4-9FBC-F8DCB9592E8F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C0C5A9B0-C4E9-45BE-4A64-70025EE9F5D0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E363C5DD-F2B5-96A8-85C5-CFFF58AA0998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0598F9C5-29EC-65EC-63DC-80F40C243308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AEA988D2-5F16-9544-4D52-7ECA16F06317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7C7E7B4-6FE0-3BCB-647C-949CA460DD44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C7B7BCE5-BC5C-B007-F0AF-10ACBCED89F5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8FE0C18B-9483-A52C-8821-C500EA6B67BE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FBBA6E09-307F-1025-82DB-3453FCD7707D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548CC2FA-2733-9766-CC69-83B6048B054A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B1DDBECA-35A4-4A8A-4F25-A9CDC7D11A0E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53CEE82B-C920-8A51-DE9C-5D8F6F9BA850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0892BE50-7E9E-6936-EFF9-EB7E65E9BD02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2A4BABF8-9517-CDCA-DBE4-60389AA832F0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F146FF37-D5BF-6C32-E468-5DC63D3359D6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E3BF137E-E56B-C35F-E417-E2A6DF7D96F8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1491A9D7-F6F5-E536-D049-0C7AA6CC70BB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B4CF1B15-95B0-37CA-C26C-E3E5A6D9EADF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2DCAE9D1-7812-BFBE-6F8F-3892FD5FB4CB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D710E6D3-0849-AD86-758C-51E98E5EED45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61BCB219-9BFF-1098-EBD0-9E0828E3256D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C5A786C6-C2D2-FFDD-36D9-D2CF86DB2829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56F02B5A-358E-2670-576F-5226F45F901A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76EC8886-DF24-6894-8F57-65BC04211C59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789560DD-7424-210E-F438-4545CCAA4218}"/>
              </a:ext>
            </a:extLst>
          </p:cNvPr>
          <p:cNvGrpSpPr/>
          <p:nvPr/>
        </p:nvGrpSpPr>
        <p:grpSpPr>
          <a:xfrm>
            <a:off x="6189300" y="258723"/>
            <a:ext cx="651600" cy="540000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3C931B89-9096-A514-A9D7-0D2EEED4E10A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9238B50B-5115-B4A9-6B14-E34A59024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FC4195FA-B6AF-A014-0FE9-2F6648980C6D}"/>
              </a:ext>
            </a:extLst>
          </p:cNvPr>
          <p:cNvGrpSpPr/>
          <p:nvPr/>
        </p:nvGrpSpPr>
        <p:grpSpPr>
          <a:xfrm>
            <a:off x="3384384" y="1651411"/>
            <a:ext cx="651600" cy="540000"/>
            <a:chOff x="217350" y="639497"/>
            <a:chExt cx="6516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FA9DC9A2-C4AD-D9BA-803D-8103D693455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8D0B4549-965D-6220-2AB3-F7B684F7C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768E326B-57D0-A9A4-2E73-8ADE66AAA0EE}"/>
              </a:ext>
            </a:extLst>
          </p:cNvPr>
          <p:cNvGrpSpPr/>
          <p:nvPr/>
        </p:nvGrpSpPr>
        <p:grpSpPr>
          <a:xfrm>
            <a:off x="6910809" y="1629750"/>
            <a:ext cx="651600" cy="540000"/>
            <a:chOff x="217350" y="639497"/>
            <a:chExt cx="6516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63BBA3ED-6397-2C93-90EB-ACA877365B6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346F6DC4-3E55-616D-5CEA-AD8EEE267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B3E58AE6-F46C-1416-8899-DE30731137E6}"/>
              </a:ext>
            </a:extLst>
          </p:cNvPr>
          <p:cNvGrpSpPr/>
          <p:nvPr/>
        </p:nvGrpSpPr>
        <p:grpSpPr>
          <a:xfrm>
            <a:off x="5255100" y="1629750"/>
            <a:ext cx="540000" cy="540000"/>
            <a:chOff x="1048950" y="618723"/>
            <a:chExt cx="540000" cy="540000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7633B66C-A05D-CBCB-8745-1A5688AB896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80753481-9337-343F-441F-5C695D94A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A2374365-5ED9-650C-B387-4EEC2308A0BF}"/>
              </a:ext>
            </a:extLst>
          </p:cNvPr>
          <p:cNvGrpSpPr/>
          <p:nvPr/>
        </p:nvGrpSpPr>
        <p:grpSpPr>
          <a:xfrm>
            <a:off x="8794059" y="1602062"/>
            <a:ext cx="540000" cy="540000"/>
            <a:chOff x="1048950" y="618723"/>
            <a:chExt cx="540000" cy="540000"/>
          </a:xfrm>
        </p:grpSpPr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7AE43C74-ACC3-00CA-51B9-6158B77184B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8002D18F-DB71-958B-4425-DCD0D707F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5984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136D-1C5F-4AB1-CB9B-34EA7849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C364D133-7AA4-E41E-B5B3-E594B064A701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922822C-B8D7-34D9-E600-5115CE9A60F2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A5600F1-C71E-AF14-1E7E-A63AF54C60BC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C870C8C-4D52-9906-D695-30289124F24D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0CEEAAD-2A30-CB85-4D9B-F814BD9A45F1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2EC3ECF-469D-7C27-0CD5-06C933CF35EC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476F1BE-D142-FDFB-C08D-4A9E2116DBB5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7682A08-CB9B-0B84-A803-FAD4F8DB1D09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2B2B9C47-43EE-29FE-A028-E258E85B8CA5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BFD6808-A051-272E-BE29-07D07F4A0599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6A94AD0-9BA0-9B98-2139-37A10263D3AC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3F724D0-6F94-9DEE-33FC-41406BF72C63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1F25AEB-21BF-59A4-FFDA-B1082458F63B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FACDF02F-9A68-B3DA-9B1E-C1D28641222B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3E6360B-18DC-7285-0B22-294E8BA96195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7ACBE22-17B7-B7B6-7BFB-00654B1D294B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0256BA06-7A25-FBA4-B91A-64D503C92F8C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50B54C6-4B67-D10D-DE24-8CC902D8B7FD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C2E9FBC-9130-9876-7967-2B8E4716B07A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A0336DB7-0882-E350-A08E-A61F37A91632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8C35810B-9A0B-3A85-B209-10F6ADA3E56A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B5DB6F38-1F16-CE25-DEE3-E92006ECB4A4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7B559A72-0979-23CA-5DD3-A31AD2905ACE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52E40550-48EC-50A9-7785-7123BA201AE1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F2532A18-D541-CC13-402F-91D149A63EB9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8E996AC6-E151-8815-5246-CE11CD591183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B773CC0A-A498-E1E0-94A4-D56DC4A3AA07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421E6D35-390A-94AF-8E9F-6714C2C6211C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754CDA83-5679-FBA0-0EA2-7CDC4CBCA566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E89974BF-DFE3-5092-BCC5-EFD7D97A6F50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856B2E85-7BC6-1E2F-DA06-7A232AE54AEE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38FE3EA0-5331-DFCC-1A7C-030A8B7FB649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C5F1F614-5EB7-5126-845E-E3CAD7A45917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1488F653-936A-1B32-EFAE-379E54EBAE4F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981DCA3A-6E1E-D012-1CED-9BDA0220E3EB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33F67193-7F51-AB53-1D61-D6E75B204558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EB15D1E6-04FC-DAEE-0E89-6095501C18DC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DDC8A3CE-3263-F55B-FA6B-42F53027C42D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932071DE-FFF7-C8BA-6CDC-DE74BD39C459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9180B80F-B686-F944-0F73-0C8A957D140D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3A1A4D80-5545-2B46-38C4-FD3F5E684B4E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B674CAFF-C466-D067-4122-1B68C177F98D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E56D2C7B-65AF-9CF7-BFA5-3EF5FECE7136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2457B55F-E0B5-5E4D-6DAB-D8602A4A46BF}"/>
              </a:ext>
            </a:extLst>
          </p:cNvPr>
          <p:cNvGrpSpPr/>
          <p:nvPr/>
        </p:nvGrpSpPr>
        <p:grpSpPr>
          <a:xfrm>
            <a:off x="6189300" y="258723"/>
            <a:ext cx="651600" cy="540000"/>
            <a:chOff x="217350" y="639497"/>
            <a:chExt cx="651600" cy="540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E8AF39F9-B0BF-11ED-3BF2-63FEDCCF3D8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0D7A57BC-CC43-EFA6-A967-1F40D67C6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326C9AA7-33AD-B35F-EEB7-C868CCF12D40}"/>
              </a:ext>
            </a:extLst>
          </p:cNvPr>
          <p:cNvGrpSpPr/>
          <p:nvPr/>
        </p:nvGrpSpPr>
        <p:grpSpPr>
          <a:xfrm>
            <a:off x="3384384" y="1651411"/>
            <a:ext cx="651600" cy="540000"/>
            <a:chOff x="217350" y="639497"/>
            <a:chExt cx="651600" cy="540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52D7CD21-F1B1-9921-A9D7-D6FE5B8A67B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0DB2B670-1B0F-2FBC-3C43-73C644961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53502C5B-F282-E32F-224E-F33AF8F39E8E}"/>
              </a:ext>
            </a:extLst>
          </p:cNvPr>
          <p:cNvGrpSpPr/>
          <p:nvPr/>
        </p:nvGrpSpPr>
        <p:grpSpPr>
          <a:xfrm>
            <a:off x="6910809" y="1629750"/>
            <a:ext cx="651600" cy="540000"/>
            <a:chOff x="217350" y="639497"/>
            <a:chExt cx="6516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C4744DA9-5A40-9060-17BD-C084F02CEC5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7FFE33AC-9C0E-A6A8-4ABF-74842A64C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2758CBAC-C3E0-9069-8597-318154AE34C8}"/>
              </a:ext>
            </a:extLst>
          </p:cNvPr>
          <p:cNvGrpSpPr/>
          <p:nvPr/>
        </p:nvGrpSpPr>
        <p:grpSpPr>
          <a:xfrm>
            <a:off x="5255100" y="1629750"/>
            <a:ext cx="540000" cy="540000"/>
            <a:chOff x="1048950" y="618723"/>
            <a:chExt cx="540000" cy="540000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92B466E6-1AE5-0347-3C18-13C4E0D04EF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89E8FCA6-0CF9-2011-98C6-52C1AB1E8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753EFC40-3D0D-3823-C705-F4E2A12FA57A}"/>
              </a:ext>
            </a:extLst>
          </p:cNvPr>
          <p:cNvGrpSpPr/>
          <p:nvPr/>
        </p:nvGrpSpPr>
        <p:grpSpPr>
          <a:xfrm>
            <a:off x="8794059" y="1602062"/>
            <a:ext cx="540000" cy="540000"/>
            <a:chOff x="1048950" y="618723"/>
            <a:chExt cx="540000" cy="540000"/>
          </a:xfrm>
        </p:grpSpPr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272D3DE3-5A3F-63A1-73B6-5909E300DA8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6C4A3339-F432-5912-4DCA-8AC280E4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A04E10F3-E06E-F8D8-25FD-DE4350AAF8BE}"/>
              </a:ext>
            </a:extLst>
          </p:cNvPr>
          <p:cNvGrpSpPr/>
          <p:nvPr/>
        </p:nvGrpSpPr>
        <p:grpSpPr>
          <a:xfrm>
            <a:off x="3831667" y="3061112"/>
            <a:ext cx="651600" cy="540000"/>
            <a:chOff x="217350" y="639497"/>
            <a:chExt cx="651600" cy="540000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0A715C56-2CAD-01DD-32C2-636A006803C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0" name="Grafik 49">
              <a:extLst>
                <a:ext uri="{FF2B5EF4-FFF2-40B4-BE49-F238E27FC236}">
                  <a16:creationId xmlns:a16="http://schemas.microsoft.com/office/drawing/2014/main" id="{31325718-8F68-4BA4-0BDC-10C56AE16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8161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ACDEB-164E-62D9-2B37-BB352FDDD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D7D33BDF-61A7-26FA-6573-355E58F386CA}"/>
              </a:ext>
            </a:extLst>
          </p:cNvPr>
          <p:cNvSpPr/>
          <p:nvPr/>
        </p:nvSpPr>
        <p:spPr>
          <a:xfrm>
            <a:off x="4779825" y="2638425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777C239-05BD-E58D-20F5-9A673AA3DC79}"/>
              </a:ext>
            </a:extLst>
          </p:cNvPr>
          <p:cNvGrpSpPr/>
          <p:nvPr/>
        </p:nvGrpSpPr>
        <p:grpSpPr>
          <a:xfrm>
            <a:off x="5803342" y="2480087"/>
            <a:ext cx="651600" cy="540000"/>
            <a:chOff x="217350" y="639497"/>
            <a:chExt cx="651600" cy="540000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0701514-32F0-3617-82F6-58C278713F1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FC3CBED6-352E-82FA-86BB-97F197A95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25" name="Titel 1">
            <a:extLst>
              <a:ext uri="{FF2B5EF4-FFF2-40B4-BE49-F238E27FC236}">
                <a16:creationId xmlns:a16="http://schemas.microsoft.com/office/drawing/2014/main" id="{32BF9CA2-A664-F042-8D24-20639A527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274" y="-206375"/>
            <a:ext cx="4229101" cy="3378200"/>
          </a:xfrm>
        </p:spPr>
        <p:txBody>
          <a:bodyPr>
            <a:normAutofit/>
          </a:bodyPr>
          <a:lstStyle/>
          <a:p>
            <a:r>
              <a:rPr lang="de-DE" sz="8000" dirty="0"/>
              <a:t>Ergebnis:</a:t>
            </a:r>
          </a:p>
        </p:txBody>
      </p:sp>
    </p:spTree>
    <p:extLst>
      <p:ext uri="{BB962C8B-B14F-4D97-AF65-F5344CB8AC3E}">
        <p14:creationId xmlns:p14="http://schemas.microsoft.com/office/powerpoint/2010/main" val="1423758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02BD7-8C57-C02C-0F35-4AC1FCC9E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8DC640-1554-3B5A-C0B3-A3DDE49C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148" y="1584325"/>
            <a:ext cx="4800601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Bottom Up</a:t>
            </a:r>
          </a:p>
        </p:txBody>
      </p:sp>
    </p:spTree>
    <p:extLst>
      <p:ext uri="{BB962C8B-B14F-4D97-AF65-F5344CB8AC3E}">
        <p14:creationId xmlns:p14="http://schemas.microsoft.com/office/powerpoint/2010/main" val="3366607050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E7ECA-6A1C-E1C0-24C6-F2CA2C30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026A566-CB53-16B1-B730-FF59182F35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</p:spPr>
            <p:txBody>
              <a:bodyPr>
                <a:normAutofit/>
              </a:bodyPr>
              <a:lstStyle/>
              <a:p>
                <a:r>
                  <a:rPr lang="de-DE" dirty="0"/>
                  <a:t>1.) Starte mit unären Kandidaten </a:t>
                </a:r>
                <a14:m>
                  <m:oMath xmlns:m="http://schemas.openxmlformats.org/officeDocument/2006/math">
                    <m:r>
                      <a:rPr lang="de-DE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i="0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br>
                  <a:rPr lang="de-DE" dirty="0"/>
                </a:br>
                <a:br>
                  <a:rPr lang="de-DE" dirty="0"/>
                </a:br>
                <a:r>
                  <a:rPr lang="de-DE" dirty="0"/>
                  <a:t>2.) Generiere Kandidaten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de-DE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nur</m:t>
                    </m:r>
                    <m:r>
                      <a:rPr lang="de-DE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wenn</m:t>
                    </m:r>
                    <m:r>
                      <a:rPr lang="de-DE" b="0" i="0" dirty="0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i="0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de-DE" b="0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de-DE" b="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br>
                  <a:rPr lang="de-DE" b="0" dirty="0"/>
                </a:br>
                <a:r>
                  <a:rPr lang="de-DE" b="0" dirty="0"/>
                  <a:t>      invalide sind</a:t>
                </a:r>
                <a:endParaRPr lang="de-D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026A566-CB53-16B1-B730-FF59182F3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  <a:blipFill>
                <a:blip r:embed="rId2"/>
                <a:stretch>
                  <a:fillRect l="-20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feil: nach unten 10">
            <a:extLst>
              <a:ext uri="{FF2B5EF4-FFF2-40B4-BE49-F238E27FC236}">
                <a16:creationId xmlns:a16="http://schemas.microsoft.com/office/drawing/2014/main" id="{F38DE6E3-00A4-9DF5-2030-A5B5228F6C46}"/>
              </a:ext>
            </a:extLst>
          </p:cNvPr>
          <p:cNvSpPr>
            <a:spLocks/>
          </p:cNvSpPr>
          <p:nvPr/>
        </p:nvSpPr>
        <p:spPr>
          <a:xfrm flipV="1">
            <a:off x="5038723" y="4200523"/>
            <a:ext cx="1800000" cy="16200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7104255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D3231-36B3-D11F-DC56-0EE7A83AE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E0E1C49-779F-0C26-C998-DA6F3206637A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B9575EE0-C4D6-BF1C-EF86-E4C3724F43F5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6396E62-40DF-89B7-AE09-5E475471A2F3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17050A39-34F1-8AF3-69FE-42FD702861BF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2B05443-538D-0A0E-B8CF-B3B22A1A5D8D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C4911B3-AFAF-CBA1-84E7-F058627A5CE2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CB322D4-C0DE-4620-4530-11C2B85D9391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609A1CF-BB48-531D-606B-270E4A124046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F5ABF64-865F-ABAD-FD76-5B4313CFF490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4450B56-506B-42C7-345A-CBE233F8A9FB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2C647AD-6E23-75B0-3359-16A065B91586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67DA44AE-79D7-8F00-B192-3154A62C1083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AEFF6F6-0A6F-93A5-0D88-694D78CFE7C8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A4CB09E2-6B15-2F24-E8B9-1AFFD5E0198C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FA27331F-EB6B-23B7-0287-5E4DE60E40F3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F05BD9B8-127C-E1D0-407B-92C0D5B52B35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49EF449A-5C8E-30F8-A1B8-A4B38C2D846D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9C01FDB4-2ECC-B592-2B93-DE4D89CC763E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09F7FB8-6C62-730C-E2D6-BD8EE4FF252D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1FEE8004-AFAC-E5C6-DA0D-11FABF43B6B0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E3FF4434-9AE4-E831-E28B-99D74D27AB51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BA064B42-D5ED-F2E3-ACDE-A02EEA276AB6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7A2F5D47-5ED2-FFFC-32A3-30E399DC419E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0FD57AEA-8A82-DA50-D0F7-41F05BAE93BF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B78CB110-C662-4313-911D-7E2DE717FDF0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AC5E3F4E-82E5-33E6-BF97-FF0B36AC2398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AF35D8FC-B501-FE92-2CF2-2075379098B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FB28C89C-17F4-9B96-06FB-9FFAE9347051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0C56EEAE-7544-9A39-0EA0-DFC6EA8B08AF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795F5BF8-C6CA-6213-F66B-B6B644B8B015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5155ABD5-531F-CD57-3A2D-7AED0AB4BB7F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35B07225-988A-F14A-C6AD-17F961BE52BD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BB395903-983A-A25F-D700-F8391B1E7572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2DCD6A50-1B65-BF84-C019-9A45869DAE9C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A630AE17-4EBF-BAED-662F-FFA08EDDA7BE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B4340721-17E2-4E2A-ED67-10898082A040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4313B3EE-E760-8F08-729F-36BEE6D3C235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FCF54709-D5C6-82CE-8747-E26E32867AB9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CD615DB8-76B9-7D19-D3C1-B497618FD610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3BF91D82-7594-5054-D204-B24BB21C340A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A24D71B1-F3BE-A14B-FD06-DAFD51304FA0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9A891A1D-4352-F0DF-206D-C46D99744682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57A385C8-CE44-F228-7B30-B39B81024016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638058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2B62A-1574-0196-C4A6-ED6EEAADF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03377574-5FCB-BCA7-F86A-DE8FA05DEC4B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078E7D6-F658-98C6-EA42-B8F27898D61D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E1756FE-584D-9179-0602-3D7FD2EA0CDB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A8F795A-4B73-128A-4C4A-62AB2785EC6A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CF87256-1318-554F-0298-7F5826B6DB47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A309FCE-EA08-D96D-0782-32FAF68CFDE1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68455D4-0FD8-BE62-0CA3-1E5C53E07992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A0D5E00-1448-108C-352F-AECA92FD0EB4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41C5CC5-A11E-08CF-A5AD-F675AC42ACA6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D65771B-1588-9DE9-EA3E-8DD3DE5C8FCE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1C5D407-0FE9-52FC-5063-7A64C3992079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F35DF22-B9A7-4998-8159-0F63F34C16FF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9E7B02F-D471-8A74-F7C4-5C338570489F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09EB357-138F-2C06-88BD-19E28C378382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7F74208D-B04E-419D-B21D-0E4AB8E44B48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23B43DA0-A26A-B060-93EC-67F3DCA0509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BA5919D7-2AB1-0E81-24C0-DEEF14E9B94F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C5CDE86-1207-40B1-8237-B8CF917CFD16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E38F3238-3A70-D599-7457-34B197A6AA8E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1C29784D-DC04-0472-AC4D-DB9A9FF74F09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AEAD57F6-0C6A-7952-C5DA-531EB1FF536F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1286CFA6-B2D9-9A26-96E3-A89C2322F763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755F0F28-C7D2-E02F-5F66-5131DCA0E92D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E4B73D0D-AD26-8CE8-310E-3A74AD6E621B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E68135C6-68A1-2CAE-CFB7-2FE0EBE91D79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8564D542-0456-E4B3-1577-2A9063C125D6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CC45EFE1-A9BB-4060-8099-E3051B85A857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8DA05679-A9AC-E783-3241-F06BDDFFAF3E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9CD16B61-686C-00E9-EB42-510CDCEF38D5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AFED954-CA72-59BF-0F19-BD3E052504E0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AE1E987E-F972-274A-25C3-04116FF44A3D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66BE7D8B-8029-A45E-F47C-D219C26EED38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D277D597-F37B-7C92-4A0B-CC7B9709F0E7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BBFFA4FB-1BF3-4FE9-E4C4-A400D8805221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1A612D89-8E43-A94B-CE09-54610FEC0BB5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31DFB5FC-1EEF-AB9F-87B5-DE042F8E0ED2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160877B9-850A-230C-F216-DDFF0F3B35B8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7DDFD9D9-183D-CEB1-2754-68ED4D818F43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B28C9B1F-BFD9-ABAA-8FC3-AE48B2CB9DE9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803193B9-1EDF-4E50-94D8-04E1274156C6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88539F79-8BB0-7DBD-93FD-D2A38206BC14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5ED67779-4548-56AD-83BB-36F18E445117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126FDB40-BC01-2D7B-9027-561A504F2CE5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799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0A0D5-890F-3BBF-8FB7-96D4C0B2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2765658-9DF0-4EDB-24DD-820247778F2F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DA70464-7C35-1F1A-D0CA-584DDC3EA134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5F4E346-923B-4A29-3E59-4AA6474B0D68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D5DD8D9-33F8-E9D3-C42A-C96C1FAF4FB7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FA2983E-0FCB-EDF3-759E-B1A5E5F92B3C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05E86CC-D478-907B-52D6-EC33EC99E2D3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7DD1DEA-9964-B56B-F0B7-E70B0969302D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CB4FD8D-F23E-AD21-10B4-CE3484AA368B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E155684-D1BD-64A5-7DC6-DAA4B18BDB3D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7548C9A7-9687-9306-6796-FEF1F16584ED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F6AFC95-2943-F134-4C42-95638D63970D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67FAEAA6-AC82-3713-C0E8-5AEDA7534B68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011CA17-D54D-055D-11F0-74A902BECCA1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433C516-F68F-46BF-6752-FB06F221239B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9C97FEB-2F0A-509E-D741-891EBD2CD1D5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52BFF9C1-9F67-3CA6-1264-E432AC3D090E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A8F016E-05FD-F2A9-AC97-AC06D2AA3454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4D1E0B3-BA3B-C59E-ACFF-D5BB43F5AE35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C068D27D-4BFC-88FE-4391-715E7C5E8ECC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9AB467EF-9DE2-BD31-BEE3-8549EB3800E3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653F86C6-C298-F5DB-1D12-311B0D8C926F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7FC8D468-92D5-EA65-16FC-2F24E2B8BEB3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D723C4C2-9D7B-41BE-D16A-CFD3E2846825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428C81CD-4B9A-5582-651C-86DAE33DFB02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0B94C532-CD4D-030F-BC8F-074FC1F30CCA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92B869B0-4BAF-33EB-396B-32F78778E9C0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083693D1-73E6-A35E-A419-632E054543AD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B652C56F-F792-DB17-E5ED-3424869038B7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48B93F9B-082E-4160-9C18-BDBEEA57BDE6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D99EED15-A1B7-1AB4-816A-822F65CBA9B3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15C17C4A-7837-B1B2-7E01-F5D69CABD1D0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94C109AC-102B-6E7D-2363-C7CBCEA77DA4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C42D88AE-8C1A-3E31-D68A-7659D2BE17C0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25966015-221D-A573-AB3D-3173CEABF609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5E97B659-3163-4563-A606-1DB558B6FA13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0A2BFABE-C7E6-CA2E-11E8-A29082363262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E8A4C213-7AE1-FCDC-136A-932F3D72CB66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78B90EDD-CE15-1508-89E5-C35092887F78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FD3A3754-5384-E1E2-FA4A-40D7FFF81253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4FB7923A-55D8-2BFC-369C-9A7F7E3FD39C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DA79A4AC-918C-04BD-E7C8-38589E7ADAA0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B1867A2F-9E8E-BE32-17C0-3EC084A288DD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C85B6EC6-2EFD-7FAB-F792-F9302BDD31CB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95D5F5A-4CC6-D0AC-9BE6-7355FCBCD017}"/>
              </a:ext>
            </a:extLst>
          </p:cNvPr>
          <p:cNvGrpSpPr/>
          <p:nvPr/>
        </p:nvGrpSpPr>
        <p:grpSpPr>
          <a:xfrm>
            <a:off x="3377683" y="4634400"/>
            <a:ext cx="540000" cy="540000"/>
            <a:chOff x="1048950" y="618723"/>
            <a:chExt cx="540000" cy="54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19A13A26-F3A3-E65C-75E6-67C6A88C322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9A1B0E62-FE66-E102-03CF-2D7632D1D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81436FE-B87E-C679-3438-68E172270276}"/>
              </a:ext>
            </a:extLst>
          </p:cNvPr>
          <p:cNvGrpSpPr/>
          <p:nvPr/>
        </p:nvGrpSpPr>
        <p:grpSpPr>
          <a:xfrm>
            <a:off x="5218154" y="4634400"/>
            <a:ext cx="540000" cy="540000"/>
            <a:chOff x="1048950" y="618723"/>
            <a:chExt cx="540000" cy="540000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D227D8E1-58DC-2A58-E4AE-F0F85933862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9CBAD81C-40A4-A944-F2BA-775E8E1FC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D66B8BCB-949F-DB1F-91A2-A79C75E61AF3}"/>
              </a:ext>
            </a:extLst>
          </p:cNvPr>
          <p:cNvGrpSpPr/>
          <p:nvPr/>
        </p:nvGrpSpPr>
        <p:grpSpPr>
          <a:xfrm>
            <a:off x="7007100" y="4643148"/>
            <a:ext cx="540000" cy="540000"/>
            <a:chOff x="1048950" y="618723"/>
            <a:chExt cx="5400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99E06746-1297-25E1-0105-DB2636481CF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CF36B9F2-6CB8-794C-9A24-C482BED13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0123CEF-C6F1-C7DE-1EE3-93A4803B4EEC}"/>
              </a:ext>
            </a:extLst>
          </p:cNvPr>
          <p:cNvGrpSpPr/>
          <p:nvPr/>
        </p:nvGrpSpPr>
        <p:grpSpPr>
          <a:xfrm>
            <a:off x="8755650" y="4651896"/>
            <a:ext cx="540000" cy="540000"/>
            <a:chOff x="1048950" y="618723"/>
            <a:chExt cx="540000" cy="540000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FDEB137F-2F9A-5A02-EDDE-33F57D49BBB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EAC5512F-9AFF-6B7F-ED5A-0C5B1D566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7605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89D5-2D37-E96B-0484-F47CF121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3136B9E3-E8B9-25C5-188C-C2968BD5CED2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B99AD2A-D3C8-025A-526C-BEC234CB3E5F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B6E920C-BFCD-BDA6-B517-441547007D80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056F7EF-D03D-2F6A-DCD8-083CD93A990A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022747C-AE5A-671B-7DCC-C15A59ACC2C7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CF46C36-259F-2FE0-9AFB-9C9E33C83D4E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BA4D09D-835F-5F91-5F4B-CEE503415BCF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39B672F-46E4-89B3-D705-5B3B50EEF095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C06D334-CC6E-F10A-5BA6-0B56FA439332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D13D571-B799-50D6-6A47-6BB8C660587A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2C211D7-E2CC-D504-1674-FBA849EB34B4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340C9D57-6AD4-0416-9812-02967C3C9AA2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7640FDB-10FE-A90F-D83E-0851652B5A55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6B6F1D08-E023-FA4B-8737-5BEB45AEE997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6F1E603-9133-3291-3AEE-0D84932F69C0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A602DEA4-570B-52E6-E22E-C4FCE2938761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FDC5FF9-2843-A142-05DF-6052D67893E9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2B3BE32-5D95-87A8-4E9E-06161A09C208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EB65101-DF3D-5855-F4F7-986AB89CFE29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FF1A5DA7-F570-2B01-1671-609F7E1C8E22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CCBD4A11-974F-AC13-01E3-2A2021771628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F78AEA6E-D94B-0CF7-0216-2DD18CAE877D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2AC07E81-FD7A-CF1F-D27B-589A1A743463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F4D13F7F-4CC9-DE9A-D95B-3F2A4FC5265D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75F1A340-0CBF-D275-267C-49B46C6F8A94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1528DF25-6997-FA6F-2BFC-CD9928EC1385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2E1FD4E6-1815-1A0A-F5B1-4580B5CDE87C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4C8C1E35-D95C-9891-8934-ED199EF7318E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8D9610B4-7B96-33B3-37B3-D6F1EB26D8BD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488E4A7E-D500-D953-1DD2-FB34E345BE66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E31DDED1-2D02-AF94-1A7F-5EBBA6639022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0B6B3BE8-D5D2-D4D6-F97F-DB950DE36044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0A159E2F-AAEC-B9F1-7881-0DD121239280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81ECDDC8-FF42-81A4-A7CB-0FC651692BA3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13311F2-B9AE-A5B8-E693-7918FDCCACB1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43B3275E-F3D7-E4E0-46FD-E96FA95C8BB6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570F1F31-1492-136F-7A2A-8322C6219FEC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AA3EC1E8-ADE0-F001-EE38-B63517BEE6FC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B36B835E-9507-75F8-C988-A1B2BE931E51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317C5470-EED7-BD2D-9BD1-5CED4503AF43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99513A65-07FE-7308-62DD-2ADA26D562D0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61F3F765-BC96-0EC6-C9DE-1AB7EC2E4A43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19D0052F-E26F-5173-FF49-640F055CC248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8CA277D-CB02-DF5F-62C4-AD1C6241914C}"/>
              </a:ext>
            </a:extLst>
          </p:cNvPr>
          <p:cNvGrpSpPr/>
          <p:nvPr/>
        </p:nvGrpSpPr>
        <p:grpSpPr>
          <a:xfrm>
            <a:off x="3377683" y="4634400"/>
            <a:ext cx="540000" cy="540000"/>
            <a:chOff x="1048950" y="618723"/>
            <a:chExt cx="540000" cy="54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7A0049A6-DF25-0C80-BC65-9BF81CB5F39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B7DD451B-87E2-23AC-4E30-FADCB8F72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7AF3003F-B712-275B-274B-DEFBCA9C3E3A}"/>
              </a:ext>
            </a:extLst>
          </p:cNvPr>
          <p:cNvGrpSpPr/>
          <p:nvPr/>
        </p:nvGrpSpPr>
        <p:grpSpPr>
          <a:xfrm>
            <a:off x="5218154" y="4634400"/>
            <a:ext cx="540000" cy="540000"/>
            <a:chOff x="1048950" y="618723"/>
            <a:chExt cx="540000" cy="540000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330CED2E-FA3D-F3B7-FC35-F5253435CB72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D3459252-0176-E5C4-87A9-A6425F0F7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DDBC41B6-7DF2-F98F-A234-C01AA3CA1175}"/>
              </a:ext>
            </a:extLst>
          </p:cNvPr>
          <p:cNvGrpSpPr/>
          <p:nvPr/>
        </p:nvGrpSpPr>
        <p:grpSpPr>
          <a:xfrm>
            <a:off x="7007100" y="4643148"/>
            <a:ext cx="540000" cy="540000"/>
            <a:chOff x="1048950" y="618723"/>
            <a:chExt cx="5400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E367B18D-F4D0-CCA3-7432-53CEC8B19CC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D7300BBF-9888-7312-6001-4D55D6BE2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0731497F-448E-4BA3-193C-859207BC9757}"/>
              </a:ext>
            </a:extLst>
          </p:cNvPr>
          <p:cNvGrpSpPr/>
          <p:nvPr/>
        </p:nvGrpSpPr>
        <p:grpSpPr>
          <a:xfrm>
            <a:off x="8755650" y="4651896"/>
            <a:ext cx="540000" cy="540000"/>
            <a:chOff x="1048950" y="618723"/>
            <a:chExt cx="540000" cy="540000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AE9F2E80-4616-9836-BCD6-7F596DB5F64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E737CB08-DC55-0988-B089-8F254A040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722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6830-2DAC-1BFA-6E91-C330396B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81B030E6-7542-98FC-1EE3-031E3DFDD8AB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5B976C7-8F73-09A2-586F-E1172404216B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4FCB0C-242C-1B19-6562-10385B551D7D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41245EF-0808-FA9C-5421-6B914FC4A5CB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89DB72C-910B-0DE6-4D29-135256392A8B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787186C-1D11-6455-2698-FFDCD15BB465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3813C24-E9AC-69CB-734D-2AE28B042FA8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B1DA6F5-AFB0-058E-7F42-A5F14F573C83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CBBD69B-D46F-CE7D-EDAA-25D49B6F74D2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EEC91BF-B41C-061A-F638-B94EC0A80D6F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84D3153-F38C-5D96-CE44-E4C3A795596D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CCD7928-14B1-B356-FEC8-C0B358935840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9DA740C-60D2-290B-E47E-04FEBB4ED76F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BCE1077-43DD-9142-972E-FF81FE8DA6BC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7B434EE8-648E-CAB2-9A97-FEF42C3F530B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4FAD7EB-52BB-C0FF-E69F-B387A9AB2FA7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2567E1F6-9193-8DB7-DBD3-32A22C9554E9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4711E06C-B535-B7C9-2DA4-A450E67FD4DA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7BD7266-9DC7-3299-1073-A6A92F7739C7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982D44AA-B25D-548D-CE04-0BCD14974236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B23AA06D-1E53-525D-B425-30218F6A881A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CFF6590A-F864-B069-0289-04439759B924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5B7C3373-A136-0C2E-6D14-8FECAF64B5D2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780116AE-73F6-4C5E-B94C-38107E8A7F6B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F6004682-AB02-B62F-0306-A35148C02864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B93B1737-F861-161A-A56C-157FCD62B0B5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0652090E-C63A-1139-08D5-CF9205FD7E68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4E533EE4-9A37-86FA-E78D-25DCB4B592D4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DF604697-7822-8E18-CDFA-CE63FC1C3A22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1C3294EA-E6EE-EC8B-E6EF-D46E54DBA1B3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739A9F18-BA9C-4800-3DB4-9594707A3343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8D0D7D1D-2300-20A4-1C44-11843B071A30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28C4395B-3973-342E-4CAC-D7322226D10E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71032199-8990-FA3D-4708-93F8461AEC2B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508A1B1F-A09F-99E6-924A-FB768230A07E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975A9179-4E1B-F6C0-C9D2-A52D0990EFF4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40CC17B3-8B9E-364F-0A89-A6185B60C566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EC880C36-375C-143B-7735-32848A3F4739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0CE08AFF-6833-6748-E08C-06F0FF4D5938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BD6C6756-B310-5225-FE0C-1A21B1E783ED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E8B9D6AB-F3BF-D336-6C57-06D397F821E6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C9B1E5C2-363A-79F9-5BF8-1A6994D93D63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45B984EB-864A-E423-45C8-EC4954A5E2DB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3494477-BC89-E105-E914-CF662B89F307}"/>
              </a:ext>
            </a:extLst>
          </p:cNvPr>
          <p:cNvGrpSpPr/>
          <p:nvPr/>
        </p:nvGrpSpPr>
        <p:grpSpPr>
          <a:xfrm>
            <a:off x="3377683" y="4634400"/>
            <a:ext cx="540000" cy="540000"/>
            <a:chOff x="1048950" y="618723"/>
            <a:chExt cx="540000" cy="54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1227E279-7F12-0867-DFE3-772B0077BD50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9E0A508D-99CF-8BD8-3ECD-34F5A2655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536228E-3487-4B49-C366-F229F911F5AB}"/>
              </a:ext>
            </a:extLst>
          </p:cNvPr>
          <p:cNvGrpSpPr/>
          <p:nvPr/>
        </p:nvGrpSpPr>
        <p:grpSpPr>
          <a:xfrm>
            <a:off x="5218154" y="4634400"/>
            <a:ext cx="540000" cy="540000"/>
            <a:chOff x="1048950" y="618723"/>
            <a:chExt cx="540000" cy="540000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E2A5E69E-F2A2-25BA-BE79-9A2921ED766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41A68C31-C37B-48EB-5CAE-ECD15D0ED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72A04684-D9B6-B0F3-2734-2AA28A876D4A}"/>
              </a:ext>
            </a:extLst>
          </p:cNvPr>
          <p:cNvGrpSpPr/>
          <p:nvPr/>
        </p:nvGrpSpPr>
        <p:grpSpPr>
          <a:xfrm>
            <a:off x="7007100" y="4643148"/>
            <a:ext cx="540000" cy="540000"/>
            <a:chOff x="1048950" y="618723"/>
            <a:chExt cx="5400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E1EA950A-8445-EBF8-E4D0-B57C3171C42F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6DAB3329-407E-682B-1305-F051C5B16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AF6E15E5-7FC2-A08A-C019-4F5B553FB0B2}"/>
              </a:ext>
            </a:extLst>
          </p:cNvPr>
          <p:cNvGrpSpPr/>
          <p:nvPr/>
        </p:nvGrpSpPr>
        <p:grpSpPr>
          <a:xfrm>
            <a:off x="8755650" y="4651896"/>
            <a:ext cx="540000" cy="540000"/>
            <a:chOff x="1048950" y="618723"/>
            <a:chExt cx="540000" cy="540000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4FD26618-07C6-8821-45D0-DF98CAA1D27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4772DF0C-8724-FDD2-F8C1-F050EFDF2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15ED9111-DE6D-9C38-4059-E761C2594EC8}"/>
              </a:ext>
            </a:extLst>
          </p:cNvPr>
          <p:cNvGrpSpPr/>
          <p:nvPr/>
        </p:nvGrpSpPr>
        <p:grpSpPr>
          <a:xfrm>
            <a:off x="5382908" y="3102948"/>
            <a:ext cx="540000" cy="540000"/>
            <a:chOff x="1048950" y="618723"/>
            <a:chExt cx="5400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ED439BA4-BF77-6A02-5B08-8887C41AA285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CE22097C-FB08-A279-8479-A106609D0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96B4CEBF-940F-589B-50C4-DE9F7AE1E559}"/>
              </a:ext>
            </a:extLst>
          </p:cNvPr>
          <p:cNvGrpSpPr/>
          <p:nvPr/>
        </p:nvGrpSpPr>
        <p:grpSpPr>
          <a:xfrm>
            <a:off x="2225758" y="3073998"/>
            <a:ext cx="540000" cy="540000"/>
            <a:chOff x="1048950" y="618723"/>
            <a:chExt cx="540000" cy="540000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3113CADB-177B-E6EB-5067-1A3AFD2B7AB7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06B790FC-8171-C91D-C3B5-F60EF4DCE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719F5B06-6419-7F68-FC39-62690DB0D321}"/>
              </a:ext>
            </a:extLst>
          </p:cNvPr>
          <p:cNvGrpSpPr/>
          <p:nvPr/>
        </p:nvGrpSpPr>
        <p:grpSpPr>
          <a:xfrm>
            <a:off x="6864124" y="3073998"/>
            <a:ext cx="540000" cy="540000"/>
            <a:chOff x="1048950" y="618723"/>
            <a:chExt cx="540000" cy="540000"/>
          </a:xfrm>
        </p:grpSpPr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9B30CECC-4791-6B97-BC52-F16E54C31EE4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002AB770-AD8E-51CF-5070-E54D66958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1719A0AB-F09C-FC93-C6D3-4ED1B8975DA8}"/>
              </a:ext>
            </a:extLst>
          </p:cNvPr>
          <p:cNvGrpSpPr/>
          <p:nvPr/>
        </p:nvGrpSpPr>
        <p:grpSpPr>
          <a:xfrm>
            <a:off x="9891450" y="3060192"/>
            <a:ext cx="540000" cy="540000"/>
            <a:chOff x="1048950" y="618723"/>
            <a:chExt cx="540000" cy="540000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2C6ADBC9-E37E-1E28-9F35-3DB10969B60A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0" name="Grafik 49">
              <a:extLst>
                <a:ext uri="{FF2B5EF4-FFF2-40B4-BE49-F238E27FC236}">
                  <a16:creationId xmlns:a16="http://schemas.microsoft.com/office/drawing/2014/main" id="{0EFDF46B-778F-F02B-5940-11F3DE2C4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BC278A71-7406-5F2B-907D-44725709ED42}"/>
              </a:ext>
            </a:extLst>
          </p:cNvPr>
          <p:cNvGrpSpPr/>
          <p:nvPr/>
        </p:nvGrpSpPr>
        <p:grpSpPr>
          <a:xfrm>
            <a:off x="3831667" y="3061112"/>
            <a:ext cx="651600" cy="540000"/>
            <a:chOff x="217350" y="639497"/>
            <a:chExt cx="651600" cy="54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68A7500A-4534-760A-F792-65AA8DF4927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0AE8F12E-3105-E67B-8D5B-EEDFD64F0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62B0B39E-5625-0D6F-0CC0-E6B85E554A75}"/>
              </a:ext>
            </a:extLst>
          </p:cNvPr>
          <p:cNvGrpSpPr/>
          <p:nvPr/>
        </p:nvGrpSpPr>
        <p:grpSpPr>
          <a:xfrm>
            <a:off x="8326633" y="3082515"/>
            <a:ext cx="651600" cy="540000"/>
            <a:chOff x="217350" y="639497"/>
            <a:chExt cx="651600" cy="540000"/>
          </a:xfrm>
        </p:grpSpPr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0DFF5968-2AD6-ADB2-9E06-0424CE0B2840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9" name="Grafik 58">
              <a:extLst>
                <a:ext uri="{FF2B5EF4-FFF2-40B4-BE49-F238E27FC236}">
                  <a16:creationId xmlns:a16="http://schemas.microsoft.com/office/drawing/2014/main" id="{D2269159-248E-48DF-9D0A-A46380A76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5893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95FD4-25E5-79AD-7187-0C6C2CD38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llipse 60">
            <a:extLst>
              <a:ext uri="{FF2B5EF4-FFF2-40B4-BE49-F238E27FC236}">
                <a16:creationId xmlns:a16="http://schemas.microsoft.com/office/drawing/2014/main" id="{636AE659-0494-5D4C-9F0A-434E2699CABD}"/>
              </a:ext>
            </a:extLst>
          </p:cNvPr>
          <p:cNvSpPr/>
          <p:nvPr/>
        </p:nvSpPr>
        <p:spPr>
          <a:xfrm>
            <a:off x="3265350" y="1943100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1F52B8A3-9E15-58AC-6F03-C58DF05E7D5E}"/>
              </a:ext>
            </a:extLst>
          </p:cNvPr>
          <p:cNvSpPr/>
          <p:nvPr/>
        </p:nvSpPr>
        <p:spPr>
          <a:xfrm>
            <a:off x="3227250" y="3419250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CF21530-2085-B9BB-F88B-FC4FA22C587B}"/>
              </a:ext>
            </a:extLst>
          </p:cNvPr>
          <p:cNvGrpSpPr/>
          <p:nvPr/>
        </p:nvGrpSpPr>
        <p:grpSpPr>
          <a:xfrm>
            <a:off x="4288867" y="1784762"/>
            <a:ext cx="651600" cy="540000"/>
            <a:chOff x="217350" y="639497"/>
            <a:chExt cx="651600" cy="540000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90CE0704-6849-D0C5-BFB4-EEE2DDEC7F49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B066091D-9CDB-55E5-8B4D-784B979F7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045F9E9E-1AC3-EB8A-F7D0-2258C4DFC490}"/>
              </a:ext>
            </a:extLst>
          </p:cNvPr>
          <p:cNvGrpSpPr/>
          <p:nvPr/>
        </p:nvGrpSpPr>
        <p:grpSpPr>
          <a:xfrm>
            <a:off x="4211833" y="3301590"/>
            <a:ext cx="651600" cy="540000"/>
            <a:chOff x="217350" y="639497"/>
            <a:chExt cx="651600" cy="540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47841833-5B72-727C-ECC9-77EECAE7AEA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3C3C971B-6F0C-C098-485C-1453100C5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sp>
        <p:nvSpPr>
          <p:cNvPr id="72" name="Titel 1">
            <a:extLst>
              <a:ext uri="{FF2B5EF4-FFF2-40B4-BE49-F238E27FC236}">
                <a16:creationId xmlns:a16="http://schemas.microsoft.com/office/drawing/2014/main" id="{07747F96-C729-7459-F109-DCC8FF79B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24" y="1716749"/>
            <a:ext cx="4229101" cy="1216025"/>
          </a:xfrm>
        </p:spPr>
        <p:txBody>
          <a:bodyPr>
            <a:normAutofit/>
          </a:bodyPr>
          <a:lstStyle/>
          <a:p>
            <a:r>
              <a:rPr lang="de-DE" sz="4000" dirty="0"/>
              <a:t>Abd(A,D) = 0.8</a:t>
            </a:r>
          </a:p>
        </p:txBody>
      </p:sp>
      <p:sp>
        <p:nvSpPr>
          <p:cNvPr id="74" name="Titel 1">
            <a:extLst>
              <a:ext uri="{FF2B5EF4-FFF2-40B4-BE49-F238E27FC236}">
                <a16:creationId xmlns:a16="http://schemas.microsoft.com/office/drawing/2014/main" id="{F07923E2-043B-20A7-1327-032C4D067AD5}"/>
              </a:ext>
            </a:extLst>
          </p:cNvPr>
          <p:cNvSpPr txBox="1">
            <a:spLocks/>
          </p:cNvSpPr>
          <p:nvPr/>
        </p:nvSpPr>
        <p:spPr>
          <a:xfrm>
            <a:off x="5038724" y="3126448"/>
            <a:ext cx="4229101" cy="1216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/>
              <a:t>Abd(C,E) = 0.87</a:t>
            </a:r>
          </a:p>
        </p:txBody>
      </p:sp>
    </p:spTree>
    <p:extLst>
      <p:ext uri="{BB962C8B-B14F-4D97-AF65-F5344CB8AC3E}">
        <p14:creationId xmlns:p14="http://schemas.microsoft.com/office/powerpoint/2010/main" val="2998777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BC11D-A1C3-06EA-C9CB-EDC4DEAF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el 1">
            <a:extLst>
              <a:ext uri="{FF2B5EF4-FFF2-40B4-BE49-F238E27FC236}">
                <a16:creationId xmlns:a16="http://schemas.microsoft.com/office/drawing/2014/main" id="{A12E1874-4AF7-18DB-FFB5-D7A92FF3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3174" y="1354798"/>
            <a:ext cx="4229101" cy="1216025"/>
          </a:xfrm>
        </p:spPr>
        <p:txBody>
          <a:bodyPr>
            <a:normAutofit/>
          </a:bodyPr>
          <a:lstStyle/>
          <a:p>
            <a:r>
              <a:rPr lang="de-DE" sz="4000" dirty="0"/>
              <a:t>Abd(A,D) = 0.8</a:t>
            </a:r>
          </a:p>
        </p:txBody>
      </p:sp>
      <p:sp>
        <p:nvSpPr>
          <p:cNvPr id="74" name="Titel 1">
            <a:extLst>
              <a:ext uri="{FF2B5EF4-FFF2-40B4-BE49-F238E27FC236}">
                <a16:creationId xmlns:a16="http://schemas.microsoft.com/office/drawing/2014/main" id="{BD617845-EB87-6DD5-5AAF-9ECE525B3709}"/>
              </a:ext>
            </a:extLst>
          </p:cNvPr>
          <p:cNvSpPr txBox="1">
            <a:spLocks/>
          </p:cNvSpPr>
          <p:nvPr/>
        </p:nvSpPr>
        <p:spPr>
          <a:xfrm>
            <a:off x="1266824" y="1354797"/>
            <a:ext cx="4229101" cy="1216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/>
              <a:t>Abd(C,E) = 0.87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6B959BE-69A8-2D48-62EE-C9CC8CF28AB4}"/>
              </a:ext>
            </a:extLst>
          </p:cNvPr>
          <p:cNvSpPr txBox="1">
            <a:spLocks/>
          </p:cNvSpPr>
          <p:nvPr/>
        </p:nvSpPr>
        <p:spPr>
          <a:xfrm>
            <a:off x="5181599" y="1354798"/>
            <a:ext cx="4229101" cy="1216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/>
              <a:t>&gt;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E5C50319-8017-14B0-8EBD-1EA65A5F2F26}"/>
              </a:ext>
            </a:extLst>
          </p:cNvPr>
          <p:cNvSpPr txBox="1">
            <a:spLocks/>
          </p:cNvSpPr>
          <p:nvPr/>
        </p:nvSpPr>
        <p:spPr>
          <a:xfrm>
            <a:off x="2314574" y="2820987"/>
            <a:ext cx="4229101" cy="1216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800" dirty="0"/>
              <a:t>Ergebnis: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B1AAD94C-EE2C-6170-279E-3351062D2D76}"/>
              </a:ext>
            </a:extLst>
          </p:cNvPr>
          <p:cNvSpPr/>
          <p:nvPr/>
        </p:nvSpPr>
        <p:spPr>
          <a:xfrm>
            <a:off x="5376000" y="3047775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44198F6-322B-6A95-0E8F-1E1DD1865D24}"/>
              </a:ext>
            </a:extLst>
          </p:cNvPr>
          <p:cNvGrpSpPr/>
          <p:nvPr/>
        </p:nvGrpSpPr>
        <p:grpSpPr>
          <a:xfrm>
            <a:off x="6360583" y="2930115"/>
            <a:ext cx="651600" cy="540000"/>
            <a:chOff x="217350" y="639497"/>
            <a:chExt cx="651600" cy="540000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57486CF3-3F5D-12AC-7264-055C6DE52D77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DCA6B48B-223E-7C52-3C67-1BBE643BC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9611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6DFC-9C6C-2190-2056-19321F77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FCBDB-01D3-BB99-2A17-724F33D78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49" y="1962149"/>
            <a:ext cx="9029701" cy="1695451"/>
          </a:xfrm>
        </p:spPr>
        <p:txBody>
          <a:bodyPr>
            <a:normAutofit fontScale="90000"/>
          </a:bodyPr>
          <a:lstStyle/>
          <a:p>
            <a:pPr algn="ctr"/>
            <a:r>
              <a:rPr lang="de-DE" dirty="0"/>
              <a:t>Bottom Up gleicht hier im Kontext einer Art Brute Force Ansatz</a:t>
            </a:r>
            <a:br>
              <a:rPr lang="de-DE" dirty="0"/>
            </a:br>
            <a:endParaRPr lang="de-DE" dirty="0"/>
          </a:p>
        </p:txBody>
      </p:sp>
      <p:sp>
        <p:nvSpPr>
          <p:cNvPr id="11" name="Pfeil: nach unten 10">
            <a:extLst>
              <a:ext uri="{FF2B5EF4-FFF2-40B4-BE49-F238E27FC236}">
                <a16:creationId xmlns:a16="http://schemas.microsoft.com/office/drawing/2014/main" id="{27274939-A81D-52B8-6147-ED7B2BD2963B}"/>
              </a:ext>
            </a:extLst>
          </p:cNvPr>
          <p:cNvSpPr>
            <a:spLocks/>
          </p:cNvSpPr>
          <p:nvPr/>
        </p:nvSpPr>
        <p:spPr>
          <a:xfrm flipV="1">
            <a:off x="5038723" y="4200523"/>
            <a:ext cx="1800000" cy="16200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44837F59-8576-F735-6A64-CF4C3DDB5F2B}"/>
              </a:ext>
            </a:extLst>
          </p:cNvPr>
          <p:cNvSpPr txBox="1">
            <a:spLocks/>
          </p:cNvSpPr>
          <p:nvPr/>
        </p:nvSpPr>
        <p:spPr>
          <a:xfrm>
            <a:off x="3724274" y="-434975"/>
            <a:ext cx="4229101" cy="337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8000" dirty="0"/>
              <a:t>Problem:</a:t>
            </a:r>
          </a:p>
        </p:txBody>
      </p:sp>
    </p:spTree>
    <p:extLst>
      <p:ext uri="{BB962C8B-B14F-4D97-AF65-F5344CB8AC3E}">
        <p14:creationId xmlns:p14="http://schemas.microsoft.com/office/powerpoint/2010/main" val="463118641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3230D-398B-B439-5BB9-6B4AD7972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0F8F5F-5AF7-6BB0-826A-A073594CE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698" y="1565275"/>
            <a:ext cx="6153152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Random Walk</a:t>
            </a:r>
          </a:p>
        </p:txBody>
      </p:sp>
    </p:spTree>
    <p:extLst>
      <p:ext uri="{BB962C8B-B14F-4D97-AF65-F5344CB8AC3E}">
        <p14:creationId xmlns:p14="http://schemas.microsoft.com/office/powerpoint/2010/main" val="1569505152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ED2F4-6037-4444-66ED-EA0199FF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099C583-B7AB-BF18-21F6-31F18F74A2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</p:spPr>
            <p:txBody>
              <a:bodyPr>
                <a:normAutofit/>
              </a:bodyPr>
              <a:lstStyle/>
              <a:p>
                <a:r>
                  <a:rPr lang="de-DE" dirty="0"/>
                  <a:t>1.) Starte mit zufälligem Kandidaten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br>
                  <a:rPr lang="de-DE" dirty="0"/>
                </a:br>
                <a:br>
                  <a:rPr lang="de-DE" dirty="0"/>
                </a:br>
                <a:r>
                  <a:rPr lang="de-DE" dirty="0"/>
                  <a:t>2.) Ist X valide: Top Down, sonst: Bottom Up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099C583-B7AB-BF18-21F6-31F18F74A2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  <a:blipFill>
                <a:blip r:embed="rId2"/>
                <a:stretch>
                  <a:fillRect l="-20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A14547CD-949A-6C12-5D01-E7CF919A36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940"/>
          <a:stretch>
            <a:fillRect/>
          </a:stretch>
        </p:blipFill>
        <p:spPr>
          <a:xfrm>
            <a:off x="3929062" y="3555113"/>
            <a:ext cx="3309938" cy="258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52137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5BB37-549F-24BF-46EA-5146D3615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0A431502-7859-842A-4F23-EEFE1174FAA9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BF0E6C8B-99BD-7DA8-2014-5F3CCDC87F82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B531810-AE0E-3421-894A-2225413F5DF3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9E6692D-3ED7-8042-B10F-D9205D564B2C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EB419B0-08EF-572E-619A-5407A553277A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92E2286-221A-0CDE-39A5-370FC18E4DA2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8187A73-8338-DEAF-ABDC-0409F268EE40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415AB69E-96BD-E6BE-43F0-792C21FCC54F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F4CECFE-D603-43B8-06B8-E71CB490652F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0A8CEC8-A9C6-A640-173B-28C25FFB4A46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BE35884-B9BD-2344-236A-1F585D062DE9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25F0AAFB-A0E2-7EFD-7225-3C97379B493B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D93887B8-4450-B65A-D0AC-C8E390B54BE8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2650A1C2-6819-625F-26D0-D0AE6F43F2A7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C6ECFB2-FAB0-B366-0780-23D5154EFC12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3BF5A8F6-21C6-14D0-4AB1-735AC7B2C303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B94179A-ABDB-58D6-9C74-8DD3335EFC2C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CBEAFCA-ED0A-4F55-6C77-58977C8095E5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B6B27054-8AFF-BE4D-1AA2-B60AAC5435F4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C0C5BDC-70AF-92CA-D504-7A6DFA74A5C2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30D824BE-C328-DD4A-F288-E6416A3E66CE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DD29F8EA-8CED-F80C-EF24-1484CB964AE0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1422468E-11D6-ED47-9107-9D23625C9E76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EA4D0CF0-0291-BAFD-C2A4-FDF95F06A6E6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901C0F96-198A-0B13-A0BF-CC8C3701FD79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2FF4B103-C6FE-1380-C6B8-BF7F7F2E5879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206161C2-7685-A0F9-8790-AD2BE583947C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BAA8884C-3EEA-3A78-4437-91AF7F6FB54D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3C1BEB3C-02FC-6434-B58A-A02C480B038C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91E059BD-F2A5-F209-B50F-493BBA8D5A1F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41DC51B6-1563-58EB-726A-8A7D087D350A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4A5B6E23-28BB-8E26-61C5-267C4DEBDBD0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597CE0E3-145C-C151-86D1-46852C080723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DFD5174B-2F53-C6D6-0165-FA6C503FE198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FDB5DFD9-294A-1BFE-3196-8FF3409923B5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249A06A1-F883-B7F4-BE2C-97760D78D788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BFB2F8BA-0D50-490C-54FC-DA0AC7C90C89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B0FA2BC1-3D3C-1A9B-0CF9-56363E53E292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58F5267F-7FC2-731A-D15A-F8AE2AD124E4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4F365C9F-D1A3-514D-6E4C-846744FF775D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82381858-7EA7-527B-D5B9-54C230D9DEC7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91D0E93E-0FF7-90F5-84A5-32C9B2A59BD6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1EB0A18E-3B7E-5666-1F7F-548DF0606CFF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00943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CA38-4487-CF1D-FE9D-899705773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092EFCEA-0ECD-232F-5B75-3B8FD713DDEA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4E66292-4811-57A2-136D-A7083940E78D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71DB78F-9DEB-5984-905F-7E98989DC504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0CE426D-1137-4E2A-CBA4-C658420A4D98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EC24E95-C135-5A50-A151-FA47A7594092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F3CDDB2-6271-C009-0EC3-8A30690053C3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229A6F5-4814-C4AB-728F-D2A0A2003F5D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FFBFC10-6246-CD41-D0A2-E8FE39D386FE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528CCC5-FF2D-8CFC-DDCB-11266D31208C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16543D-896A-14BD-FC5F-DA6D9FF1C42A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BC11F8D-E9CA-0190-7CED-3395958730A0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DB8CEB4-1959-5F1C-E06C-4CB24D64A8B9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C091115-518F-439A-B1C2-E63A44AB6450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B3FC16B-EB85-45BC-4128-C27DB92D0022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9FE2B8E-7E7A-ABF4-1BA4-9DC82CB4C8D4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5C305C0-DF2F-0CCD-5560-9B68FD23F1A8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FE6095F-F49C-92AC-9E5D-AC980577726C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CFF84A6-DCAC-D02A-DEDA-5924DD3EFDB8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5F1EE164-A428-BF87-5107-B7BF9C8DE19B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FB32879E-A59F-4E7A-59C7-F84606C4C2A6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7350DFA-0C18-4802-008E-EC9CCB818096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21C67468-255A-9458-3936-EE918438A442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B15CA471-B7F6-69E1-05D5-8293F4AE1D2E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9DB92C74-B8FC-D074-4978-35294061321D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10C53B2-F949-BF00-FF25-A1440D675021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5A52F94F-31DA-8EA5-9233-6AF2B9EF4C82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C4BAB9EC-655B-2427-DB17-7F92560F4C4F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B9E2A95C-D300-6AC5-A8FD-A0D6E083C1E9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4ACEC949-B846-CDE0-6948-DE3CB80D61A7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D0E3919-6017-9287-7692-7DDF8D1E46C3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472DB399-AAFB-6385-C2AE-9DA9133770E6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6031D337-EAF8-484D-96A5-4BACDCDF651A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6B6A5D90-197C-0235-F43D-E3E70B5401F2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C21945F0-1BB1-F74C-AEFC-3720E1CA863F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B0C35006-1A18-B270-028E-6268ED0E3BA9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AC716967-D751-467A-7F33-314A6212B976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3DC279AB-159B-9C73-1BC5-D76403098879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F9F22125-C9BC-AD0A-F88F-AA4C918AB9FC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76630E5A-D74A-E1AC-8BDE-F09F5596807E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63FE8111-11C1-0E41-F24D-30DBE8E7FEBF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3396066B-51A2-590F-1E95-5E6A5CF3E240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C548AEDC-6117-2DDC-0E23-7FC186A849D0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3F859E2B-38B6-5C9B-4851-611F26D0B3E7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27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D537D-32BA-D957-B1D7-C9693014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325DC518-2AA8-3BDD-D3F1-E166D84C74C4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0447B05-3EAC-DF8E-DDDE-83419F982FEF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DFA44DC-1A09-53B8-DC7B-864EB280DDC5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8C4F96B-E27D-4EEA-D093-29AF660FCFE1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8D76C61-080E-870B-D2F0-3A3A6DF058DA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80F8FEB-DB65-B9F2-9D40-3D3E96598967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CD7363C-86D8-6F27-49F3-9214CCDE3538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33D1125-EB45-03A6-53BC-DCC1E6FF5D61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982AB85-3D47-1ECD-814E-21CDA8DA625D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348D9EA-FA2C-F0FD-FAB8-D79FF2E5EDE0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131CD804-8B07-0F43-9919-433AD7CA79AE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4347266-E56A-CACD-8343-2F06EFAC0FB5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2600AE4-585C-5828-8F1D-B8A2CA9FE461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F4A095D2-1B3E-C380-43D5-2BF6381B1BCE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B24B475-C267-9282-C5B8-A4887675C3DA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077FB46-AF15-5855-E85F-22731F0D7555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728DFE4-C6A1-10A3-9220-7F1E9B6674AC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446D5B64-B54B-FF76-A8D2-81A9FBE06CE5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E892477C-1566-D199-942B-7DC93C897E42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FD431537-7A91-384C-82C3-780D159D03AA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57545B58-B8D6-BD5A-59DB-85B737D881CA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2AA2BC1D-571B-979B-2859-1140B83BE5BB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5F46A6A0-FDE8-9F8F-A689-C45E64925232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FC7F2D9E-2BB7-0AC8-2507-699BC94BE2C0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E8D29446-2064-3435-EE11-EC9365230A0C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1425DFA2-3987-F214-12A8-260BA0F27C5F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4D6B3152-F197-CE19-DD08-32944ED32FB0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89C8429B-F5EE-7FF4-F421-310F4818A608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12A5CC8C-3757-FDB8-3036-B65717F3E5AD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B2731339-8EDD-66E8-BA90-356CC5ED6A97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160B9303-7924-0F72-4EC4-5181CDF42960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F24CAB98-D533-D3B6-D5CC-4C77F799A02F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05F531D7-BD9A-67B8-6557-30FBD13B56E8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7D238729-984D-38FA-0496-D7C7E0527A81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0B1867EA-FC2B-FEE2-7D55-2CD3551B9D8D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E28826FD-5806-B095-D93E-96E93DDFFB02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080C6DA8-0CAE-E8E7-638D-5BE9AAE7910B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13176836-A720-92AA-4ED6-6C3A925194CD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0FDF4BA1-04ED-B6F3-F5A9-934299CEBDA3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39F77284-792A-5AE1-B65D-FFD76EB8194C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2D284348-1090-2229-CAF8-55BF40945C6E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4AE81854-3276-8997-685A-148C3F8FA85D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D689E822-20CB-3719-384A-A2AF837666A5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1B0EC69-FCF0-40AD-CE57-1ABF38C7428A}"/>
              </a:ext>
            </a:extLst>
          </p:cNvPr>
          <p:cNvGrpSpPr/>
          <p:nvPr/>
        </p:nvGrpSpPr>
        <p:grpSpPr>
          <a:xfrm>
            <a:off x="2225758" y="3073998"/>
            <a:ext cx="540000" cy="540000"/>
            <a:chOff x="1048950" y="618723"/>
            <a:chExt cx="540000" cy="54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185EDCE2-7035-0658-0583-A11B5A805FB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672FF9B7-017C-7845-3F7F-A6A643D02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7292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50F75-80D6-948F-B563-2497EF6A7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323680AA-5D1F-6059-A8B6-2FCCFA9E97B6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737D4DD-85E2-B9A4-ECCB-0D0B5480BF9B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D191B8F-4E7F-B15A-EB64-179BCEAC7F01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D2EB5A2-D39C-8E7D-9762-E9D79B052D30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14362CB-B0FC-95BC-6843-45BE7FBE8C15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2966A47-3D1C-9491-DDE3-6F15F8FCA8E5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F669720-4118-B231-42FA-8F7FBA6864C7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2660405-047D-CD4B-9281-4B37CC6A1A9A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0FAD72E-D143-73FA-7687-192953A4F9D9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FD7362D2-F073-8995-972F-5087C8BC6703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FB4D95C-AD47-A828-72EB-7880F8CEB3C4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D65C484-CA51-DCBE-9E48-B289D67F5E4E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370F2EF-DCA0-41FE-DB6D-8A77377D0719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FD450A3-B7F5-B4A6-10FF-38D9938832AA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79B200E-2EFC-FD3A-7425-F2B91CA1F992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9D4EC2B0-3C21-AFEB-8147-002596FAB110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78982A5-214D-C896-FA30-93A579FAC080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C334875D-5330-B5F8-4363-B441D4D41F29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E1C5B7C-4CBF-492B-4820-FFC1F97073CC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895496DF-5676-F2A1-C510-660AAA682020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D286637C-A03B-FEF9-E090-9BFDF5E3BDFB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F053621-180F-237C-56AB-C4383D0EC38F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4E9BCF03-2144-371B-CE8C-5C8F6D6B1B5B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CF0E310B-C36B-6DF1-61B4-32C60A41E63F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B92AEAD-0113-AF9F-0196-444ABEF78430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B27D2DA4-0CB6-97F5-4B1A-991A1C4FD458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BE6D6B38-4B98-5954-5618-CB514451899F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84697960-A400-772D-8AC5-1035B0824CEF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20A230DB-9069-EC99-88D0-DA4AD33B8180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E6091761-E233-F7D7-EEB6-459A799C7B96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7031D34E-A8D0-FE64-2AF6-DD6D38E0C26E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709D57C4-A8FB-CE4B-8AD3-4C31B6A4355B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331E28B3-80FD-57C1-F06F-7056E351A5E7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5E158A47-D26B-CD27-BF65-3DDDC8142BFB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91628F69-A2AD-4089-3A62-98A88ECC7684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FA317905-88CB-8FCB-C3D6-8199DE2BE6E5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EA48B3F3-D421-0767-1B4F-2D9463BEA14B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53CADC2B-9B4C-8482-4BAA-76E7AF4D9717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71C11689-93D0-1F22-BFAC-28DC8DEDE912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267BA916-1D6E-71FE-4CE6-E2FE0BCBBC5E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31EACC1E-5232-7571-FF98-63F473302731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4A4D8F81-C5BA-FA7D-4456-C95EBCAAE3F1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27282A81-C93A-610D-D28E-BBABF22D7916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AC37990-8D13-03EC-6A3B-3CEC2D172D46}"/>
              </a:ext>
            </a:extLst>
          </p:cNvPr>
          <p:cNvGrpSpPr/>
          <p:nvPr/>
        </p:nvGrpSpPr>
        <p:grpSpPr>
          <a:xfrm>
            <a:off x="2225758" y="3073998"/>
            <a:ext cx="540000" cy="540000"/>
            <a:chOff x="1048950" y="618723"/>
            <a:chExt cx="540000" cy="54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5AF50120-7907-4EEC-C4FC-D749014D2861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CA3D2802-2DBB-E954-F312-8CF35A809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0780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E848-48C4-237C-5B1A-7B7EED67A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BD937CB3-F1F6-3851-CBDD-CE1F399B09E6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2CA93BB-5C1E-0FAD-670C-C12E27FB0A94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8030CB6-EC2A-EBD3-9DB8-7FC2DA1C1F21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CFCBCE87-D298-1187-26BE-315AF16DE061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0A96315-5DA1-19EB-B6EE-10220EB8EDE7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B8A4162-8BFC-3513-FF7D-51761D0F4B61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41D2B5E-D5E0-B612-51BF-AE69ECEC9C25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8EAA163-F003-9C55-E097-3C6CC3D3999B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42DB49A-FDEA-37FC-DD83-6B3E09F4FD92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EC32EBB-BE7D-1896-06C5-C072A544F1DE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8B3822A-C6DE-E1D8-7B22-4B7AB086A1A3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3B5BBAEF-1365-DE13-C1B1-A5F4746774AB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E8D24C4-FAEF-6818-DB74-09B11237375D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CBB0D5B-117D-77BA-D55E-0C0058B78F80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C3E10362-8782-64CF-610A-B607E3228045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887E964-8A62-2893-98C4-5A6617BE1FD3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AD03054-1219-20BB-DFD5-5C264CBAA7AD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1613C4C4-80DD-3E98-89DB-926F12DD3514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F948E7E1-848D-9A37-EDFB-09097C89E2F0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022F56E-30B1-E1CE-8B83-9A6B60708CE8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6BA804AA-B2AE-18F4-F548-770B1EA41351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35ACB148-EED2-2FDF-F598-3815FC3C87E0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60B8AE73-FEE7-8BBD-C187-97B81DD4FCA9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23B6CA48-C1F0-319B-7884-C2FF5993649E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59213F1F-7A90-3740-1011-F686EE62B6DC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0EF98404-42D2-3958-AA80-9B363C25C4C0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DA1DEA5D-6EE0-14F7-2602-E885021036A0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768DDB7C-86F9-7729-3EFA-A3C685FF26DC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C550582F-3A23-C4BD-A177-0E45D3D593E7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BE6EB606-3045-E9BC-DFAC-F9A25321A4BF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8142305C-8921-80A9-FACF-393D8E82A90E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3B918BF2-1A16-5460-F96D-A3114B0BC3DF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55C0FC8F-D139-AB82-7E41-2E454CD87557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9E587F81-9BE3-B4B0-75E0-D74AA2F247A6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31B0071A-E40A-E526-25E0-17BE636801D1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71945F1E-C788-1535-3E52-62E3A80EF1D0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FC629BFC-C1DF-948B-E7E2-AC9C0CC85216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A5384742-D693-573D-A794-F5EF4AB54F2D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F8A6622B-3EF3-7D9A-6F56-380B7FC189F4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6FE10562-9436-9D88-D999-5373B083B55C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4E09093D-0E0E-7AA6-8E20-1901EA5DB9D3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5D08EBDA-6EDE-8242-5366-E72EA496019B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58DB5684-E03D-57C4-BE76-C4240BD92B6C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8B72ABE-73F0-8C0A-EF16-3DE538F8BCE8}"/>
              </a:ext>
            </a:extLst>
          </p:cNvPr>
          <p:cNvGrpSpPr/>
          <p:nvPr/>
        </p:nvGrpSpPr>
        <p:grpSpPr>
          <a:xfrm>
            <a:off x="2225758" y="3073998"/>
            <a:ext cx="540000" cy="540000"/>
            <a:chOff x="1048950" y="618723"/>
            <a:chExt cx="540000" cy="54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3A4606F5-018D-852D-5B10-1491689A5028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C0EEC0D7-E844-EB2C-02E1-9B69B01E9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8603D88A-4F59-E5A8-8F8D-3C8DE4233660}"/>
              </a:ext>
            </a:extLst>
          </p:cNvPr>
          <p:cNvGrpSpPr/>
          <p:nvPr/>
        </p:nvGrpSpPr>
        <p:grpSpPr>
          <a:xfrm>
            <a:off x="3384384" y="1651411"/>
            <a:ext cx="651600" cy="540000"/>
            <a:chOff x="217350" y="639497"/>
            <a:chExt cx="651600" cy="540000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B2A1FAAA-18DA-E063-2396-79FFBD580224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7D9EB4B3-41CA-DC69-41F6-EBA0CA30C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4882E6FA-EE4D-40F7-4239-2703F6D1A418}"/>
              </a:ext>
            </a:extLst>
          </p:cNvPr>
          <p:cNvGrpSpPr/>
          <p:nvPr/>
        </p:nvGrpSpPr>
        <p:grpSpPr>
          <a:xfrm>
            <a:off x="5255100" y="1663947"/>
            <a:ext cx="540000" cy="540000"/>
            <a:chOff x="1048950" y="618723"/>
            <a:chExt cx="5400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E8BE7ACA-E46B-E571-5E21-4596AE3DE1CB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A964E4FA-BBF3-E4CE-FDB3-4BBC545DD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3027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E0EE8-1E1C-23EE-215C-FF42362E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C475DD42-1E13-346D-54CD-C8BAA6BDB2D3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36FA2F8-70B3-6DA1-7170-16D4DE6B0F18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2BE2A52-87CC-E807-842A-D48FBD76C806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4D31D18-3363-B5F8-89F6-5397252DC82B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E4EAC4B-ED71-4792-D581-76B70486A421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909085B-3C0C-5138-E0C7-4D60EE7E0650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F3E1013-28BC-14BE-6009-032B38778857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AE6CC31-6CC6-8BA8-1091-C394FAF5FA77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E72963F7-8230-BCA4-F9C4-6FEF6A73A11D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3430920-2F31-B296-D274-5E255DA1CF36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9D31B08-652F-3BBB-4403-6E8A726934BA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C9223D7-144F-E2C2-6E61-EAFCF138937C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BAB8275-956F-B478-ECB1-FCBF693E9854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252790F8-5FAA-0C50-CE3C-100D1E9466B1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A716BF9-9286-7618-319F-EC1A51F8325C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DDDEFD4-66CE-09A1-B172-30573A6DF290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5E7A6F78-D4D7-AC25-5A44-9E5BFECFC393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30DB98B-A91F-6872-B154-A2E623BB9434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76105882-9D4B-3244-F541-F6FAE14DDACD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E498EA6B-7D55-172B-BCBE-08297AE154CD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CB898920-E821-89A8-ECEC-50BD704DA9F2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8FEF641-F5C5-EA80-1843-D5B48C51A1FC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BF777D17-ADF0-BB67-A1E5-BDCE38D53599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6299F77A-2687-4D09-2FCE-3BB041A54434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2F876B7-9C39-C837-43F1-773B175F0A6E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62BC69A9-FBF2-C63D-2219-ECEAC35ECB70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DB273410-F717-5A4B-A90A-46CE05F32943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190BF2BF-AAEE-CABD-FF1D-D8B8A0B62BD3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254551D6-60D5-BCBD-FA01-03AFBE061EDB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6DFEBBD2-A5C8-331F-88FC-01799766E328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17A953FD-7264-5578-04EB-24848F68869D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8F54C89E-345B-1BF1-4CA2-0632A8B3603E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D7244B84-C27C-7799-E4E8-787A5CD1288C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44F3A20F-E169-7001-B081-A8A912AE7242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F09EA2FA-BE5C-7174-1409-DBAFC6E53DC6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5B784791-C0C1-7C87-D070-5A2AF0B9EBDA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8110E4B6-70CD-80EF-4DF8-0BD545439AD5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3B097C4D-20F0-9988-9766-C228146E3E18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94DE5EDE-1379-F171-E599-D57F0FBA4DDE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2337A9FF-6675-EC11-04ED-DCE2DE52F76D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1811D123-8DF9-6CD3-4D32-4FA4FD7481BD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B0E0849F-26B3-31BF-8B1F-855C1341EAE9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C35B33A3-0F5C-49E7-61AE-AD90DC5A57E0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85F961C-81D5-B7B5-CFFB-DE6F0631BD8B}"/>
              </a:ext>
            </a:extLst>
          </p:cNvPr>
          <p:cNvGrpSpPr/>
          <p:nvPr/>
        </p:nvGrpSpPr>
        <p:grpSpPr>
          <a:xfrm>
            <a:off x="2225758" y="3073998"/>
            <a:ext cx="540000" cy="540000"/>
            <a:chOff x="1048950" y="618723"/>
            <a:chExt cx="540000" cy="54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19C13E7C-BAEA-9EDE-3834-899B2657E1A3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DA76E6C0-3DDE-8DDB-CDD2-FC96BF633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11CCB2B6-91AF-6253-7567-391EE0298B01}"/>
              </a:ext>
            </a:extLst>
          </p:cNvPr>
          <p:cNvGrpSpPr/>
          <p:nvPr/>
        </p:nvGrpSpPr>
        <p:grpSpPr>
          <a:xfrm>
            <a:off x="3384384" y="1651411"/>
            <a:ext cx="651600" cy="540000"/>
            <a:chOff x="217350" y="639497"/>
            <a:chExt cx="651600" cy="540000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377F3501-2915-350E-3460-59AB9751C48C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700323D0-078E-3F74-CFAA-ED835A4F2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DB2EC9DE-DB52-AF01-9A74-4CEF605B0C06}"/>
              </a:ext>
            </a:extLst>
          </p:cNvPr>
          <p:cNvGrpSpPr/>
          <p:nvPr/>
        </p:nvGrpSpPr>
        <p:grpSpPr>
          <a:xfrm>
            <a:off x="5255100" y="1663947"/>
            <a:ext cx="540000" cy="540000"/>
            <a:chOff x="1048950" y="618723"/>
            <a:chExt cx="5400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ACA2D06B-0B72-79F6-93BF-32847E4274D6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869814B4-2E52-E079-F65D-890A928D2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4595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9BF94-77AC-1956-622E-C82B8D98A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4B378790-55B2-95E6-C265-231582D138ED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B1CC1E9-B045-19B6-CD59-E9668C5E9942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2B3594C-4E19-1B45-BCA6-D242EAE0E7AB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86F4168-E94E-21B7-90BC-94E94BCD67D9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8BF594B-4B5F-1B5B-38A3-3DB7647B6431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386E5AE-29C8-24B2-6734-BD26BD16DFD4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6406E81-7B88-C712-B0A1-B72550802811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95A02F6-E2D2-DCDC-D5E2-74A38611DE34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C67AC10-F2AC-F313-E99B-4C31A7F4BF74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ADAF3E5-8803-1A0E-32DD-0CFA7CEA6D7A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7C87397-545A-1B7A-B532-E487A3D9A59B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5515B9A-9B10-A269-38E3-DB1C5A950327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BA01EE6-24EC-6DB7-057A-4F8EC62AFD4D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558E6CD-FB9A-7555-95FB-4819508A2FF7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0A554964-DD2D-669D-E6A1-B3BAA9047624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88119B6-8795-18AB-2DD3-B46C68CB862E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53C2C102-FB03-9876-77AF-9A9C20A49E2F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7E54695F-2C5F-334D-F9CB-48099AD8DC14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40509CFA-2BC1-E94B-F820-0A4C1E752D21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AFEB37DB-D26D-D32C-4191-D5957B918EF5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F923F606-2BDF-9651-9975-4588109FBA2F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0D1AE6B6-BF9B-4F9C-2ABD-666722B908FD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CFC64515-BCC0-B29C-0B7C-7BEB7D6E149D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A5174A89-7688-A8C0-8428-04DD6BED053F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BD03CC6F-4C0F-64F1-2EF0-6EFA246785AD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48ABDE4F-B33B-C251-FBFE-DB071789E2F0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BD6CDB46-3A76-A0C0-0D09-E82AC5F4F8DC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EB0B22FC-D5B9-E0CB-A193-8C37C7401891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B18B8664-1BAE-6F7B-A0E8-4D810E99D247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42630211-6D0F-09E5-D142-285394141AE9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456E111D-4F98-9B05-6A0E-1046515F1E17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2CEC9519-C106-6995-0646-A92ED755F318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BA779C2F-437C-5099-0483-A714AF646BAB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AB348906-77A9-9465-478C-A14773A6F897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F5AED605-27C1-00D5-4442-9C98DB3BF980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DFAFFA04-7E05-0662-90EB-92BA55AD21BC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C2C2CB2E-1B57-913F-D25B-1C3BBB7BC1FE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BC02938C-E0CB-D084-CC76-944D2311CCC6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5CB5D0B9-573B-6BBA-1CEC-2D7537148D1E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35FE80DF-4685-9B39-3D63-BF1F31D0E8B7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BE852CA9-1C2B-D16A-5797-BB848E9B24E2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EC1C1444-7104-37F7-DA76-BD5831E09298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19BED5F0-24B7-30A5-F51C-095B99F8E533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512BAAA1-855E-C266-B390-8BB5CD1D65DF}"/>
              </a:ext>
            </a:extLst>
          </p:cNvPr>
          <p:cNvGrpSpPr/>
          <p:nvPr/>
        </p:nvGrpSpPr>
        <p:grpSpPr>
          <a:xfrm>
            <a:off x="2225758" y="3073998"/>
            <a:ext cx="540000" cy="540000"/>
            <a:chOff x="1048950" y="618723"/>
            <a:chExt cx="540000" cy="54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428F6F00-0DFE-3304-417F-3230A4AEA7FD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1212CA95-E51D-6D71-2EB9-2CEC7A79F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9A9B693-A9C6-193A-3417-7255DFB797FD}"/>
              </a:ext>
            </a:extLst>
          </p:cNvPr>
          <p:cNvGrpSpPr/>
          <p:nvPr/>
        </p:nvGrpSpPr>
        <p:grpSpPr>
          <a:xfrm>
            <a:off x="3384384" y="1651411"/>
            <a:ext cx="651600" cy="540000"/>
            <a:chOff x="217350" y="639497"/>
            <a:chExt cx="651600" cy="540000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99204C8C-F90D-AA51-B909-42941DC681CD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BE9F060B-A4CF-7424-E66E-C5737E48C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4F053105-ED90-8202-01BE-58E52D8A845D}"/>
              </a:ext>
            </a:extLst>
          </p:cNvPr>
          <p:cNvGrpSpPr/>
          <p:nvPr/>
        </p:nvGrpSpPr>
        <p:grpSpPr>
          <a:xfrm>
            <a:off x="5255100" y="1663947"/>
            <a:ext cx="540000" cy="540000"/>
            <a:chOff x="1048950" y="618723"/>
            <a:chExt cx="540000" cy="54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96380D6A-3C35-A3B9-2B66-A1546D933763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4E84705A-BFD8-C544-6EA8-32FE68316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E8447875-D1A1-3964-65AF-B38023004054}"/>
              </a:ext>
            </a:extLst>
          </p:cNvPr>
          <p:cNvGrpSpPr/>
          <p:nvPr/>
        </p:nvGrpSpPr>
        <p:grpSpPr>
          <a:xfrm>
            <a:off x="3875438" y="3063750"/>
            <a:ext cx="540000" cy="540000"/>
            <a:chOff x="1048950" y="618723"/>
            <a:chExt cx="540000" cy="540000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B0B7DABA-3C61-74F7-67C8-5B0ACDD72B4E}"/>
                </a:ext>
              </a:extLst>
            </p:cNvPr>
            <p:cNvSpPr/>
            <p:nvPr/>
          </p:nvSpPr>
          <p:spPr>
            <a:xfrm>
              <a:off x="1048950" y="618723"/>
              <a:ext cx="540000" cy="54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5D6AEF9F-C16E-1231-BEA1-7B50F9457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51025" y="717471"/>
              <a:ext cx="360000" cy="360000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7BC192A8-7E9F-0CC0-4B0E-706A5B8FD960}"/>
              </a:ext>
            </a:extLst>
          </p:cNvPr>
          <p:cNvGrpSpPr/>
          <p:nvPr/>
        </p:nvGrpSpPr>
        <p:grpSpPr>
          <a:xfrm>
            <a:off x="6785475" y="3077499"/>
            <a:ext cx="651600" cy="540000"/>
            <a:chOff x="217350" y="639497"/>
            <a:chExt cx="651600" cy="5400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66B0180A-A4B5-63D4-2A7E-079AB50061FF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A6C22841-18EC-F5A1-999F-7528293A5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982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E1178-9457-A682-8644-A2562B81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>
            <a:extLst>
              <a:ext uri="{FF2B5EF4-FFF2-40B4-BE49-F238E27FC236}">
                <a16:creationId xmlns:a16="http://schemas.microsoft.com/office/drawing/2014/main" id="{A6061757-536E-BA25-CD6D-6EFD5A1B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274" y="-206375"/>
            <a:ext cx="4229101" cy="3378200"/>
          </a:xfrm>
        </p:spPr>
        <p:txBody>
          <a:bodyPr>
            <a:normAutofit/>
          </a:bodyPr>
          <a:lstStyle/>
          <a:p>
            <a:r>
              <a:rPr lang="de-DE" sz="8000" dirty="0"/>
              <a:t>Ergebnis: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0FD14A8B-CFD0-9C0E-4FA5-8E5BAE029E76}"/>
              </a:ext>
            </a:extLst>
          </p:cNvPr>
          <p:cNvSpPr/>
          <p:nvPr/>
        </p:nvSpPr>
        <p:spPr>
          <a:xfrm>
            <a:off x="4817925" y="2604975"/>
            <a:ext cx="1440000" cy="90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3E45C53A-7F02-779C-2BA2-85ACC3520586}"/>
              </a:ext>
            </a:extLst>
          </p:cNvPr>
          <p:cNvGrpSpPr/>
          <p:nvPr/>
        </p:nvGrpSpPr>
        <p:grpSpPr>
          <a:xfrm>
            <a:off x="5766300" y="2467899"/>
            <a:ext cx="651600" cy="540000"/>
            <a:chOff x="217350" y="639497"/>
            <a:chExt cx="651600" cy="540000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1F201F2F-5ECD-E823-8CDC-0B469E37DA46}"/>
                </a:ext>
              </a:extLst>
            </p:cNvPr>
            <p:cNvSpPr/>
            <p:nvPr/>
          </p:nvSpPr>
          <p:spPr>
            <a:xfrm>
              <a:off x="245925" y="639497"/>
              <a:ext cx="540000" cy="540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9CED8133-D0A2-353C-7D12-26C0C3CDC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350" y="696538"/>
              <a:ext cx="651600" cy="43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0223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8C88E-1D41-CA19-E4B3-BF43C791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36B89E-E355-E99E-C264-6F01812D7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24" y="1612900"/>
            <a:ext cx="7591426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2.1 </a:t>
            </a:r>
            <a:r>
              <a:rPr lang="de-DE" sz="8000" b="1" dirty="0" err="1"/>
              <a:t>Lattice</a:t>
            </a:r>
            <a:r>
              <a:rPr lang="de-DE" sz="8000" b="1" dirty="0"/>
              <a:t> Ansatz Absolut</a:t>
            </a:r>
          </a:p>
        </p:txBody>
      </p:sp>
    </p:spTree>
    <p:extLst>
      <p:ext uri="{BB962C8B-B14F-4D97-AF65-F5344CB8AC3E}">
        <p14:creationId xmlns:p14="http://schemas.microsoft.com/office/powerpoint/2010/main" val="25148909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17B13-D647-04BB-1D1F-9F1858EB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D74D1723-BDA3-12ED-F9B0-6DDB02378617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BCF30C1-9640-7550-ADCD-42A9161E04D9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BB4993D-2115-8442-4E78-7D13D2B31451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29F0B8C-15F3-5F68-BD4A-2F49D8C686B7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2680A01-F539-D926-2695-800BB4FF7FE8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FA59844-E726-E1B4-5A8E-A0F85A562486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F3F4E69-EBB9-3D28-18C2-0AA9D06885CD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41372D11-016C-415E-46CA-CA131C0826D7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E4EA7AB-C7C9-3665-06A8-17609DC14D2A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0CE0633-8AFA-9C28-2A8A-4573B744B950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FB285D0-F314-0976-4D0F-876955328729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CD58D6E-C01E-64A3-08F8-5C58B94BF620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6AD6EDF-45A5-0F13-DB7D-AC934EDD8212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2AF7F54C-A2EC-E1E0-6A7F-C85D7C9C6CC7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529077D-98AE-D437-8C13-6BD783877A15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28DE7760-ED42-E75A-2B98-149CF259E0D7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5ADF0C01-9226-96CE-C066-D591AC337740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0772560-3E4E-9049-A505-B9C0A6182790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A6761EB-E703-4829-2B0C-BA6BE823AB3C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93FBA709-273C-39AB-078D-7D8413079819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9D9ED058-2C30-2051-4821-8152FC18F2AA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74DE13D0-DCA7-8E74-42D3-E152AE3A1510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89C65AE8-D329-A928-CE6E-2E809A0B2E4F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6A5E4382-E3C4-0CC6-8BF2-7D9799E1B3E5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F9ECA26F-52EA-BE68-ABF8-F784DC9B2B2C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56F1825B-167D-C18D-78B8-23A6D4922A28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8D424059-D6CA-922C-EAA8-6086AAB27753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E5C89FD9-F6D8-AB0B-0ECC-8C5230162F51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F25AAC79-2F9F-51CD-816C-38EAB71D73A8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10E86755-CBD7-EE75-EF54-EC1B9CA1A6BC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D40D7978-42C7-8684-F9B3-F8C9878D56C6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43C03089-A01D-4877-AF8B-1231D44FA08C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8C38E4BA-530E-AD59-F258-7C9EB8DB1D4C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EB73B66D-0E49-4D5D-32F5-F8D790BE528F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4ECB3059-C878-A969-A9DB-D26060D336B1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1D09751D-F679-4B8D-F729-424DD9D13E0C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9BC0591A-CCEC-3795-628A-DFD9779BE188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1DA947B2-13E8-FB08-F1D5-4EE6B2E4260A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E3EBCE95-4D52-BD32-6C17-74C8DBC1B993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DC69EECF-2D12-4517-06F1-E3319BA79035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EA8D6D0D-FD16-F6FD-F985-B4039EA4CDE4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CE006015-F96C-E67E-1630-71C911C45602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695CAB0F-21F1-4A58-4641-57BBEA6A41C6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799657"/>
      </p:ext>
    </p:extLst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3E07-F79E-6A1F-BE89-58B820FF9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C229F843-20B2-6456-56E3-1580A6A1DF9E}"/>
              </a:ext>
            </a:extLst>
          </p:cNvPr>
          <p:cNvSpPr/>
          <p:nvPr/>
        </p:nvSpPr>
        <p:spPr>
          <a:xfrm>
            <a:off x="41607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91FE5F9-E093-BB2F-A305-67C630E373B3}"/>
              </a:ext>
            </a:extLst>
          </p:cNvPr>
          <p:cNvSpPr/>
          <p:nvPr/>
        </p:nvSpPr>
        <p:spPr>
          <a:xfrm>
            <a:off x="14270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12FC7A3-0FE1-F1F3-10D9-53E48486C434}"/>
              </a:ext>
            </a:extLst>
          </p:cNvPr>
          <p:cNvSpPr/>
          <p:nvPr/>
        </p:nvSpPr>
        <p:spPr>
          <a:xfrm>
            <a:off x="32939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AA039CF-A061-5CC9-9FCE-4DC635F637A5}"/>
              </a:ext>
            </a:extLst>
          </p:cNvPr>
          <p:cNvSpPr/>
          <p:nvPr/>
        </p:nvSpPr>
        <p:spPr>
          <a:xfrm>
            <a:off x="50941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CF751D1-2654-6894-76C4-64B8829B70FA}"/>
              </a:ext>
            </a:extLst>
          </p:cNvPr>
          <p:cNvSpPr/>
          <p:nvPr/>
        </p:nvSpPr>
        <p:spPr>
          <a:xfrm>
            <a:off x="68086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2738760-5621-1A9A-E27F-2DFCE4E63F7B}"/>
              </a:ext>
            </a:extLst>
          </p:cNvPr>
          <p:cNvSpPr/>
          <p:nvPr/>
        </p:nvSpPr>
        <p:spPr>
          <a:xfrm>
            <a:off x="3316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C88F021-0716-CD06-9EDD-2C21AF07039C}"/>
              </a:ext>
            </a:extLst>
          </p:cNvPr>
          <p:cNvSpPr/>
          <p:nvPr/>
        </p:nvSpPr>
        <p:spPr>
          <a:xfrm>
            <a:off x="18937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B6713A5-D0E5-A221-3834-9EAED2D046C2}"/>
              </a:ext>
            </a:extLst>
          </p:cNvPr>
          <p:cNvSpPr/>
          <p:nvPr/>
        </p:nvSpPr>
        <p:spPr>
          <a:xfrm>
            <a:off x="34177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133F894-59C3-D153-3143-AC396785FCEA}"/>
              </a:ext>
            </a:extLst>
          </p:cNvPr>
          <p:cNvSpPr/>
          <p:nvPr/>
        </p:nvSpPr>
        <p:spPr>
          <a:xfrm>
            <a:off x="4922700" y="321457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9950054-276D-196A-BFC5-77F508AD1BC5}"/>
              </a:ext>
            </a:extLst>
          </p:cNvPr>
          <p:cNvSpPr/>
          <p:nvPr/>
        </p:nvSpPr>
        <p:spPr>
          <a:xfrm>
            <a:off x="6427650" y="320017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04E6579-7495-1822-EFBD-30FE8143550E}"/>
              </a:ext>
            </a:extLst>
          </p:cNvPr>
          <p:cNvSpPr/>
          <p:nvPr/>
        </p:nvSpPr>
        <p:spPr>
          <a:xfrm>
            <a:off x="7951650" y="31953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F7F62CB-EB8C-8B34-9D6E-441B67A6BDBF}"/>
              </a:ext>
            </a:extLst>
          </p:cNvPr>
          <p:cNvSpPr/>
          <p:nvPr/>
        </p:nvSpPr>
        <p:spPr>
          <a:xfrm>
            <a:off x="14270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FAD69DE-96E8-1602-003C-8517B6043BB0}"/>
              </a:ext>
            </a:extLst>
          </p:cNvPr>
          <p:cNvSpPr/>
          <p:nvPr/>
        </p:nvSpPr>
        <p:spPr>
          <a:xfrm>
            <a:off x="32939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370835A-935B-75FA-5ED8-F4D17F4F54F8}"/>
              </a:ext>
            </a:extLst>
          </p:cNvPr>
          <p:cNvSpPr/>
          <p:nvPr/>
        </p:nvSpPr>
        <p:spPr>
          <a:xfrm>
            <a:off x="50941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5D4BCE7-D357-7BD5-06A1-BF7113891501}"/>
              </a:ext>
            </a:extLst>
          </p:cNvPr>
          <p:cNvSpPr/>
          <p:nvPr/>
        </p:nvSpPr>
        <p:spPr>
          <a:xfrm>
            <a:off x="68086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8F6893F-C9B8-1CE5-303F-9B72CC8E98B7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21470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1EF6C43-2378-BBC8-E0E2-6BE0A271829E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0139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8E7F2FF-A232-91A0-55B8-CEC9D3D03E03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48807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A3B07954-B95B-9F6B-994D-29BB933A4BFC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53898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BFCFC224-705F-2941-8A39-8659188B1886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0516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D7D4ADCD-640D-68FE-4462-0D0760447874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21470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1714721D-2466-A0DC-B5F9-7D32A128B916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26561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0F67D5E2-1E96-EAEE-418F-E038C5A4282D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0516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969EC2BD-1196-655C-08B1-F07D91260247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0139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45B0C60-5986-25B4-893B-51727F9144B5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45230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A2F60FF7-B8D4-A11C-A1EE-F8ADB26C1650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26137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A9C46C12-880C-1B40-7715-310850480573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41377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2FEE628B-A3C0-6347-7D19-8723E905E4A2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63232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32488FC7-9BCD-7052-EF2D-C722A46B4010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56427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A1DE190C-B4A0-3909-17F9-13198694F3A9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71476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B9DFBD79-3685-7546-E6C6-01385DC1276B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0377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18FA6CAF-0FA4-B60F-9E4E-7951170EC62C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0516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5848F64B-8CFC-6DE1-F3DC-33CFC7587516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15607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D526142E-14C2-19AA-1A74-267B0F88B3E7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21470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C039E2C9-B974-A984-20B1-C6C670923706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31228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071A6505-88C2-ACD6-BB6A-C636FE2D31FE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22691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F9E2851F-1A09-7C20-DA14-83D0B6C724BC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46468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404C5D3D-E53A-CC6E-CBEA-2211B37830D7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0139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CCD28B17-7A05-AFFF-8303-E5BF9A8B026A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56427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A13EA0B7-BC1D-0E94-4122-B15E305EAFBB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0139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DE56998D-2C61-FB77-624E-4CD91A249DF2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71476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FDB2C33E-D304-F3CF-11F5-9B6E6396B54E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58141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0C6FC947-E82B-8DCE-AC44-86C34E9A6B18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75286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F6FD0DAD-D394-887B-FB56-0A0BEDBBF122}"/>
              </a:ext>
            </a:extLst>
          </p:cNvPr>
          <p:cNvSpPr/>
          <p:nvPr/>
        </p:nvSpPr>
        <p:spPr>
          <a:xfrm>
            <a:off x="181867" y="3146348"/>
            <a:ext cx="9466958" cy="10446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0E89166D-1FEF-5082-992E-2320D579291D}"/>
                  </a:ext>
                </a:extLst>
              </p:cNvPr>
              <p:cNvSpPr txBox="1"/>
              <p:nvPr/>
            </p:nvSpPr>
            <p:spPr>
              <a:xfrm>
                <a:off x="8085712" y="528207"/>
                <a:ext cx="4146135" cy="10622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Jetzt spielt nur noch eine Ebene eine Rolle</a:t>
                </a:r>
              </a:p>
              <a:p>
                <a:endParaRPr lang="de-DE" dirty="0"/>
              </a:p>
              <a:p>
                <a:r>
                  <a:rPr lang="de-DE" dirty="0"/>
                  <a:t>Also gibt es nur noch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r>
                                <a:rPr lang="de-DE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e-DE" dirty="0"/>
                  <a:t> Kandidaten</a:t>
                </a: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0E89166D-1FEF-5082-992E-2320D5792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712" y="528207"/>
                <a:ext cx="4146135" cy="1062214"/>
              </a:xfrm>
              <a:prstGeom prst="rect">
                <a:avLst/>
              </a:prstGeom>
              <a:blipFill>
                <a:blip r:embed="rId2"/>
                <a:stretch>
                  <a:fillRect l="-1175" t="-3448" r="-441" b="-229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14579546-8911-E0C4-487E-A620A92C6779}"/>
                  </a:ext>
                </a:extLst>
              </p:cNvPr>
              <p:cNvSpPr txBox="1"/>
              <p:nvPr/>
            </p:nvSpPr>
            <p:spPr>
              <a:xfrm>
                <a:off x="8789670" y="4580850"/>
                <a:ext cx="2484783" cy="11082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Worst Case im Use Case:</a:t>
                </a:r>
              </a:p>
              <a:p>
                <a:endParaRPr lang="de-DE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smtClean="0">
                                  <a:latin typeface="Cambria Math" panose="02040503050406030204" pitchFamily="18" charset="0"/>
                                </a:rPr>
                                <m:t>137</m:t>
                              </m:r>
                            </m:e>
                          </m:mr>
                          <m:mr>
                            <m:e>
                              <m:r>
                                <a:rPr lang="de-DE" i="0" smtClean="0">
                                  <a:latin typeface="Cambria Math" panose="02040503050406030204" pitchFamily="18" charset="0"/>
                                </a:rPr>
                                <m:t>68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e-DE" dirty="0"/>
                  <a:t> Kandidaten </a:t>
                </a: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14579546-8911-E0C4-487E-A620A92C6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9670" y="4580850"/>
                <a:ext cx="2484783" cy="1108252"/>
              </a:xfrm>
              <a:prstGeom prst="rect">
                <a:avLst/>
              </a:prstGeom>
              <a:blipFill>
                <a:blip r:embed="rId3"/>
                <a:stretch>
                  <a:fillRect l="-2211" t="-2747" r="-12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796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E9DAD-D48F-869E-4E54-9A697173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E00A461C-392E-E7CE-37D8-2111F2DE80E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717675"/>
                <a:ext cx="10515600" cy="289242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de-DE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de-DE" dirty="0"/>
                  <a:t>11.811.992.587.857.559.144.487.432.770.927.051.864.5000</a:t>
                </a:r>
                <a:br>
                  <a:rPr lang="de-DE" dirty="0"/>
                </a:br>
                <a:br>
                  <a:rPr lang="de-DE" dirty="0"/>
                </a:br>
                <a:r>
                  <a:rPr lang="de-DE" dirty="0"/>
                  <a:t>=1,18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0" dirty="0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de-DE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DE" i="0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de-DE" dirty="0"/>
                  <a:t> Möglichkeiten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E00A461C-392E-E7CE-37D8-2111F2DE80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717675"/>
                <a:ext cx="10515600" cy="2892425"/>
              </a:xfrm>
              <a:blipFill>
                <a:blip r:embed="rId2"/>
                <a:stretch>
                  <a:fillRect l="-2377" r="-2145" b="-37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888666"/>
      </p:ext>
    </p:extLst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F8AD6-6772-6097-61A6-2DC389E2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C5ACFB0F-1CB9-36D7-8961-59D895660C2D}"/>
              </a:ext>
            </a:extLst>
          </p:cNvPr>
          <p:cNvSpPr/>
          <p:nvPr/>
        </p:nvSpPr>
        <p:spPr>
          <a:xfrm>
            <a:off x="41607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4C7871B-13ED-273B-8227-CFA45D95EF8B}"/>
              </a:ext>
            </a:extLst>
          </p:cNvPr>
          <p:cNvSpPr/>
          <p:nvPr/>
        </p:nvSpPr>
        <p:spPr>
          <a:xfrm>
            <a:off x="14270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C449DA-1950-DE4D-0B3F-646461B8DE4D}"/>
              </a:ext>
            </a:extLst>
          </p:cNvPr>
          <p:cNvSpPr/>
          <p:nvPr/>
        </p:nvSpPr>
        <p:spPr>
          <a:xfrm>
            <a:off x="32939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65CC8A4-7876-494B-39B2-F0882C18F916}"/>
              </a:ext>
            </a:extLst>
          </p:cNvPr>
          <p:cNvSpPr/>
          <p:nvPr/>
        </p:nvSpPr>
        <p:spPr>
          <a:xfrm>
            <a:off x="50941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8A12AE7A-67BA-3C6E-388E-194FB8539BF9}"/>
              </a:ext>
            </a:extLst>
          </p:cNvPr>
          <p:cNvSpPr/>
          <p:nvPr/>
        </p:nvSpPr>
        <p:spPr>
          <a:xfrm>
            <a:off x="68086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1559711-92C3-D00A-EB66-91DF92AA2C7B}"/>
              </a:ext>
            </a:extLst>
          </p:cNvPr>
          <p:cNvSpPr/>
          <p:nvPr/>
        </p:nvSpPr>
        <p:spPr>
          <a:xfrm>
            <a:off x="3316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9CEB28F-4A91-F0B4-725C-3A404896AF23}"/>
              </a:ext>
            </a:extLst>
          </p:cNvPr>
          <p:cNvSpPr/>
          <p:nvPr/>
        </p:nvSpPr>
        <p:spPr>
          <a:xfrm>
            <a:off x="18937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AFB1DE9-B955-F4E1-E069-151BEA1ED801}"/>
              </a:ext>
            </a:extLst>
          </p:cNvPr>
          <p:cNvSpPr/>
          <p:nvPr/>
        </p:nvSpPr>
        <p:spPr>
          <a:xfrm>
            <a:off x="34177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4BBB262-19AB-5662-ACD2-E92F63726BB2}"/>
              </a:ext>
            </a:extLst>
          </p:cNvPr>
          <p:cNvSpPr/>
          <p:nvPr/>
        </p:nvSpPr>
        <p:spPr>
          <a:xfrm>
            <a:off x="4922700" y="321457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63118C5-6F61-5478-0EBA-73D1B88F36B3}"/>
              </a:ext>
            </a:extLst>
          </p:cNvPr>
          <p:cNvSpPr/>
          <p:nvPr/>
        </p:nvSpPr>
        <p:spPr>
          <a:xfrm>
            <a:off x="6427650" y="320017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C97DEA1-736D-D2EB-6329-31BE17387198}"/>
              </a:ext>
            </a:extLst>
          </p:cNvPr>
          <p:cNvSpPr/>
          <p:nvPr/>
        </p:nvSpPr>
        <p:spPr>
          <a:xfrm>
            <a:off x="7951650" y="31953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3BBFB877-2200-4E55-38D1-6E28B98568BA}"/>
              </a:ext>
            </a:extLst>
          </p:cNvPr>
          <p:cNvSpPr/>
          <p:nvPr/>
        </p:nvSpPr>
        <p:spPr>
          <a:xfrm>
            <a:off x="14270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A77B3A1-9149-F6B7-3C1B-D1C9E38D0981}"/>
              </a:ext>
            </a:extLst>
          </p:cNvPr>
          <p:cNvSpPr/>
          <p:nvPr/>
        </p:nvSpPr>
        <p:spPr>
          <a:xfrm>
            <a:off x="32939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ACE157F-62F3-EBAB-E573-7B649B5DE46D}"/>
              </a:ext>
            </a:extLst>
          </p:cNvPr>
          <p:cNvSpPr/>
          <p:nvPr/>
        </p:nvSpPr>
        <p:spPr>
          <a:xfrm>
            <a:off x="50941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0828F94B-8146-FD54-15D6-840BF2BF7DCB}"/>
              </a:ext>
            </a:extLst>
          </p:cNvPr>
          <p:cNvSpPr/>
          <p:nvPr/>
        </p:nvSpPr>
        <p:spPr>
          <a:xfrm>
            <a:off x="68086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A45D1C8-3157-82E6-8C6F-263B0FFC01E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21470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F43695F-3B0D-B0EA-843D-F8CF5A19CF7C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0139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98DDD72E-E2BD-8A86-9EA3-3E39BB76B94B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48807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39F202DD-B825-0B63-DF60-FCC087B8B2D4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53898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B68E48F1-9831-9B0A-EC6A-601DD31578AD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0516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45017063-6BF9-5C85-6FF4-BC99AFC19FE9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21470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C43D74A9-81BD-013C-CD80-7EDE574978F9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26561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F17E1735-056B-1A10-057B-EF9AF067235D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0516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2698AE19-CA86-E8E9-F8D8-74014C1ADD5B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0139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07CD6946-912F-0BC6-98FB-A7ED61942F94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45230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8B724456-B8DF-D20F-03F1-3AACB787F79C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26137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5D873D54-9D24-21FB-68BF-62742B62EB2A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41377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10312E9E-4242-4E81-AD8C-C87C99DBAEB5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63232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3328A508-BD4F-A9B6-DC17-8C7D2F18F488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56427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3D101B07-227F-4AB9-1D5A-320309C3B5F4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71476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059A8D05-3ED2-6A5A-E54A-4D4D5F91369F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0377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C3FCE565-D664-69E4-85A9-C9EEB782C1B8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0516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CB02576A-9C06-3389-5350-4597CC18CBFD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15607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D9DBC4BD-F19E-263A-645E-1F8B18D2F1E6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21470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6A1F4521-ABC9-2C02-1CCF-DF81BC7490AD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31228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C974C4C1-1ED0-3C35-0A43-0CDD35FC348D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22691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A9FA42EF-9ED0-46DE-1625-E38E3764C47A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46468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E568EBDC-F877-A6C6-E347-C8E1405415B8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0139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28AD7EFB-6C08-F49E-C49C-09DB259FB0BB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56427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D94997BE-1020-40FF-95F4-7F0233BBE0C7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0139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F996E8A8-D8F4-A9CB-38DB-87855957FCB7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71476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A26C93C2-687E-F060-530B-4159825813FB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58141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4EB76D3D-3B83-7BCF-BFCE-30577BAD61BF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75286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00BC2760-1065-9DBA-5D1C-D0049A55F79F}"/>
              </a:ext>
            </a:extLst>
          </p:cNvPr>
          <p:cNvSpPr/>
          <p:nvPr/>
        </p:nvSpPr>
        <p:spPr>
          <a:xfrm>
            <a:off x="181867" y="3146348"/>
            <a:ext cx="9466958" cy="10446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304ED9-6B9D-F691-FF82-AB54F8F9F5B7}"/>
              </a:ext>
            </a:extLst>
          </p:cNvPr>
          <p:cNvSpPr txBox="1"/>
          <p:nvPr/>
        </p:nvSpPr>
        <p:spPr>
          <a:xfrm>
            <a:off x="8085712" y="528207"/>
            <a:ext cx="3881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Wir betrachten jeden Knoten </a:t>
            </a:r>
            <a:br>
              <a:rPr lang="de-DE" sz="2400" dirty="0"/>
            </a:br>
            <a:r>
              <a:rPr lang="de-DE" sz="2400" dirty="0"/>
              <a:t>als Folge von Bits</a:t>
            </a:r>
          </a:p>
        </p:txBody>
      </p:sp>
    </p:spTree>
    <p:extLst>
      <p:ext uri="{BB962C8B-B14F-4D97-AF65-F5344CB8AC3E}">
        <p14:creationId xmlns:p14="http://schemas.microsoft.com/office/powerpoint/2010/main" val="518280787"/>
      </p:ext>
    </p:extLst>
  </p:cSld>
  <p:clrMapOvr>
    <a:masterClrMapping/>
  </p:clrMapOvr>
  <p:transition spd="slow"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9B8E0-ECEE-6829-2A70-4C2D4704F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C8596DE7-C5BB-5488-EA1B-DF84B357A87D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B251B37-44D4-7E59-4B05-44957B8CACE2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17247B9-FA1A-45BD-A2CE-916A19F8ABF9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0A22101-1219-8FB1-4598-0DA1B982B3C5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5D34F2B-F575-BF5E-E455-2EC395EB0CD5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CB78DA3-9336-FF68-0EE4-D1E599DC7183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0A50316-6861-2188-673C-81BE7AD1B5F7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1543307-2CAB-24AB-434E-B9B1F5FB2DD8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DEC692E-FB26-01AF-9687-4CA14E3BE798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92BB3B1-EB35-DBA5-FCBB-9E68925B2550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133C33AE-5D54-2155-48FD-BEFABA93A071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61B6A16D-6A93-CD19-B65E-18EB552E2C71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5916AA54-5549-3901-1F21-316054FDF355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65B1AFC9-56B3-CE3A-0642-53C15FCCFA19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A104280-DA5E-FAD4-ED89-21ED418E5BE7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A46EC08D-E5A1-52A7-C562-94CC1C5C2577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7320DA3-55FB-31D6-E162-679D629D5878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3E1FAEC1-81F8-9C70-5A5B-622444E56B55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DB99857A-7011-8C77-25B5-8DE582C120F8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DB8411AE-8397-574E-E97D-BDAC800B9F87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F4AFAEDC-E246-D970-136D-F86A72AE3202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D2A0777E-6ED5-E517-AC40-D81A01F7D199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5353DB67-2DBE-1344-30D1-3DE106017E42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64B34EFC-FDB4-D3A7-0BBA-6176D3992E9E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4E352B13-421D-2666-B614-14FB64080796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09059953-BABB-FE39-3EFF-F1139EA44247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D27EB2E3-35EF-9F3D-EF28-60503F2B0C38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3668FFE3-8CC6-E222-41DA-E024D97A3CC3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D47016D8-B39B-7C7E-DB2D-EBC0D322BC41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29809134-21CD-FECE-AC66-93716BDB6FE7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27DD5FDB-B94F-C842-A99E-0FBA88B1DE9E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47E60EFA-E6CD-DDF8-71C6-E040BA9E9A5F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E5B7593B-B528-66FB-7C0A-9AFFBE87B088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546BACFE-BC63-810D-5A42-270FAC028CDA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03E9A1AD-BBBF-CAF7-B6B5-ABA7114B88DA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0759B073-3A58-2F45-E941-1B89C0168C2A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C5D7EE45-ECF7-FB5D-F7F0-E1CBAFE2A636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2D907A26-F394-C24F-16AB-2544FA71AE80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1EC571E3-18F4-6BBF-B08F-C95CD9DA2355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AAE1FE2F-261A-D296-C14F-ACBBD22833D1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C51E8DF4-1F6D-9D78-5A95-C91E042FDC98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87256F6D-4240-41C5-55F1-781E0A1955D5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7B28D79F-967F-6659-DB4E-93E5EE27E304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00E0E768-2F7F-BD52-D489-C6A9B59B0EE1}"/>
              </a:ext>
            </a:extLst>
          </p:cNvPr>
          <p:cNvSpPr/>
          <p:nvPr/>
        </p:nvSpPr>
        <p:spPr>
          <a:xfrm>
            <a:off x="1067692" y="3146348"/>
            <a:ext cx="9466958" cy="10446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0826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60A54-1170-2791-08D6-FA34342F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06F6FD3D-DC78-E1B3-83EA-1BDE87F41A5B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B875A71-8785-1777-CB18-A3653AF2C052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7D26A7B-80F7-15D9-F41F-A528F0F37687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12DAC160-1D79-2A7D-BB1E-73E7CF4061A3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8F6332C7-E6C3-BD47-6499-029DC583D5BF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9D51C7B-D9B7-FDBE-EE17-6A3D9788934E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1 1 0 0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534EF85-3AC5-5900-34D9-CB298C0C82E5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1 0 1 0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CF9EF9C-6A73-2397-66E6-6C701D480678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1 0 0 1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576B482-FE6E-B299-0D12-61E7C6F22266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0 1 1 0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C4296D6-2E6D-BAE2-0E99-A27F21756ED2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0 1 0 1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84EE4BD-0222-0725-FAB1-01800A75EBB0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0 0 1 1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BC1B73B-E799-167E-C89D-179F72DD00CE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267E589-0FD1-4965-A988-32DE6640AE18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286F55A9-E1AD-CEDA-7E18-4EFF0C0FFCDB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2ED8CCFB-3C65-D91C-BFB8-5DC600DF6B4F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88EA75A-A538-9DF4-8A90-9E54E884A043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298FFD5-EFE8-5B6A-75BC-E2E5173A3E40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D424614D-EBDA-8D65-DDE3-36A152931FAE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4E4C9EB1-54AC-A8F3-05CD-D5EE93F1F020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E019158C-1DD3-AAC9-2F41-53798C013820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F74F1A1D-4B9C-D3E9-B68A-FA7EB62096BB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06F277FF-43F5-9525-8DDD-CF74BAA59595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0726217F-BBCA-9BF3-4425-B847FD45CBA7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60F0C163-8A1F-3E4B-575B-3CAB29833BDF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2103940-D2C8-CD44-1799-9E440A6E1978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E3A58F59-E23B-F501-5AEA-05FA984042ED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C54ED397-8AD7-5E25-901F-DAAC7113FDB6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3AFA40ED-D0B3-6774-97F7-BCF8B5544A48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88286236-6A61-9BC5-FFCB-AA7637235503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8C5E192F-D174-5CCE-2242-A96479B01977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88E24961-6C6D-B07D-63C8-0CD48F87269E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1EACC381-CB62-8C2D-255C-F87678C204A0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0F362AA6-1125-8AE8-9E41-BE3FEFBAE056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B077DAA1-9242-4BC8-C2A3-432674A8F691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3B64EBF-CAD1-AF53-500D-A7C865BFE46C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CB56ACF8-0F15-9455-FB39-9FC383B90391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D9193FD0-900B-FC86-4EC0-30751E107A4A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C625E80B-8F92-8980-D21A-AEB4BA426DBC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43B4E274-40D3-36FE-9F52-B88F6C754917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B009B039-7321-3112-A809-13308C70A671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40713583-106F-A579-0EAD-2F27767665E8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C4D6A7F6-5759-A107-CA3B-F3C87AE659E9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C29D6B6D-F8AA-2C84-7C53-63F68835F21E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00737D4F-CCB3-0316-94CF-572FCC5CC2E5}"/>
              </a:ext>
            </a:extLst>
          </p:cNvPr>
          <p:cNvSpPr/>
          <p:nvPr/>
        </p:nvSpPr>
        <p:spPr>
          <a:xfrm>
            <a:off x="1067692" y="3146348"/>
            <a:ext cx="9466958" cy="10446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054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BC528-277E-0FD3-1661-D3E670328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55D1BE-523D-18C4-81A8-DB622A31A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723" y="1565275"/>
            <a:ext cx="6153152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Tabu Search</a:t>
            </a:r>
          </a:p>
        </p:txBody>
      </p:sp>
    </p:spTree>
    <p:extLst>
      <p:ext uri="{BB962C8B-B14F-4D97-AF65-F5344CB8AC3E}">
        <p14:creationId xmlns:p14="http://schemas.microsoft.com/office/powerpoint/2010/main" val="957627236"/>
      </p:ext>
    </p:extLst>
  </p:cSld>
  <p:clrMapOvr>
    <a:masterClrMapping/>
  </p:clrMapOvr>
  <p:transition spd="slow"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F04F0-F17D-6789-950C-7CCA4C9E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212D269D-B74E-F604-005E-7F0B48A8C5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843213" y="1181099"/>
                <a:ext cx="6505575" cy="5476876"/>
              </a:xfrm>
            </p:spPr>
            <p:txBody>
              <a:bodyPr>
                <a:normAutofit/>
              </a:bodyPr>
              <a:lstStyle/>
              <a:p>
                <a:r>
                  <a:rPr lang="de-DE" sz="3200" dirty="0"/>
                  <a:t>Initialisiere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3200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3200" dirty="0"/>
                  <a:t> ; k = 0</a:t>
                </a:r>
                <a:br>
                  <a:rPr lang="de-DE" sz="3200" dirty="0"/>
                </a:br>
                <a:r>
                  <a:rPr lang="de-DE" sz="3200" dirty="0" err="1"/>
                  <a:t>while</a:t>
                </a:r>
                <a:r>
                  <a:rPr lang="de-DE" sz="3200" dirty="0"/>
                  <a:t>(Abbruchkriterium nicht erfüllt){</a:t>
                </a:r>
                <a:br>
                  <a:rPr lang="de-DE" sz="3200" dirty="0"/>
                </a:br>
                <a:r>
                  <a:rPr lang="de-DE" sz="3200" dirty="0"/>
                  <a:t>	Identifiziere 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dirty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de-DE" sz="3200" dirty="0"/>
                  <a:t> )</a:t>
                </a:r>
                <a:br>
                  <a:rPr lang="de-DE" sz="3200" dirty="0"/>
                </a:br>
                <a:r>
                  <a:rPr lang="de-DE" sz="3200" dirty="0"/>
                  <a:t>	Wähle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de-DE" sz="3200" dirty="0" smtClean="0"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de-DE" sz="3200" dirty="0"/>
                  <a:t> 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dirty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de-DE" sz="3200" dirty="0"/>
                  <a:t> )</a:t>
                </a:r>
                <a:br>
                  <a:rPr lang="de-DE" sz="3200" dirty="0"/>
                </a:br>
                <a:r>
                  <a:rPr lang="de-DE" sz="3200" dirty="0"/>
                  <a:t>	</a:t>
                </a:r>
                <a:r>
                  <a:rPr lang="de-DE" sz="3200" dirty="0" err="1"/>
                  <a:t>if</a:t>
                </a:r>
                <a:r>
                  <a:rPr lang="de-DE" sz="32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dirty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 akzeptiert){</a:t>
                </a:r>
                <a:br>
                  <a:rPr lang="de-DE" sz="3200" dirty="0"/>
                </a:br>
                <a:r>
                  <a:rPr lang="de-DE" sz="3200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dirty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de-DE" sz="3200" b="0" i="0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dirty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br>
                  <a:rPr lang="de-DE" sz="3200" dirty="0"/>
                </a:br>
                <a:r>
                  <a:rPr lang="de-DE" sz="3200" dirty="0"/>
                  <a:t>	}</a:t>
                </a:r>
                <a:r>
                  <a:rPr lang="de-DE" sz="3200" dirty="0" err="1"/>
                  <a:t>else</a:t>
                </a:r>
                <a:r>
                  <a:rPr lang="de-DE" sz="3200" dirty="0"/>
                  <a:t>{</a:t>
                </a:r>
                <a:br>
                  <a:rPr lang="de-DE" sz="3200" dirty="0"/>
                </a:br>
                <a:r>
                  <a:rPr lang="de-DE" sz="3200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dirty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de-DE" sz="3200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sz="32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dirty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br>
                  <a:rPr lang="de-DE" sz="3200" dirty="0"/>
                </a:br>
                <a:r>
                  <a:rPr lang="de-DE" sz="3200" dirty="0"/>
                  <a:t>	}</a:t>
                </a:r>
                <a:br>
                  <a:rPr lang="de-DE" sz="3200" dirty="0"/>
                </a:br>
                <a:r>
                  <a:rPr lang="de-DE" sz="3200" dirty="0"/>
                  <a:t>	k++;</a:t>
                </a:r>
                <a:br>
                  <a:rPr lang="de-DE" sz="3200" dirty="0"/>
                </a:br>
                <a:r>
                  <a:rPr lang="de-DE" sz="3200" dirty="0"/>
                  <a:t>}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212D269D-B74E-F604-005E-7F0B48A8C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843213" y="1181099"/>
                <a:ext cx="6505575" cy="5476876"/>
              </a:xfrm>
              <a:blipFill>
                <a:blip r:embed="rId2"/>
                <a:stretch>
                  <a:fillRect l="-2341" r="-5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el 1">
            <a:extLst>
              <a:ext uri="{FF2B5EF4-FFF2-40B4-BE49-F238E27FC236}">
                <a16:creationId xmlns:a16="http://schemas.microsoft.com/office/drawing/2014/main" id="{B5B72C36-28E9-07BB-6149-432F8658B190}"/>
              </a:ext>
            </a:extLst>
          </p:cNvPr>
          <p:cNvSpPr txBox="1">
            <a:spLocks/>
          </p:cNvSpPr>
          <p:nvPr/>
        </p:nvSpPr>
        <p:spPr>
          <a:xfrm>
            <a:off x="2124074" y="-850901"/>
            <a:ext cx="7943852" cy="337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400" b="1" dirty="0" err="1"/>
              <a:t>Meta</a:t>
            </a:r>
            <a:r>
              <a:rPr lang="de-DE" sz="5400" b="1" dirty="0"/>
              <a:t> Heuristiken Generell</a:t>
            </a:r>
          </a:p>
        </p:txBody>
      </p:sp>
    </p:spTree>
    <p:extLst>
      <p:ext uri="{BB962C8B-B14F-4D97-AF65-F5344CB8AC3E}">
        <p14:creationId xmlns:p14="http://schemas.microsoft.com/office/powerpoint/2010/main" val="462031383"/>
      </p:ext>
    </p:extLst>
  </p:cSld>
  <p:clrMapOvr>
    <a:masterClrMapping/>
  </p:clrMapOvr>
  <p:transition spd="slow">
    <p:push dir="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52EC-DC17-AE58-30CB-85914B392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85A8593-5262-7783-FB6A-A6CEF38C6E8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</p:spPr>
            <p:txBody>
              <a:bodyPr>
                <a:normAutofit/>
              </a:bodyPr>
              <a:lstStyle/>
              <a:p>
                <a:r>
                  <a:rPr lang="de-DE" sz="3200" dirty="0"/>
                  <a:t>1.) Kandidaten-Raum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3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3200" dirty="0"/>
                  <a:t>wird generiert über das Tauschen von Bits</a:t>
                </a:r>
                <a:br>
                  <a:rPr lang="de-DE" sz="3200" dirty="0"/>
                </a:br>
                <a:r>
                  <a:rPr lang="de-DE" sz="3200" dirty="0"/>
                  <a:t>2.) Kandidat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dirty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 = Bit-Folge mit höchsten Abd Score in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de-DE" sz="3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de-DE" sz="3200" dirty="0"/>
                </a:br>
                <a:r>
                  <a:rPr lang="de-DE" sz="3200" dirty="0"/>
                  <a:t>3.)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dirty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 wird immer akzeptiert</a:t>
                </a:r>
                <a:br>
                  <a:rPr lang="de-DE" sz="3200" dirty="0"/>
                </a:br>
                <a:r>
                  <a:rPr lang="de-DE" sz="3200" dirty="0"/>
                  <a:t>4.) Vollzogener Bit-Tausch landet auf Tabu Liste für n Runden</a:t>
                </a:r>
                <a:br>
                  <a:rPr lang="de-DE" sz="3200" dirty="0"/>
                </a:br>
                <a:r>
                  <a:rPr lang="de-DE" sz="3200" dirty="0"/>
                  <a:t>5.) Optimaler Kandidat wird im Hintergrund mitgeschrieben</a:t>
                </a:r>
                <a:br>
                  <a:rPr lang="de-DE" sz="3200" dirty="0"/>
                </a:br>
                <a:r>
                  <a:rPr lang="de-DE" sz="3200" dirty="0"/>
                  <a:t>6.) Bricht ab, wenn m Runden lang kein neues Optimum gefunden </a:t>
                </a:r>
                <a:r>
                  <a:rPr lang="de-DE" sz="3200" dirty="0">
                    <a:solidFill>
                      <a:schemeClr val="bg1"/>
                    </a:solidFill>
                  </a:rPr>
                  <a:t>……</a:t>
                </a:r>
                <a:r>
                  <a:rPr lang="de-DE" sz="3200" dirty="0"/>
                  <a:t>wurde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85A8593-5262-7783-FB6A-A6CEF38C6E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66699" y="466724"/>
                <a:ext cx="11925301" cy="3343275"/>
              </a:xfrm>
              <a:blipFill>
                <a:blip r:embed="rId2"/>
                <a:stretch>
                  <a:fillRect l="-1329" t="-1095" b="-32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6229E00-7B79-2634-54F2-FB3ECC369141}"/>
              </a:ext>
            </a:extLst>
          </p:cNvPr>
          <p:cNvGrpSpPr/>
          <p:nvPr/>
        </p:nvGrpSpPr>
        <p:grpSpPr>
          <a:xfrm>
            <a:off x="4531379" y="3571875"/>
            <a:ext cx="2488546" cy="2414860"/>
            <a:chOff x="4883804" y="3545813"/>
            <a:chExt cx="2691085" cy="2691085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22CFB7C6-A7D8-1CC6-4809-1D08201FA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40000" y1="25500" x2="62000" y2="27500"/>
                          <a14:foregroundMark x1="49500" y1="47000" x2="59000" y2="4600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83804" y="3545813"/>
              <a:ext cx="2691085" cy="2691085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2F3DD2DF-B445-FCA2-63CE-D73CE6D2C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0938" y="4670751"/>
              <a:ext cx="676819" cy="6768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636830"/>
      </p:ext>
    </p:extLst>
  </p:cSld>
  <p:clrMapOvr>
    <a:masterClrMapping/>
  </p:clrMapOvr>
  <p:transition spd="slow">
    <p:push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E6669-6AB3-DDAC-5158-09F1B80E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E8FBEDEE-8E20-2D86-DC6D-0BF3B0B6ECE7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CEFBFBC-E9C3-9989-3A78-C5FD5578F9B8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F029D28-7F4C-CC59-D444-547606117DA5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CFF3CE0-BAA5-A2E9-E0FC-25248D6C5311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8A6824E-57DD-C8C1-1337-3DA5AB1B1A49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D033D95-B5A7-62CA-5ED6-A987FF43A502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1 1 0 0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B39498C-686E-D0DF-FAA8-C3F3C4CDFE53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1 0 1 0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05EF520-6946-9C20-45CD-4F894862D138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1 0 0 1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20E86BD-C17D-5E82-B520-2D79A6D322F3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0 1 1 0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C4C1629-5D89-61A7-99A0-C2F06A2CF64C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0 1 0 1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8441740-D0FC-6D71-6D07-9DE650BF969D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0 0 1 1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5224CE9-E102-45D7-68CD-502CBE325DE5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FB7C77EF-3C40-4368-04FE-95B79A858157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6F20836-19FC-F478-F2CE-EA5794E7DB93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E833E86-0AC4-BFCF-C20E-E39E24F92C23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B4AEBAD-A111-F095-45B8-FBCD1741E96D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26DE29FB-E20B-EDDA-FD3E-225161F17E5A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B5F5E22-2F16-6989-D872-55CE31785C20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BC2299D-8F62-14F0-0E31-0A413E8D41C2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E40D5ADF-1D1A-A1E5-0773-EC0F553C95DC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540B481D-4D82-4243-EAE3-5ED490AB05DF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2F2867A4-89FB-BF49-4A04-8B6F1D4EC6CB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6417DEC7-F6E3-4408-887F-940A21A39E51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C6657F95-0F74-A331-E8B3-8B4A357CD6B4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FA089C10-DF74-044A-297B-B5B95253A71A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BA93259-96D5-C946-BBC6-080348D92299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69B91AA1-C205-F966-3E88-87B349D0D6A3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48533E19-2FD4-3107-0230-DA7616FE783A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D8A1A745-C67A-AE63-85CA-EB24F9E160D4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CE30B5B3-9063-4583-C897-7760AF78E59F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C24342C3-EAFD-9F4D-024D-B81CE2C79453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4EEAF7E4-6A1B-D036-7923-B57B124565F4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C7B33882-10EB-FACB-4AC7-2A8036A7A384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3BAB8A90-C876-0D16-3DC8-188010172DF9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447A481D-FD6E-C3FF-2879-F5E2B50CBD2D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10503033-B8CA-2AC2-6227-0FE9B530B4EC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9E3A4D21-2BE1-5321-589D-4F49C22EE8C8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1C1C4DF6-E503-358A-8229-F355E3D32578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521306A9-89D8-B1AA-4910-DE052F7C43AF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6228C5E8-EA37-50FF-6FDA-EA7C8D7EAB88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AAA433A1-138E-7258-DC42-36EFA11B119E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3E42E428-B55E-A83C-26DB-589695E9ECB3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C0C9B3ED-D08E-F912-146E-8F15D2EC14A4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BEB8A58C-7CBD-7F43-6975-6BD96018AF05}"/>
              </a:ext>
            </a:extLst>
          </p:cNvPr>
          <p:cNvSpPr/>
          <p:nvPr/>
        </p:nvSpPr>
        <p:spPr>
          <a:xfrm>
            <a:off x="1067692" y="3146348"/>
            <a:ext cx="9466958" cy="10446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1551948"/>
      </p:ext>
    </p:extLst>
  </p:cSld>
  <p:clrMapOvr>
    <a:masterClrMapping/>
  </p:clrMapOvr>
  <p:transition spd="slow">
    <p:push dir="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FBDA7-3F2E-54AE-EB83-89D90AA9B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33A571A7-C3A8-B182-8F30-3B46D1B02A74}"/>
              </a:ext>
            </a:extLst>
          </p:cNvPr>
          <p:cNvSpPr/>
          <p:nvPr/>
        </p:nvSpPr>
        <p:spPr>
          <a:xfrm>
            <a:off x="1246050" y="6477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1 1 0 0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0DB1B57-C3EA-5C66-57C4-508C119AB617}"/>
              </a:ext>
            </a:extLst>
          </p:cNvPr>
          <p:cNvSpPr/>
          <p:nvPr/>
        </p:nvSpPr>
        <p:spPr>
          <a:xfrm>
            <a:off x="2808150" y="6477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1 0 1 0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46E42BA-4CD5-12F0-F60F-E1D6690C53B2}"/>
              </a:ext>
            </a:extLst>
          </p:cNvPr>
          <p:cNvSpPr/>
          <p:nvPr/>
        </p:nvSpPr>
        <p:spPr>
          <a:xfrm>
            <a:off x="4332150" y="6477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1 0 0 1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47226EA-A425-D9BB-48DD-A844F2BB3E6A}"/>
              </a:ext>
            </a:extLst>
          </p:cNvPr>
          <p:cNvSpPr/>
          <p:nvPr/>
        </p:nvSpPr>
        <p:spPr>
          <a:xfrm>
            <a:off x="5837100" y="64282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0 1 1 0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E1E2968-E2A5-907D-AECC-8BC5D5049BD1}"/>
              </a:ext>
            </a:extLst>
          </p:cNvPr>
          <p:cNvSpPr/>
          <p:nvPr/>
        </p:nvSpPr>
        <p:spPr>
          <a:xfrm>
            <a:off x="7342050" y="62842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0 1 0 1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647FA9E-DF00-F163-A110-0259A8DE2D52}"/>
              </a:ext>
            </a:extLst>
          </p:cNvPr>
          <p:cNvSpPr/>
          <p:nvPr/>
        </p:nvSpPr>
        <p:spPr>
          <a:xfrm>
            <a:off x="8866050" y="6235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0 0 1 1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F443FB5-F703-D19E-4268-61DB3FB33A5D}"/>
              </a:ext>
            </a:extLst>
          </p:cNvPr>
          <p:cNvSpPr/>
          <p:nvPr/>
        </p:nvSpPr>
        <p:spPr>
          <a:xfrm>
            <a:off x="1067692" y="574598"/>
            <a:ext cx="9466958" cy="10446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869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2E341-B673-927E-BE26-2E81687E5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A3380F91-A46A-9A14-ABEA-C2E656BAF44D}"/>
              </a:ext>
            </a:extLst>
          </p:cNvPr>
          <p:cNvSpPr/>
          <p:nvPr/>
        </p:nvSpPr>
        <p:spPr>
          <a:xfrm>
            <a:off x="1246050" y="647700"/>
            <a:ext cx="1440000" cy="90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1 1 0 0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9E48041-DC84-7EF3-D757-347C55C6D8E9}"/>
              </a:ext>
            </a:extLst>
          </p:cNvPr>
          <p:cNvSpPr/>
          <p:nvPr/>
        </p:nvSpPr>
        <p:spPr>
          <a:xfrm>
            <a:off x="2808150" y="6477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1 0 1 0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37077C2-5ADF-3A26-1057-7BB90464EC59}"/>
              </a:ext>
            </a:extLst>
          </p:cNvPr>
          <p:cNvSpPr/>
          <p:nvPr/>
        </p:nvSpPr>
        <p:spPr>
          <a:xfrm>
            <a:off x="4332150" y="6477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1 0 0 1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21DFC214-D8EA-D852-6C1E-8D15240B5D75}"/>
              </a:ext>
            </a:extLst>
          </p:cNvPr>
          <p:cNvSpPr/>
          <p:nvPr/>
        </p:nvSpPr>
        <p:spPr>
          <a:xfrm>
            <a:off x="5837100" y="64282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0 1 1 0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44965B3-CD1E-FC50-28DF-580629DDF034}"/>
              </a:ext>
            </a:extLst>
          </p:cNvPr>
          <p:cNvSpPr/>
          <p:nvPr/>
        </p:nvSpPr>
        <p:spPr>
          <a:xfrm>
            <a:off x="7342050" y="62842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0 1 0 1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34DA4A8-0880-EAF1-2867-C933962726FC}"/>
              </a:ext>
            </a:extLst>
          </p:cNvPr>
          <p:cNvSpPr/>
          <p:nvPr/>
        </p:nvSpPr>
        <p:spPr>
          <a:xfrm>
            <a:off x="8866050" y="62355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0 0 1 1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1BC2E83-941E-2083-9BC7-50DA25F2A95E}"/>
              </a:ext>
            </a:extLst>
          </p:cNvPr>
          <p:cNvSpPr/>
          <p:nvPr/>
        </p:nvSpPr>
        <p:spPr>
          <a:xfrm>
            <a:off x="1067692" y="574598"/>
            <a:ext cx="9466958" cy="10446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E3264A97-4742-F494-1FE2-31B07889156E}"/>
                  </a:ext>
                </a:extLst>
              </p:cNvPr>
              <p:cNvSpPr/>
              <p:nvPr/>
            </p:nvSpPr>
            <p:spPr>
              <a:xfrm>
                <a:off x="1508850" y="23622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400" dirty="0">
                    <a:solidFill>
                      <a:schemeClr val="tx1"/>
                    </a:solidFill>
                  </a:rPr>
                  <a:t>Start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E3264A97-4742-F494-1FE2-31B0788915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850" y="2362200"/>
                <a:ext cx="914400" cy="781050"/>
              </a:xfrm>
              <a:prstGeom prst="rect">
                <a:avLst/>
              </a:prstGeom>
              <a:blipFill>
                <a:blip r:embed="rId2"/>
                <a:stretch>
                  <a:fillRect l="-2614" t="-8397" r="-7843" b="-22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78923E96-0AC3-237B-D1D3-F9E310D374BB}"/>
              </a:ext>
            </a:extLst>
          </p:cNvPr>
          <p:cNvCxnSpPr>
            <a:cxnSpLocks/>
            <a:stCxn id="4" idx="0"/>
            <a:endCxn id="9" idx="4"/>
          </p:cNvCxnSpPr>
          <p:nvPr/>
        </p:nvCxnSpPr>
        <p:spPr>
          <a:xfrm flipV="1">
            <a:off x="1966050" y="1547700"/>
            <a:ext cx="0" cy="814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Geschweifte Klammer links 18">
            <a:extLst>
              <a:ext uri="{FF2B5EF4-FFF2-40B4-BE49-F238E27FC236}">
                <a16:creationId xmlns:a16="http://schemas.microsoft.com/office/drawing/2014/main" id="{5D0100CC-BAB5-97B2-BB75-AB54BFA0700E}"/>
              </a:ext>
            </a:extLst>
          </p:cNvPr>
          <p:cNvSpPr/>
          <p:nvPr/>
        </p:nvSpPr>
        <p:spPr>
          <a:xfrm rot="16200000">
            <a:off x="5492775" y="-927074"/>
            <a:ext cx="604649" cy="5973898"/>
          </a:xfrm>
          <a:prstGeom prst="leftBrace">
            <a:avLst>
              <a:gd name="adj1" fmla="val 8333"/>
              <a:gd name="adj2" fmla="val 4154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7C579DE-F805-45F2-B80A-EEA26CEDDD94}"/>
              </a:ext>
            </a:extLst>
          </p:cNvPr>
          <p:cNvSpPr txBox="1"/>
          <p:nvPr/>
        </p:nvSpPr>
        <p:spPr>
          <a:xfrm>
            <a:off x="5991225" y="2247900"/>
            <a:ext cx="31053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(2,3): Abd(1 0 1 0) = 0,4</a:t>
            </a:r>
          </a:p>
          <a:p>
            <a:r>
              <a:rPr lang="de-DE" sz="2400" dirty="0"/>
              <a:t>(2,4): Abd(1 0 0 1) = 0,6</a:t>
            </a:r>
          </a:p>
          <a:p>
            <a:r>
              <a:rPr lang="de-DE" sz="2400" dirty="0"/>
              <a:t>(1,3): Abd(0 1 1 0) = 0,7</a:t>
            </a:r>
          </a:p>
          <a:p>
            <a:r>
              <a:rPr lang="de-DE" sz="2400" dirty="0"/>
              <a:t>(1,4): Abd(0 1 0 1) = 0,5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2438FDF-DEA6-2890-569A-DD4FC6561498}"/>
              </a:ext>
            </a:extLst>
          </p:cNvPr>
          <p:cNvSpPr/>
          <p:nvPr/>
        </p:nvSpPr>
        <p:spPr>
          <a:xfrm>
            <a:off x="9564825" y="4349827"/>
            <a:ext cx="2259150" cy="19335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278233D-ADDE-6D4B-CB27-4CB9A09F3A3E}"/>
              </a:ext>
            </a:extLst>
          </p:cNvPr>
          <p:cNvSpPr/>
          <p:nvPr/>
        </p:nvSpPr>
        <p:spPr>
          <a:xfrm>
            <a:off x="368025" y="4349827"/>
            <a:ext cx="2259150" cy="19335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D22F9BC4-9878-0A53-04D9-A2824C5C2C8F}"/>
                  </a:ext>
                </a:extLst>
              </p:cNvPr>
              <p:cNvSpPr txBox="1"/>
              <p:nvPr/>
            </p:nvSpPr>
            <p:spPr>
              <a:xfrm>
                <a:off x="612467" y="5142067"/>
                <a:ext cx="18934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2400" dirty="0"/>
                  <a:t>Abd</a:t>
                </a:r>
                <a14:m>
                  <m:oMath xmlns:m="http://schemas.openxmlformats.org/officeDocument/2006/math">
                    <m:r>
                      <a:rPr lang="de-DE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1 1 0 0</m:t>
                    </m:r>
                    <m:r>
                      <a:rPr lang="de-DE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</a:t>
                </a:r>
                <a:br>
                  <a:rPr lang="de-DE" sz="2400" dirty="0"/>
                </a:br>
                <a:r>
                  <a:rPr lang="de-DE" sz="2400" dirty="0"/>
                  <a:t>= 0,8</a:t>
                </a:r>
              </a:p>
              <a:p>
                <a:pPr algn="ctr"/>
                <a:endParaRPr lang="de-DE" sz="2400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D22F9BC4-9878-0A53-04D9-A2824C5C2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67" y="5142067"/>
                <a:ext cx="1893468" cy="1200329"/>
              </a:xfrm>
              <a:prstGeom prst="rect">
                <a:avLst/>
              </a:prstGeom>
              <a:blipFill>
                <a:blip r:embed="rId3"/>
                <a:stretch>
                  <a:fillRect l="-4502" t="-4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1C7532B9-EDA6-CBD4-2AC3-07412BA946E6}"/>
                  </a:ext>
                </a:extLst>
              </p:cNvPr>
              <p:cNvSpPr/>
              <p:nvPr/>
            </p:nvSpPr>
            <p:spPr>
              <a:xfrm>
                <a:off x="4857750" y="23622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400" dirty="0">
                    <a:solidFill>
                      <a:schemeClr val="tx1"/>
                    </a:solidFill>
                  </a:rPr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24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1C7532B9-EDA6-CBD4-2AC3-07412BA946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0" y="2362200"/>
                <a:ext cx="914400" cy="781050"/>
              </a:xfrm>
              <a:prstGeom prst="rect">
                <a:avLst/>
              </a:prstGeom>
              <a:blipFill>
                <a:blip r:embed="rId4"/>
                <a:stretch>
                  <a:fillRect l="-7190" r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214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ECF29-C2AE-504C-541E-368A2131A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>
            <a:extLst>
              <a:ext uri="{FF2B5EF4-FFF2-40B4-BE49-F238E27FC236}">
                <a16:creationId xmlns:a16="http://schemas.microsoft.com/office/drawing/2014/main" id="{36222071-6010-656E-86BB-A81BDBD7FAD8}"/>
              </a:ext>
            </a:extLst>
          </p:cNvPr>
          <p:cNvSpPr/>
          <p:nvPr/>
        </p:nvSpPr>
        <p:spPr>
          <a:xfrm>
            <a:off x="5956049" y="3032730"/>
            <a:ext cx="3782125" cy="367695"/>
          </a:xfrm>
          <a:prstGeom prst="rect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E9F97D8-F810-9123-171E-E930A39C4CF3}"/>
              </a:ext>
            </a:extLst>
          </p:cNvPr>
          <p:cNvSpPr/>
          <p:nvPr/>
        </p:nvSpPr>
        <p:spPr>
          <a:xfrm>
            <a:off x="1246050" y="647700"/>
            <a:ext cx="1440000" cy="90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1 1 0 0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A272A7B-704B-D674-DD8D-27089833AA4A}"/>
              </a:ext>
            </a:extLst>
          </p:cNvPr>
          <p:cNvSpPr/>
          <p:nvPr/>
        </p:nvSpPr>
        <p:spPr>
          <a:xfrm>
            <a:off x="2808150" y="64770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1 0 1 0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D441B97-7141-FAC0-523B-B0A45F60ED1F}"/>
              </a:ext>
            </a:extLst>
          </p:cNvPr>
          <p:cNvSpPr/>
          <p:nvPr/>
        </p:nvSpPr>
        <p:spPr>
          <a:xfrm>
            <a:off x="4332150" y="64770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1 0 0 1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369E258-530A-C9FB-279B-160E44E98AB0}"/>
              </a:ext>
            </a:extLst>
          </p:cNvPr>
          <p:cNvSpPr/>
          <p:nvPr/>
        </p:nvSpPr>
        <p:spPr>
          <a:xfrm>
            <a:off x="5837100" y="642825"/>
            <a:ext cx="1440000" cy="90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0 1 1 0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B386194-F146-9B42-50AC-72C6C667F8A4}"/>
              </a:ext>
            </a:extLst>
          </p:cNvPr>
          <p:cNvSpPr/>
          <p:nvPr/>
        </p:nvSpPr>
        <p:spPr>
          <a:xfrm>
            <a:off x="7342050" y="628425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0 1 0 1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B1B7225-F1F4-35B9-5B1D-E840F2C48768}"/>
              </a:ext>
            </a:extLst>
          </p:cNvPr>
          <p:cNvSpPr/>
          <p:nvPr/>
        </p:nvSpPr>
        <p:spPr>
          <a:xfrm>
            <a:off x="8866050" y="62355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0 0 1 1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1A319A9-E486-7642-C521-4ABD210F290C}"/>
              </a:ext>
            </a:extLst>
          </p:cNvPr>
          <p:cNvSpPr/>
          <p:nvPr/>
        </p:nvSpPr>
        <p:spPr>
          <a:xfrm>
            <a:off x="1067692" y="574598"/>
            <a:ext cx="9466958" cy="10446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58713977-E873-467C-F6D1-330AFDA29990}"/>
                  </a:ext>
                </a:extLst>
              </p:cNvPr>
              <p:cNvSpPr/>
              <p:nvPr/>
            </p:nvSpPr>
            <p:spPr>
              <a:xfrm>
                <a:off x="1508850" y="23622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400" dirty="0">
                    <a:solidFill>
                      <a:schemeClr val="tx1"/>
                    </a:solidFill>
                  </a:rPr>
                  <a:t>Start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58713977-E873-467C-F6D1-330AFDA299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850" y="2362200"/>
                <a:ext cx="914400" cy="781050"/>
              </a:xfrm>
              <a:prstGeom prst="rect">
                <a:avLst/>
              </a:prstGeom>
              <a:blipFill>
                <a:blip r:embed="rId2"/>
                <a:stretch>
                  <a:fillRect l="-2614" t="-8397" r="-7843" b="-22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CF808281-93AB-52EF-93DF-F92AF17E729D}"/>
              </a:ext>
            </a:extLst>
          </p:cNvPr>
          <p:cNvCxnSpPr>
            <a:cxnSpLocks/>
            <a:stCxn id="4" idx="0"/>
            <a:endCxn id="9" idx="4"/>
          </p:cNvCxnSpPr>
          <p:nvPr/>
        </p:nvCxnSpPr>
        <p:spPr>
          <a:xfrm flipV="1">
            <a:off x="1966050" y="1547700"/>
            <a:ext cx="0" cy="814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AD0AF34D-0990-8982-F330-7F84A0CA322E}"/>
                  </a:ext>
                </a:extLst>
              </p:cNvPr>
              <p:cNvSpPr/>
              <p:nvPr/>
            </p:nvSpPr>
            <p:spPr>
              <a:xfrm>
                <a:off x="4857750" y="23622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400" dirty="0">
                    <a:solidFill>
                      <a:schemeClr val="tx1"/>
                    </a:solidFill>
                  </a:rPr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24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AD0AF34D-0990-8982-F330-7F84A0CA32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0" y="2362200"/>
                <a:ext cx="914400" cy="781050"/>
              </a:xfrm>
              <a:prstGeom prst="rect">
                <a:avLst/>
              </a:prstGeom>
              <a:blipFill>
                <a:blip r:embed="rId3"/>
                <a:stretch>
                  <a:fillRect l="-7190" r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Geschweifte Klammer links 18">
            <a:extLst>
              <a:ext uri="{FF2B5EF4-FFF2-40B4-BE49-F238E27FC236}">
                <a16:creationId xmlns:a16="http://schemas.microsoft.com/office/drawing/2014/main" id="{1F9B679A-858B-A128-4EDA-EF57F34880C6}"/>
              </a:ext>
            </a:extLst>
          </p:cNvPr>
          <p:cNvSpPr/>
          <p:nvPr/>
        </p:nvSpPr>
        <p:spPr>
          <a:xfrm rot="16200000">
            <a:off x="5492775" y="-927074"/>
            <a:ext cx="604649" cy="5973898"/>
          </a:xfrm>
          <a:prstGeom prst="leftBrace">
            <a:avLst>
              <a:gd name="adj1" fmla="val 8333"/>
              <a:gd name="adj2" fmla="val 4154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ECC391C0-669A-8A62-1459-36988052AC1E}"/>
              </a:ext>
            </a:extLst>
          </p:cNvPr>
          <p:cNvSpPr txBox="1"/>
          <p:nvPr/>
        </p:nvSpPr>
        <p:spPr>
          <a:xfrm>
            <a:off x="5991225" y="2247900"/>
            <a:ext cx="31053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(2,3): Abd(1 0 1 0) = 0,4</a:t>
            </a:r>
          </a:p>
          <a:p>
            <a:r>
              <a:rPr lang="de-DE" sz="2400" dirty="0"/>
              <a:t>(2,4): Abd(1 0 0 1) = 0,6</a:t>
            </a:r>
          </a:p>
          <a:p>
            <a:r>
              <a:rPr lang="de-DE" sz="2400" dirty="0"/>
              <a:t>(1,3): Abd(0 1 1 0) = 0,7</a:t>
            </a:r>
          </a:p>
          <a:p>
            <a:r>
              <a:rPr lang="de-DE" sz="2400" dirty="0"/>
              <a:t>(1,4): Abd(0 1 0 1) = 0,5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D25B2C85-A4AE-C469-F5E5-2A0579CF7ED3}"/>
                  </a:ext>
                </a:extLst>
              </p:cNvPr>
              <p:cNvSpPr txBox="1"/>
              <p:nvPr/>
            </p:nvSpPr>
            <p:spPr>
              <a:xfrm>
                <a:off x="8943151" y="2967335"/>
                <a:ext cx="7235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 dirty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D25B2C85-A4AE-C469-F5E5-2A0579CF7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151" y="2967335"/>
                <a:ext cx="723596" cy="461665"/>
              </a:xfrm>
              <a:prstGeom prst="rect">
                <a:avLst/>
              </a:prstGeom>
              <a:blipFill>
                <a:blip r:embed="rId4"/>
                <a:stretch>
                  <a:fillRect l="-12605" t="-10526" b="-289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hteck 27">
            <a:extLst>
              <a:ext uri="{FF2B5EF4-FFF2-40B4-BE49-F238E27FC236}">
                <a16:creationId xmlns:a16="http://schemas.microsoft.com/office/drawing/2014/main" id="{C7FC30A9-16E0-5237-5BC3-94E6F9352EB8}"/>
              </a:ext>
            </a:extLst>
          </p:cNvPr>
          <p:cNvSpPr/>
          <p:nvPr/>
        </p:nvSpPr>
        <p:spPr>
          <a:xfrm>
            <a:off x="9564825" y="4349827"/>
            <a:ext cx="2259150" cy="19335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6C0D380-A4A1-E589-DCA4-6851A6AF9BE7}"/>
              </a:ext>
            </a:extLst>
          </p:cNvPr>
          <p:cNvSpPr/>
          <p:nvPr/>
        </p:nvSpPr>
        <p:spPr>
          <a:xfrm>
            <a:off x="368025" y="4349827"/>
            <a:ext cx="2259150" cy="19335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F9A3D3B0-26DD-615E-8C8A-CEA7F65917E1}"/>
              </a:ext>
            </a:extLst>
          </p:cNvPr>
          <p:cNvSpPr txBox="1"/>
          <p:nvPr/>
        </p:nvSpPr>
        <p:spPr>
          <a:xfrm>
            <a:off x="10238247" y="4854949"/>
            <a:ext cx="758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(1,3)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F7BF38DF-5A39-BB87-2E84-302A109B1F80}"/>
                  </a:ext>
                </a:extLst>
              </p:cNvPr>
              <p:cNvSpPr txBox="1"/>
              <p:nvPr/>
            </p:nvSpPr>
            <p:spPr>
              <a:xfrm>
                <a:off x="612467" y="5142067"/>
                <a:ext cx="18934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2400" dirty="0"/>
                  <a:t>Abd</a:t>
                </a:r>
                <a14:m>
                  <m:oMath xmlns:m="http://schemas.openxmlformats.org/officeDocument/2006/math">
                    <m:r>
                      <a:rPr lang="de-DE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1 1 0 0</m:t>
                    </m:r>
                    <m:r>
                      <a:rPr lang="de-DE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</a:t>
                </a:r>
                <a:br>
                  <a:rPr lang="de-DE" sz="2400" dirty="0"/>
                </a:br>
                <a:r>
                  <a:rPr lang="de-DE" sz="2400" dirty="0"/>
                  <a:t>= 0,8</a:t>
                </a:r>
              </a:p>
              <a:p>
                <a:pPr algn="ctr"/>
                <a:endParaRPr lang="de-DE" sz="2400" dirty="0"/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F7BF38DF-5A39-BB87-2E84-302A109B1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67" y="5142067"/>
                <a:ext cx="1893468" cy="1200329"/>
              </a:xfrm>
              <a:prstGeom prst="rect">
                <a:avLst/>
              </a:prstGeom>
              <a:blipFill>
                <a:blip r:embed="rId5"/>
                <a:stretch>
                  <a:fillRect l="-4502" t="-4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1350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27F81-69B7-E35D-E241-7972F5C4E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>
            <a:extLst>
              <a:ext uri="{FF2B5EF4-FFF2-40B4-BE49-F238E27FC236}">
                <a16:creationId xmlns:a16="http://schemas.microsoft.com/office/drawing/2014/main" id="{61BBF7EB-7FA6-876E-DE23-C2D93A1D7033}"/>
              </a:ext>
            </a:extLst>
          </p:cNvPr>
          <p:cNvSpPr/>
          <p:nvPr/>
        </p:nvSpPr>
        <p:spPr>
          <a:xfrm>
            <a:off x="5956049" y="3032730"/>
            <a:ext cx="3782125" cy="367695"/>
          </a:xfrm>
          <a:prstGeom prst="rect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C5B9C50-B30C-B61D-A22B-8A09E4230762}"/>
              </a:ext>
            </a:extLst>
          </p:cNvPr>
          <p:cNvSpPr/>
          <p:nvPr/>
        </p:nvSpPr>
        <p:spPr>
          <a:xfrm>
            <a:off x="1246050" y="647700"/>
            <a:ext cx="1440000" cy="90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1 1 0 0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54915CC-7D42-7F81-96A9-B91CA4A3FE7C}"/>
              </a:ext>
            </a:extLst>
          </p:cNvPr>
          <p:cNvSpPr/>
          <p:nvPr/>
        </p:nvSpPr>
        <p:spPr>
          <a:xfrm>
            <a:off x="2808150" y="64770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1 0 1 0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9FEF2A0-11C0-FE89-AE63-761DEB529577}"/>
              </a:ext>
            </a:extLst>
          </p:cNvPr>
          <p:cNvSpPr/>
          <p:nvPr/>
        </p:nvSpPr>
        <p:spPr>
          <a:xfrm>
            <a:off x="4332150" y="64770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1 0 0 1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C4E325A-EE19-FA22-7852-5B16C4CA8815}"/>
              </a:ext>
            </a:extLst>
          </p:cNvPr>
          <p:cNvSpPr/>
          <p:nvPr/>
        </p:nvSpPr>
        <p:spPr>
          <a:xfrm>
            <a:off x="5837100" y="642825"/>
            <a:ext cx="1440000" cy="90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0 1 1 0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CAFAF58-C04F-7E88-0C1B-54BDA2DA86B5}"/>
              </a:ext>
            </a:extLst>
          </p:cNvPr>
          <p:cNvSpPr/>
          <p:nvPr/>
        </p:nvSpPr>
        <p:spPr>
          <a:xfrm>
            <a:off x="7342050" y="628425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0 1 0 1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124EBF2-6AA5-F0EA-C0F5-92E24C6375BA}"/>
              </a:ext>
            </a:extLst>
          </p:cNvPr>
          <p:cNvSpPr/>
          <p:nvPr/>
        </p:nvSpPr>
        <p:spPr>
          <a:xfrm>
            <a:off x="8866050" y="62355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0 0 1 1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579AC58-EDE4-AEA6-138A-3C7600876314}"/>
              </a:ext>
            </a:extLst>
          </p:cNvPr>
          <p:cNvSpPr/>
          <p:nvPr/>
        </p:nvSpPr>
        <p:spPr>
          <a:xfrm>
            <a:off x="1067692" y="574598"/>
            <a:ext cx="9466958" cy="10446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F643F904-50EE-EDB0-E96F-E7EB5709C7C2}"/>
                  </a:ext>
                </a:extLst>
              </p:cNvPr>
              <p:cNvSpPr/>
              <p:nvPr/>
            </p:nvSpPr>
            <p:spPr>
              <a:xfrm>
                <a:off x="1508850" y="23622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400" dirty="0">
                    <a:solidFill>
                      <a:schemeClr val="tx1"/>
                    </a:solidFill>
                  </a:rPr>
                  <a:t>Start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F643F904-50EE-EDB0-E96F-E7EB5709C7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850" y="2362200"/>
                <a:ext cx="914400" cy="781050"/>
              </a:xfrm>
              <a:prstGeom prst="rect">
                <a:avLst/>
              </a:prstGeom>
              <a:blipFill>
                <a:blip r:embed="rId2"/>
                <a:stretch>
                  <a:fillRect l="-2614" t="-8397" r="-7843" b="-22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8E4C0422-FB28-2019-FDD7-ECB65D55502D}"/>
              </a:ext>
            </a:extLst>
          </p:cNvPr>
          <p:cNvCxnSpPr>
            <a:cxnSpLocks/>
            <a:stCxn id="4" idx="0"/>
            <a:endCxn id="9" idx="4"/>
          </p:cNvCxnSpPr>
          <p:nvPr/>
        </p:nvCxnSpPr>
        <p:spPr>
          <a:xfrm flipV="1">
            <a:off x="1966050" y="1547700"/>
            <a:ext cx="0" cy="814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Geschweifte Klammer links 18">
            <a:extLst>
              <a:ext uri="{FF2B5EF4-FFF2-40B4-BE49-F238E27FC236}">
                <a16:creationId xmlns:a16="http://schemas.microsoft.com/office/drawing/2014/main" id="{F10F943C-8870-2284-3288-A86956B709C6}"/>
              </a:ext>
            </a:extLst>
          </p:cNvPr>
          <p:cNvSpPr/>
          <p:nvPr/>
        </p:nvSpPr>
        <p:spPr>
          <a:xfrm rot="16200000">
            <a:off x="5492775" y="-927074"/>
            <a:ext cx="604649" cy="5973898"/>
          </a:xfrm>
          <a:prstGeom prst="leftBrace">
            <a:avLst>
              <a:gd name="adj1" fmla="val 8333"/>
              <a:gd name="adj2" fmla="val 4154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287D026-F5DB-7122-A5CF-CDD4D7213D79}"/>
              </a:ext>
            </a:extLst>
          </p:cNvPr>
          <p:cNvSpPr txBox="1"/>
          <p:nvPr/>
        </p:nvSpPr>
        <p:spPr>
          <a:xfrm>
            <a:off x="5991225" y="2247900"/>
            <a:ext cx="31053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(2,3): Abd(1 0 1 0) = 0,4</a:t>
            </a:r>
          </a:p>
          <a:p>
            <a:r>
              <a:rPr lang="de-DE" sz="2400" dirty="0"/>
              <a:t>(2,4): Abd(1 0 0 1) = 0,6</a:t>
            </a:r>
          </a:p>
          <a:p>
            <a:r>
              <a:rPr lang="de-DE" sz="2400" dirty="0"/>
              <a:t>(1,3): Abd(0 1 1 0) = 0,7</a:t>
            </a:r>
          </a:p>
          <a:p>
            <a:r>
              <a:rPr lang="de-DE" sz="2400" dirty="0"/>
              <a:t>(1,4): Abd(0 1 0 1) = 0,5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5CC8707C-B54B-91DF-D2E1-0F1311BCD6C6}"/>
                  </a:ext>
                </a:extLst>
              </p:cNvPr>
              <p:cNvSpPr txBox="1"/>
              <p:nvPr/>
            </p:nvSpPr>
            <p:spPr>
              <a:xfrm>
                <a:off x="8943151" y="2967335"/>
                <a:ext cx="7235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 dirty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5CC8707C-B54B-91DF-D2E1-0F1311BCD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151" y="2967335"/>
                <a:ext cx="723596" cy="461665"/>
              </a:xfrm>
              <a:prstGeom prst="rect">
                <a:avLst/>
              </a:prstGeom>
              <a:blipFill>
                <a:blip r:embed="rId3"/>
                <a:stretch>
                  <a:fillRect l="-12605" t="-10526" b="-289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hteck 27">
            <a:extLst>
              <a:ext uri="{FF2B5EF4-FFF2-40B4-BE49-F238E27FC236}">
                <a16:creationId xmlns:a16="http://schemas.microsoft.com/office/drawing/2014/main" id="{0AD92A5C-959D-D0C1-66A3-1214BFE81CF5}"/>
              </a:ext>
            </a:extLst>
          </p:cNvPr>
          <p:cNvSpPr/>
          <p:nvPr/>
        </p:nvSpPr>
        <p:spPr>
          <a:xfrm>
            <a:off x="9564825" y="4349827"/>
            <a:ext cx="2259150" cy="19335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7E5AFC37-984E-A3A2-3A36-8F916E20ACF0}"/>
              </a:ext>
            </a:extLst>
          </p:cNvPr>
          <p:cNvSpPr txBox="1"/>
          <p:nvPr/>
        </p:nvSpPr>
        <p:spPr>
          <a:xfrm>
            <a:off x="10238247" y="4854949"/>
            <a:ext cx="758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(1,3)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F675D681-9584-8FBD-DD46-0D37372DF978}"/>
                  </a:ext>
                </a:extLst>
              </p:cNvPr>
              <p:cNvSpPr txBox="1"/>
              <p:nvPr/>
            </p:nvSpPr>
            <p:spPr>
              <a:xfrm>
                <a:off x="2808150" y="4307910"/>
                <a:ext cx="505939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Neues Optimum?</a:t>
                </a:r>
              </a:p>
              <a:p>
                <a:r>
                  <a:rPr lang="de-DE" sz="2400" dirty="0"/>
                  <a:t>-&gt;Nein, da Abd(0 1 1 0) &lt; Abd</a:t>
                </a:r>
                <a14:m>
                  <m:oMath xmlns:m="http://schemas.openxmlformats.org/officeDocument/2006/math">
                    <m:r>
                      <a:rPr lang="de-DE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1 1 0 0</m:t>
                    </m:r>
                    <m:r>
                      <a:rPr lang="de-DE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</a:t>
                </a: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F675D681-9584-8FBD-DD46-0D37372DF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150" y="4307910"/>
                <a:ext cx="5059398" cy="830997"/>
              </a:xfrm>
              <a:prstGeom prst="rect">
                <a:avLst/>
              </a:prstGeom>
              <a:blipFill>
                <a:blip r:embed="rId4"/>
                <a:stretch>
                  <a:fillRect l="-1928" t="-5882" b="-1617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hteck 4">
            <a:extLst>
              <a:ext uri="{FF2B5EF4-FFF2-40B4-BE49-F238E27FC236}">
                <a16:creationId xmlns:a16="http://schemas.microsoft.com/office/drawing/2014/main" id="{94C93053-0A06-8318-6BD5-D537B8BBFA88}"/>
              </a:ext>
            </a:extLst>
          </p:cNvPr>
          <p:cNvSpPr/>
          <p:nvPr/>
        </p:nvSpPr>
        <p:spPr>
          <a:xfrm>
            <a:off x="368025" y="4349827"/>
            <a:ext cx="2259150" cy="19335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8D9F569-060A-2E5C-D174-94E3AA7267DA}"/>
                  </a:ext>
                </a:extLst>
              </p:cNvPr>
              <p:cNvSpPr txBox="1"/>
              <p:nvPr/>
            </p:nvSpPr>
            <p:spPr>
              <a:xfrm>
                <a:off x="612467" y="5142067"/>
                <a:ext cx="18934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2400" dirty="0"/>
                  <a:t>Abd</a:t>
                </a:r>
                <a14:m>
                  <m:oMath xmlns:m="http://schemas.openxmlformats.org/officeDocument/2006/math">
                    <m:r>
                      <a:rPr lang="de-DE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1 1 0 0</m:t>
                    </m:r>
                    <m:r>
                      <a:rPr lang="de-DE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</a:t>
                </a:r>
                <a:br>
                  <a:rPr lang="de-DE" sz="2400" dirty="0"/>
                </a:br>
                <a:r>
                  <a:rPr lang="de-DE" sz="2400" dirty="0"/>
                  <a:t>= 0,8</a:t>
                </a:r>
              </a:p>
              <a:p>
                <a:pPr algn="ctr"/>
                <a:endParaRPr lang="de-DE" sz="24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8D9F569-060A-2E5C-D174-94E3AA726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67" y="5142067"/>
                <a:ext cx="1893468" cy="1200329"/>
              </a:xfrm>
              <a:prstGeom prst="rect">
                <a:avLst/>
              </a:prstGeom>
              <a:blipFill>
                <a:blip r:embed="rId5"/>
                <a:stretch>
                  <a:fillRect l="-4502" t="-4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5F67C94A-B097-EFE4-F13C-785345E86212}"/>
                  </a:ext>
                </a:extLst>
              </p:cNvPr>
              <p:cNvSpPr/>
              <p:nvPr/>
            </p:nvSpPr>
            <p:spPr>
              <a:xfrm>
                <a:off x="4857750" y="23622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400" dirty="0">
                    <a:solidFill>
                      <a:schemeClr val="tx1"/>
                    </a:solidFill>
                  </a:rPr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24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5F67C94A-B097-EFE4-F13C-785345E862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0" y="2362200"/>
                <a:ext cx="914400" cy="781050"/>
              </a:xfrm>
              <a:prstGeom prst="rect">
                <a:avLst/>
              </a:prstGeom>
              <a:blipFill>
                <a:blip r:embed="rId6"/>
                <a:stretch>
                  <a:fillRect l="-7190" r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1928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4385-C3C6-5CF1-968B-4968FCFD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9D54F138-C458-AAC6-6EAE-335FFF6C25F7}"/>
              </a:ext>
            </a:extLst>
          </p:cNvPr>
          <p:cNvSpPr/>
          <p:nvPr/>
        </p:nvSpPr>
        <p:spPr>
          <a:xfrm>
            <a:off x="1246050" y="64770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1 1 0 0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06606B4-7CBB-2C0F-F97C-E6C6307CC11D}"/>
              </a:ext>
            </a:extLst>
          </p:cNvPr>
          <p:cNvSpPr/>
          <p:nvPr/>
        </p:nvSpPr>
        <p:spPr>
          <a:xfrm>
            <a:off x="2808150" y="64770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1 0 1 0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E8AD0BD-AD6F-8559-7B75-576BC36C7007}"/>
              </a:ext>
            </a:extLst>
          </p:cNvPr>
          <p:cNvSpPr/>
          <p:nvPr/>
        </p:nvSpPr>
        <p:spPr>
          <a:xfrm>
            <a:off x="4332150" y="64770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1 0 0 1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F1464E7-82B7-9C57-59FA-F3B344A020BF}"/>
              </a:ext>
            </a:extLst>
          </p:cNvPr>
          <p:cNvSpPr/>
          <p:nvPr/>
        </p:nvSpPr>
        <p:spPr>
          <a:xfrm>
            <a:off x="5837100" y="642825"/>
            <a:ext cx="1440000" cy="90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0 1 1 0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48C3AEE-41E9-461D-C6CE-8045304F6A54}"/>
              </a:ext>
            </a:extLst>
          </p:cNvPr>
          <p:cNvSpPr/>
          <p:nvPr/>
        </p:nvSpPr>
        <p:spPr>
          <a:xfrm>
            <a:off x="7342050" y="628425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0 1 0 1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1FEDBC8-0FCA-EA38-F7AE-BB053B615B0E}"/>
              </a:ext>
            </a:extLst>
          </p:cNvPr>
          <p:cNvSpPr/>
          <p:nvPr/>
        </p:nvSpPr>
        <p:spPr>
          <a:xfrm>
            <a:off x="8866050" y="623550"/>
            <a:ext cx="1440000" cy="90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0 0 1 1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D036FC4-257B-5C07-7E07-3844182F60DB}"/>
              </a:ext>
            </a:extLst>
          </p:cNvPr>
          <p:cNvSpPr/>
          <p:nvPr/>
        </p:nvSpPr>
        <p:spPr>
          <a:xfrm>
            <a:off x="1067692" y="574598"/>
            <a:ext cx="9466958" cy="10446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A49B79F4-27EF-E5F8-16B0-FA6B18079C67}"/>
                  </a:ext>
                </a:extLst>
              </p:cNvPr>
              <p:cNvSpPr/>
              <p:nvPr/>
            </p:nvSpPr>
            <p:spPr>
              <a:xfrm>
                <a:off x="6157050" y="23622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400" dirty="0">
                    <a:solidFill>
                      <a:schemeClr val="tx1"/>
                    </a:solidFill>
                  </a:rPr>
                  <a:t>Start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A49B79F4-27EF-E5F8-16B0-FA6B18079C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050" y="2362200"/>
                <a:ext cx="914400" cy="781050"/>
              </a:xfrm>
              <a:prstGeom prst="rect">
                <a:avLst/>
              </a:prstGeom>
              <a:blipFill>
                <a:blip r:embed="rId2"/>
                <a:stretch>
                  <a:fillRect l="-1961" t="-8397" r="-8497" b="-22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DF0B9D8E-81D4-D8C0-E5E5-E906730DB7FD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614250" y="1547700"/>
            <a:ext cx="0" cy="814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DE11A013-8F74-D422-1C7E-7443666A87F7}"/>
              </a:ext>
            </a:extLst>
          </p:cNvPr>
          <p:cNvSpPr/>
          <p:nvPr/>
        </p:nvSpPr>
        <p:spPr>
          <a:xfrm>
            <a:off x="9564825" y="4349827"/>
            <a:ext cx="2259150" cy="19335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127CCA5-5731-4F1E-6BE0-601733921583}"/>
              </a:ext>
            </a:extLst>
          </p:cNvPr>
          <p:cNvSpPr txBox="1"/>
          <p:nvPr/>
        </p:nvSpPr>
        <p:spPr>
          <a:xfrm>
            <a:off x="10238247" y="4854949"/>
            <a:ext cx="758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(1,3)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9F5CDD1-8268-1737-3993-C6E23512C288}"/>
              </a:ext>
            </a:extLst>
          </p:cNvPr>
          <p:cNvSpPr/>
          <p:nvPr/>
        </p:nvSpPr>
        <p:spPr>
          <a:xfrm>
            <a:off x="368025" y="4349827"/>
            <a:ext cx="2259150" cy="19335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C84A4FCF-70E1-8B9B-A9E7-545F272A2CD0}"/>
                  </a:ext>
                </a:extLst>
              </p:cNvPr>
              <p:cNvSpPr txBox="1"/>
              <p:nvPr/>
            </p:nvSpPr>
            <p:spPr>
              <a:xfrm>
                <a:off x="612467" y="5142067"/>
                <a:ext cx="18934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2400" dirty="0"/>
                  <a:t>Abd</a:t>
                </a:r>
                <a14:m>
                  <m:oMath xmlns:m="http://schemas.openxmlformats.org/officeDocument/2006/math">
                    <m:r>
                      <a:rPr lang="de-DE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1 1 0 0</m:t>
                    </m:r>
                    <m:r>
                      <a:rPr lang="de-DE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</a:t>
                </a:r>
                <a:br>
                  <a:rPr lang="de-DE" sz="2400" dirty="0"/>
                </a:br>
                <a:r>
                  <a:rPr lang="de-DE" sz="2400" dirty="0"/>
                  <a:t>= 0,8</a:t>
                </a:r>
              </a:p>
              <a:p>
                <a:pPr algn="ctr"/>
                <a:endParaRPr lang="de-DE" sz="24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C84A4FCF-70E1-8B9B-A9E7-545F272A2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67" y="5142067"/>
                <a:ext cx="1893468" cy="1200329"/>
              </a:xfrm>
              <a:prstGeom prst="rect">
                <a:avLst/>
              </a:prstGeom>
              <a:blipFill>
                <a:blip r:embed="rId3"/>
                <a:stretch>
                  <a:fillRect l="-4502" t="-4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feld 16">
            <a:extLst>
              <a:ext uri="{FF2B5EF4-FFF2-40B4-BE49-F238E27FC236}">
                <a16:creationId xmlns:a16="http://schemas.microsoft.com/office/drawing/2014/main" id="{020D2408-BB7C-9CBC-A41E-C1AD258293D8}"/>
              </a:ext>
            </a:extLst>
          </p:cNvPr>
          <p:cNvSpPr txBox="1"/>
          <p:nvPr/>
        </p:nvSpPr>
        <p:spPr>
          <a:xfrm>
            <a:off x="4886325" y="3352800"/>
            <a:ext cx="3105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(1,2): Abd(1 0 1 0) = 0,4</a:t>
            </a:r>
          </a:p>
          <a:p>
            <a:r>
              <a:rPr lang="de-DE" sz="2400" dirty="0"/>
              <a:t>(3,4): Abd(0 1 0 1) = 0,5</a:t>
            </a:r>
          </a:p>
          <a:p>
            <a:r>
              <a:rPr lang="de-DE" sz="2400" dirty="0"/>
              <a:t>(2,4): Abd(0 0 1 1) = 0,9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D5665C7D-FB8F-8CC2-8692-9E35F936A0F6}"/>
                  </a:ext>
                </a:extLst>
              </p:cNvPr>
              <p:cNvSpPr/>
              <p:nvPr/>
            </p:nvSpPr>
            <p:spPr>
              <a:xfrm>
                <a:off x="3790950" y="34290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400" dirty="0">
                    <a:solidFill>
                      <a:schemeClr val="tx1"/>
                    </a:solidFill>
                  </a:rPr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4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D5665C7D-FB8F-8CC2-8692-9E35F936A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950" y="3429000"/>
                <a:ext cx="914400" cy="781050"/>
              </a:xfrm>
              <a:prstGeom prst="rect">
                <a:avLst/>
              </a:prstGeom>
              <a:blipFill>
                <a:blip r:embed="rId4"/>
                <a:stretch>
                  <a:fillRect l="-6536" r="-52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619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5D7A9-F0C7-30E5-971B-6B495F80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7FF2AB8-30D8-DCB1-50FF-84F678108289}"/>
              </a:ext>
            </a:extLst>
          </p:cNvPr>
          <p:cNvSpPr/>
          <p:nvPr/>
        </p:nvSpPr>
        <p:spPr>
          <a:xfrm>
            <a:off x="4917824" y="4137630"/>
            <a:ext cx="3782125" cy="367695"/>
          </a:xfrm>
          <a:prstGeom prst="rect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E3C2386-3B92-4C79-13DF-46D72FD1121C}"/>
              </a:ext>
            </a:extLst>
          </p:cNvPr>
          <p:cNvSpPr/>
          <p:nvPr/>
        </p:nvSpPr>
        <p:spPr>
          <a:xfrm>
            <a:off x="1246050" y="64770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1 1 0 0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0BDC575-9B44-A883-9E69-220EE4BBBCBA}"/>
              </a:ext>
            </a:extLst>
          </p:cNvPr>
          <p:cNvSpPr/>
          <p:nvPr/>
        </p:nvSpPr>
        <p:spPr>
          <a:xfrm>
            <a:off x="2808150" y="64770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1 0 1 0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7F99B4D-358A-91CD-6CEC-45CB50BC3189}"/>
              </a:ext>
            </a:extLst>
          </p:cNvPr>
          <p:cNvSpPr/>
          <p:nvPr/>
        </p:nvSpPr>
        <p:spPr>
          <a:xfrm>
            <a:off x="4332150" y="64770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1 0 0 1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833457B-5809-2292-9A99-8C35D31E804A}"/>
              </a:ext>
            </a:extLst>
          </p:cNvPr>
          <p:cNvSpPr/>
          <p:nvPr/>
        </p:nvSpPr>
        <p:spPr>
          <a:xfrm>
            <a:off x="5837100" y="642825"/>
            <a:ext cx="1440000" cy="90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0 1 1 0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A620DE0-CC50-FF1D-093B-DA7BF1621EDA}"/>
              </a:ext>
            </a:extLst>
          </p:cNvPr>
          <p:cNvSpPr/>
          <p:nvPr/>
        </p:nvSpPr>
        <p:spPr>
          <a:xfrm>
            <a:off x="7342050" y="628425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0 1 0 1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F5ECF117-D063-CC80-9542-1111F61E355D}"/>
              </a:ext>
            </a:extLst>
          </p:cNvPr>
          <p:cNvSpPr/>
          <p:nvPr/>
        </p:nvSpPr>
        <p:spPr>
          <a:xfrm>
            <a:off x="8866050" y="623550"/>
            <a:ext cx="1440000" cy="90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0 0 1 1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48A94D-D8C3-06C0-CF14-738F7E3205EE}"/>
              </a:ext>
            </a:extLst>
          </p:cNvPr>
          <p:cNvSpPr/>
          <p:nvPr/>
        </p:nvSpPr>
        <p:spPr>
          <a:xfrm>
            <a:off x="1067692" y="574598"/>
            <a:ext cx="9466958" cy="10446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58EED5F7-56D0-3857-A8A9-BA19EF28C2C6}"/>
                  </a:ext>
                </a:extLst>
              </p:cNvPr>
              <p:cNvSpPr/>
              <p:nvPr/>
            </p:nvSpPr>
            <p:spPr>
              <a:xfrm>
                <a:off x="6157050" y="23622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400" dirty="0">
                    <a:solidFill>
                      <a:schemeClr val="tx1"/>
                    </a:solidFill>
                  </a:rPr>
                  <a:t>Start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58EED5F7-56D0-3857-A8A9-BA19EF28C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050" y="2362200"/>
                <a:ext cx="914400" cy="781050"/>
              </a:xfrm>
              <a:prstGeom prst="rect">
                <a:avLst/>
              </a:prstGeom>
              <a:blipFill>
                <a:blip r:embed="rId2"/>
                <a:stretch>
                  <a:fillRect l="-1961" t="-8397" r="-8497" b="-22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4DB993DD-AF3F-BDAC-7135-7E784BB14249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614250" y="1547700"/>
            <a:ext cx="0" cy="814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39BA0690-75E7-D77D-4DF5-1812F0295828}"/>
              </a:ext>
            </a:extLst>
          </p:cNvPr>
          <p:cNvSpPr/>
          <p:nvPr/>
        </p:nvSpPr>
        <p:spPr>
          <a:xfrm>
            <a:off x="9564825" y="4349827"/>
            <a:ext cx="2259150" cy="19335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984F1010-4EBD-EA52-C536-38722F3594F7}"/>
              </a:ext>
            </a:extLst>
          </p:cNvPr>
          <p:cNvSpPr txBox="1"/>
          <p:nvPr/>
        </p:nvSpPr>
        <p:spPr>
          <a:xfrm>
            <a:off x="10238247" y="4854949"/>
            <a:ext cx="758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(1,3)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B76BDC6-3E8A-50F6-B480-7CDA0D64E0A6}"/>
              </a:ext>
            </a:extLst>
          </p:cNvPr>
          <p:cNvSpPr/>
          <p:nvPr/>
        </p:nvSpPr>
        <p:spPr>
          <a:xfrm>
            <a:off x="368025" y="4349827"/>
            <a:ext cx="2259150" cy="19335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17156DEC-4791-A55C-D59F-9AD2F83298C0}"/>
                  </a:ext>
                </a:extLst>
              </p:cNvPr>
              <p:cNvSpPr txBox="1"/>
              <p:nvPr/>
            </p:nvSpPr>
            <p:spPr>
              <a:xfrm>
                <a:off x="612467" y="5142067"/>
                <a:ext cx="18934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2400" dirty="0"/>
                  <a:t>Abd</a:t>
                </a:r>
                <a14:m>
                  <m:oMath xmlns:m="http://schemas.openxmlformats.org/officeDocument/2006/math">
                    <m:r>
                      <a:rPr lang="de-DE" sz="2400" i="1" dirty="0" smtClean="0">
                        <a:latin typeface="Cambria Math" panose="02040503050406030204" pitchFamily="18" charset="0"/>
                      </a:rPr>
                      <m:t>(1 1 0 0)</m:t>
                    </m:r>
                  </m:oMath>
                </a14:m>
                <a:r>
                  <a:rPr lang="de-DE" sz="2400" dirty="0"/>
                  <a:t> </a:t>
                </a:r>
                <a:br>
                  <a:rPr lang="de-DE" sz="2400" dirty="0"/>
                </a:br>
                <a:r>
                  <a:rPr lang="de-DE" sz="2400" dirty="0"/>
                  <a:t>= 0,8</a:t>
                </a:r>
              </a:p>
              <a:p>
                <a:pPr algn="ctr"/>
                <a:endParaRPr lang="de-DE" sz="24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17156DEC-4791-A55C-D59F-9AD2F8329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67" y="5142067"/>
                <a:ext cx="1893468" cy="1200329"/>
              </a:xfrm>
              <a:prstGeom prst="rect">
                <a:avLst/>
              </a:prstGeom>
              <a:blipFill>
                <a:blip r:embed="rId3"/>
                <a:stretch>
                  <a:fillRect l="-4502" t="-4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7A1A5083-5BF1-5523-4E1C-2FEDB88AAA3E}"/>
                  </a:ext>
                </a:extLst>
              </p:cNvPr>
              <p:cNvSpPr/>
              <p:nvPr/>
            </p:nvSpPr>
            <p:spPr>
              <a:xfrm>
                <a:off x="3790950" y="34290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7A1A5083-5BF1-5523-4E1C-2FEDB88AAA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950" y="3429000"/>
                <a:ext cx="914400" cy="781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feld 16">
            <a:extLst>
              <a:ext uri="{FF2B5EF4-FFF2-40B4-BE49-F238E27FC236}">
                <a16:creationId xmlns:a16="http://schemas.microsoft.com/office/drawing/2014/main" id="{E6E4A397-D29A-98D4-5B0E-3759A4EA8853}"/>
              </a:ext>
            </a:extLst>
          </p:cNvPr>
          <p:cNvSpPr txBox="1"/>
          <p:nvPr/>
        </p:nvSpPr>
        <p:spPr>
          <a:xfrm>
            <a:off x="4886325" y="3352800"/>
            <a:ext cx="3105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(1,2): Abd(1 0 1 0) = 0,4</a:t>
            </a:r>
          </a:p>
          <a:p>
            <a:r>
              <a:rPr lang="de-DE" sz="2400" dirty="0"/>
              <a:t>(3,4): Abd(0 1 0 1) = 0,5</a:t>
            </a:r>
          </a:p>
          <a:p>
            <a:r>
              <a:rPr lang="de-DE" sz="2400" dirty="0"/>
              <a:t>(2,4): Abd(0 0 1 1) = 0,9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97994C3-7010-AEAE-5FD2-3CDA6885F854}"/>
                  </a:ext>
                </a:extLst>
              </p:cNvPr>
              <p:cNvSpPr txBox="1"/>
              <p:nvPr/>
            </p:nvSpPr>
            <p:spPr>
              <a:xfrm>
                <a:off x="7904926" y="4072235"/>
                <a:ext cx="7235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 dirty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97994C3-7010-AEAE-5FD2-3CDA6885F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926" y="4072235"/>
                <a:ext cx="723596" cy="461665"/>
              </a:xfrm>
              <a:prstGeom prst="rect">
                <a:avLst/>
              </a:prstGeom>
              <a:blipFill>
                <a:blip r:embed="rId5"/>
                <a:stretch>
                  <a:fillRect l="-13559" t="-10526" b="-289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D114EDD6-D33C-F2EB-5C68-5DF4F59B8F53}"/>
              </a:ext>
            </a:extLst>
          </p:cNvPr>
          <p:cNvSpPr txBox="1"/>
          <p:nvPr/>
        </p:nvSpPr>
        <p:spPr>
          <a:xfrm>
            <a:off x="10238247" y="5235949"/>
            <a:ext cx="758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(2,4)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5CA3C30F-6767-885A-D17E-5DFEBDEABF80}"/>
                  </a:ext>
                </a:extLst>
              </p:cNvPr>
              <p:cNvSpPr/>
              <p:nvPr/>
            </p:nvSpPr>
            <p:spPr>
              <a:xfrm>
                <a:off x="3790950" y="34290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400" dirty="0">
                    <a:solidFill>
                      <a:schemeClr val="tx1"/>
                    </a:solidFill>
                  </a:rPr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4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5CA3C30F-6767-885A-D17E-5DFEBDEABF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950" y="3429000"/>
                <a:ext cx="914400" cy="781050"/>
              </a:xfrm>
              <a:prstGeom prst="rect">
                <a:avLst/>
              </a:prstGeom>
              <a:blipFill>
                <a:blip r:embed="rId4"/>
                <a:stretch>
                  <a:fillRect l="-6536" r="-52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6863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8E206-4FA7-B906-22BF-15EC2F37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9DAFAB2-A72E-E1A1-24B4-C01FDF3ED5CA}"/>
              </a:ext>
            </a:extLst>
          </p:cNvPr>
          <p:cNvSpPr/>
          <p:nvPr/>
        </p:nvSpPr>
        <p:spPr>
          <a:xfrm>
            <a:off x="4917824" y="4137630"/>
            <a:ext cx="3782125" cy="367695"/>
          </a:xfrm>
          <a:prstGeom prst="rect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04C7607-48D4-D170-8450-29B49C9E6648}"/>
              </a:ext>
            </a:extLst>
          </p:cNvPr>
          <p:cNvSpPr/>
          <p:nvPr/>
        </p:nvSpPr>
        <p:spPr>
          <a:xfrm>
            <a:off x="1246050" y="64770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1 1 0 0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17AD7C0-37A8-238E-139F-6EEABA887E72}"/>
              </a:ext>
            </a:extLst>
          </p:cNvPr>
          <p:cNvSpPr/>
          <p:nvPr/>
        </p:nvSpPr>
        <p:spPr>
          <a:xfrm>
            <a:off x="2808150" y="64770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1 0 1 0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108B50F-3E73-084B-2943-1DEC14FBA819}"/>
              </a:ext>
            </a:extLst>
          </p:cNvPr>
          <p:cNvSpPr/>
          <p:nvPr/>
        </p:nvSpPr>
        <p:spPr>
          <a:xfrm>
            <a:off x="4332150" y="647700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1 0 0 1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EB0AAE2-3367-A7D3-52D2-0558164852D2}"/>
              </a:ext>
            </a:extLst>
          </p:cNvPr>
          <p:cNvSpPr/>
          <p:nvPr/>
        </p:nvSpPr>
        <p:spPr>
          <a:xfrm>
            <a:off x="5837100" y="642825"/>
            <a:ext cx="1440000" cy="90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0 1 1 0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8A9DBE4-C993-B85B-6B9F-B8B2EBFC752A}"/>
              </a:ext>
            </a:extLst>
          </p:cNvPr>
          <p:cNvSpPr/>
          <p:nvPr/>
        </p:nvSpPr>
        <p:spPr>
          <a:xfrm>
            <a:off x="7342050" y="628425"/>
            <a:ext cx="1440000" cy="90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0 1 0 1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B411E2E-794C-B2F7-49CC-1704C2EAAB6B}"/>
              </a:ext>
            </a:extLst>
          </p:cNvPr>
          <p:cNvSpPr/>
          <p:nvPr/>
        </p:nvSpPr>
        <p:spPr>
          <a:xfrm>
            <a:off x="8866050" y="623550"/>
            <a:ext cx="1440000" cy="90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0 0 1 1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0985860-6052-3CC5-F895-0C636610E132}"/>
              </a:ext>
            </a:extLst>
          </p:cNvPr>
          <p:cNvSpPr/>
          <p:nvPr/>
        </p:nvSpPr>
        <p:spPr>
          <a:xfrm>
            <a:off x="1067692" y="574598"/>
            <a:ext cx="9466958" cy="10446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A59DEC3F-AD5F-1049-B327-644AC25A947F}"/>
                  </a:ext>
                </a:extLst>
              </p:cNvPr>
              <p:cNvSpPr/>
              <p:nvPr/>
            </p:nvSpPr>
            <p:spPr>
              <a:xfrm>
                <a:off x="6157050" y="23622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400" dirty="0">
                    <a:solidFill>
                      <a:schemeClr val="tx1"/>
                    </a:solidFill>
                  </a:rPr>
                  <a:t>Start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A59DEC3F-AD5F-1049-B327-644AC25A94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050" y="2362200"/>
                <a:ext cx="914400" cy="781050"/>
              </a:xfrm>
              <a:prstGeom prst="rect">
                <a:avLst/>
              </a:prstGeom>
              <a:blipFill>
                <a:blip r:embed="rId2"/>
                <a:stretch>
                  <a:fillRect l="-1961" t="-8397" r="-8497" b="-22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4FF69FE-ED0A-88DB-F258-234FB421271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614250" y="1547700"/>
            <a:ext cx="0" cy="814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EA98857E-7CB4-EBBA-8567-8DF22423B031}"/>
              </a:ext>
            </a:extLst>
          </p:cNvPr>
          <p:cNvSpPr/>
          <p:nvPr/>
        </p:nvSpPr>
        <p:spPr>
          <a:xfrm>
            <a:off x="9564825" y="4349827"/>
            <a:ext cx="2259150" cy="19335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85C3D87-D8A1-29B7-5D6A-17B743E5EC86}"/>
              </a:ext>
            </a:extLst>
          </p:cNvPr>
          <p:cNvSpPr txBox="1"/>
          <p:nvPr/>
        </p:nvSpPr>
        <p:spPr>
          <a:xfrm>
            <a:off x="10238247" y="4854949"/>
            <a:ext cx="758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(1,3)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A8DBF38-23C4-77A2-1449-4FF55E3879BE}"/>
              </a:ext>
            </a:extLst>
          </p:cNvPr>
          <p:cNvSpPr/>
          <p:nvPr/>
        </p:nvSpPr>
        <p:spPr>
          <a:xfrm>
            <a:off x="368025" y="4349827"/>
            <a:ext cx="2259150" cy="19335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4A1B190B-E521-4962-A6FD-5D62AB4E56DD}"/>
                  </a:ext>
                </a:extLst>
              </p:cNvPr>
              <p:cNvSpPr txBox="1"/>
              <p:nvPr/>
            </p:nvSpPr>
            <p:spPr>
              <a:xfrm>
                <a:off x="612468" y="5142067"/>
                <a:ext cx="18934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2400" dirty="0"/>
                  <a:t>Abd</a:t>
                </a:r>
                <a14:m>
                  <m:oMath xmlns:m="http://schemas.openxmlformats.org/officeDocument/2006/math">
                    <m:r>
                      <a:rPr lang="de-DE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de-DE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de-DE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</a:t>
                </a:r>
                <a:br>
                  <a:rPr lang="de-DE" sz="2400" dirty="0"/>
                </a:br>
                <a:r>
                  <a:rPr lang="de-DE" sz="2400" dirty="0"/>
                  <a:t>= 0,9</a:t>
                </a:r>
              </a:p>
              <a:p>
                <a:pPr algn="ctr"/>
                <a:endParaRPr lang="de-DE" sz="24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4A1B190B-E521-4962-A6FD-5D62AB4E5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68" y="5142067"/>
                <a:ext cx="1893468" cy="1200329"/>
              </a:xfrm>
              <a:prstGeom prst="rect">
                <a:avLst/>
              </a:prstGeom>
              <a:blipFill>
                <a:blip r:embed="rId3"/>
                <a:stretch>
                  <a:fillRect l="-4502" t="-4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AC6F492B-A8B7-2A26-140B-E408D11E0847}"/>
                  </a:ext>
                </a:extLst>
              </p:cNvPr>
              <p:cNvSpPr/>
              <p:nvPr/>
            </p:nvSpPr>
            <p:spPr>
              <a:xfrm>
                <a:off x="3790950" y="34290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AC6F492B-A8B7-2A26-140B-E408D11E0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950" y="3429000"/>
                <a:ext cx="914400" cy="781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feld 16">
            <a:extLst>
              <a:ext uri="{FF2B5EF4-FFF2-40B4-BE49-F238E27FC236}">
                <a16:creationId xmlns:a16="http://schemas.microsoft.com/office/drawing/2014/main" id="{6E7AF665-77C0-167F-4DF0-5B013D6563F4}"/>
              </a:ext>
            </a:extLst>
          </p:cNvPr>
          <p:cNvSpPr txBox="1"/>
          <p:nvPr/>
        </p:nvSpPr>
        <p:spPr>
          <a:xfrm>
            <a:off x="4886325" y="3352800"/>
            <a:ext cx="3105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(1,2): Abd(1 0 1 0) = 0,4</a:t>
            </a:r>
          </a:p>
          <a:p>
            <a:r>
              <a:rPr lang="de-DE" sz="2400" dirty="0"/>
              <a:t>(3,4): Abd(0 1 0 1) = 0,5</a:t>
            </a:r>
          </a:p>
          <a:p>
            <a:r>
              <a:rPr lang="de-DE" sz="2400" dirty="0"/>
              <a:t>(2,4): Abd(0 0 1 1) = 0,9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8FD9465-7C2F-3C17-46F7-F234F2BB79BE}"/>
                  </a:ext>
                </a:extLst>
              </p:cNvPr>
              <p:cNvSpPr txBox="1"/>
              <p:nvPr/>
            </p:nvSpPr>
            <p:spPr>
              <a:xfrm>
                <a:off x="7904926" y="4072235"/>
                <a:ext cx="7235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 dirty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8FD9465-7C2F-3C17-46F7-F234F2BB7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926" y="4072235"/>
                <a:ext cx="723596" cy="461665"/>
              </a:xfrm>
              <a:prstGeom prst="rect">
                <a:avLst/>
              </a:prstGeom>
              <a:blipFill>
                <a:blip r:embed="rId5"/>
                <a:stretch>
                  <a:fillRect l="-13559" t="-10526" b="-289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726BB49-70E3-D300-65C5-27DC4706C05E}"/>
                  </a:ext>
                </a:extLst>
              </p:cNvPr>
              <p:cNvSpPr txBox="1"/>
              <p:nvPr/>
            </p:nvSpPr>
            <p:spPr>
              <a:xfrm>
                <a:off x="2808150" y="4803210"/>
                <a:ext cx="471956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Neues Optimum?</a:t>
                </a:r>
              </a:p>
              <a:p>
                <a:r>
                  <a:rPr lang="de-DE" sz="2400" dirty="0"/>
                  <a:t>-&gt;Ja, da Abd(0 0 1 1) &gt; Abd</a:t>
                </a:r>
                <a14:m>
                  <m:oMath xmlns:m="http://schemas.openxmlformats.org/officeDocument/2006/math">
                    <m:r>
                      <a:rPr lang="de-DE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1 1 0 0</m:t>
                    </m:r>
                    <m:r>
                      <a:rPr lang="de-DE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</a:t>
                </a: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726BB49-70E3-D300-65C5-27DC4706C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150" y="4803210"/>
                <a:ext cx="4719562" cy="830997"/>
              </a:xfrm>
              <a:prstGeom prst="rect">
                <a:avLst/>
              </a:prstGeom>
              <a:blipFill>
                <a:blip r:embed="rId6"/>
                <a:stretch>
                  <a:fillRect l="-2067" t="-5882" b="-1617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feld 17">
            <a:extLst>
              <a:ext uri="{FF2B5EF4-FFF2-40B4-BE49-F238E27FC236}">
                <a16:creationId xmlns:a16="http://schemas.microsoft.com/office/drawing/2014/main" id="{DB80E293-196C-ED61-0B18-3240106A0FC5}"/>
              </a:ext>
            </a:extLst>
          </p:cNvPr>
          <p:cNvSpPr txBox="1"/>
          <p:nvPr/>
        </p:nvSpPr>
        <p:spPr>
          <a:xfrm>
            <a:off x="10238247" y="5235949"/>
            <a:ext cx="758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(2,4)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4A24AE8E-3059-5D3C-08F2-398C853161C3}"/>
                  </a:ext>
                </a:extLst>
              </p:cNvPr>
              <p:cNvSpPr/>
              <p:nvPr/>
            </p:nvSpPr>
            <p:spPr>
              <a:xfrm>
                <a:off x="3790950" y="3429000"/>
                <a:ext cx="914400" cy="7810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2400" dirty="0">
                    <a:solidFill>
                      <a:schemeClr val="tx1"/>
                    </a:solidFill>
                  </a:rPr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24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4A24AE8E-3059-5D3C-08F2-398C853161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950" y="3429000"/>
                <a:ext cx="914400" cy="781050"/>
              </a:xfrm>
              <a:prstGeom prst="rect">
                <a:avLst/>
              </a:prstGeom>
              <a:blipFill>
                <a:blip r:embed="rId7"/>
                <a:stretch>
                  <a:fillRect l="-7190" r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875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9D8F5-7C26-5D91-AB86-DA415B409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FF74F-416B-8413-3950-8F4BF4852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1333499"/>
            <a:ext cx="10744200" cy="1847851"/>
          </a:xfrm>
        </p:spPr>
        <p:txBody>
          <a:bodyPr>
            <a:normAutofit/>
          </a:bodyPr>
          <a:lstStyle/>
          <a:p>
            <a:r>
              <a:rPr lang="de-DE" sz="3200" dirty="0"/>
              <a:t>Das Optimum wurde gefunden</a:t>
            </a:r>
            <a:br>
              <a:rPr lang="de-DE" sz="3200" dirty="0"/>
            </a:br>
            <a:r>
              <a:rPr lang="de-DE" sz="3200" dirty="0"/>
              <a:t>-&gt; Der Algorithmus würde nun noch n Runden durchrechnen. Er </a:t>
            </a:r>
            <a:r>
              <a:rPr lang="de-DE" sz="3200" dirty="0">
                <a:solidFill>
                  <a:schemeClr val="bg1"/>
                </a:solidFill>
              </a:rPr>
              <a:t>….</a:t>
            </a:r>
            <a:r>
              <a:rPr lang="de-DE" sz="3200" dirty="0"/>
              <a:t>würde kein neues Optimum finden und terminieren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D14DEDCB-1E61-D8F3-24B0-C55EAA2EA876}"/>
              </a:ext>
            </a:extLst>
          </p:cNvPr>
          <p:cNvGrpSpPr/>
          <p:nvPr/>
        </p:nvGrpSpPr>
        <p:grpSpPr>
          <a:xfrm>
            <a:off x="4531379" y="3571875"/>
            <a:ext cx="2488546" cy="2414860"/>
            <a:chOff x="4883804" y="3545813"/>
            <a:chExt cx="2691085" cy="2691085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62432990-464D-516D-C41D-6D0FED549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40000" y1="25500" x2="62000" y2="27500"/>
                          <a14:foregroundMark x1="49500" y1="47000" x2="59000" y2="4600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83804" y="3545813"/>
              <a:ext cx="2691085" cy="2691085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962EBBE7-9A0F-9B2F-04AC-0BAB26A4F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90938" y="4670751"/>
              <a:ext cx="676819" cy="6768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3340271"/>
      </p:ext>
    </p:extLst>
  </p:cSld>
  <p:clrMapOvr>
    <a:masterClrMapping/>
  </p:clrMapOvr>
  <p:transition spd="slow">
    <p:push dir="u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5079F-6B12-3AAF-A87F-9C2F0E03A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B41CAE-0C2B-8F34-E7F3-61A64337D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24" y="1612900"/>
            <a:ext cx="7534276" cy="3378200"/>
          </a:xfrm>
        </p:spPr>
        <p:txBody>
          <a:bodyPr>
            <a:normAutofit/>
          </a:bodyPr>
          <a:lstStyle/>
          <a:p>
            <a:r>
              <a:rPr lang="de-DE" sz="8000" b="1" dirty="0"/>
              <a:t>3. Lineare Optimierung</a:t>
            </a:r>
          </a:p>
        </p:txBody>
      </p:sp>
    </p:spTree>
    <p:extLst>
      <p:ext uri="{BB962C8B-B14F-4D97-AF65-F5344CB8AC3E}">
        <p14:creationId xmlns:p14="http://schemas.microsoft.com/office/powerpoint/2010/main" val="1023952345"/>
      </p:ext>
    </p:extLst>
  </p:cSld>
  <p:clrMapOvr>
    <a:masterClrMapping/>
  </p:clrMapOvr>
  <p:transition spd="slow">
    <p:push dir="u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95EA-23D2-0A33-982C-8120B593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7F9C6233-9CEC-DFE2-8960-94ECE78D51F9}"/>
              </a:ext>
            </a:extLst>
          </p:cNvPr>
          <p:cNvSpPr/>
          <p:nvPr/>
        </p:nvSpPr>
        <p:spPr>
          <a:xfrm>
            <a:off x="5075100" y="39052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A,C,D,E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BB9B4F2-8BEA-CB89-4E2C-FF327F8DF047}"/>
              </a:ext>
            </a:extLst>
          </p:cNvPr>
          <p:cNvSpPr/>
          <p:nvPr/>
        </p:nvSpPr>
        <p:spPr>
          <a:xfrm>
            <a:off x="23414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A,C,D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9A1E7F2-1403-2132-DCEA-B70918FCDC42}"/>
              </a:ext>
            </a:extLst>
          </p:cNvPr>
          <p:cNvSpPr/>
          <p:nvPr/>
        </p:nvSpPr>
        <p:spPr>
          <a:xfrm>
            <a:off x="4208325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A,C,E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FA89950-8202-0426-3B13-33E7D8947C05}"/>
              </a:ext>
            </a:extLst>
          </p:cNvPr>
          <p:cNvSpPr/>
          <p:nvPr/>
        </p:nvSpPr>
        <p:spPr>
          <a:xfrm>
            <a:off x="60085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A,D,E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573F685-6043-1C15-1047-9719C2D61EB1}"/>
              </a:ext>
            </a:extLst>
          </p:cNvPr>
          <p:cNvSpPr/>
          <p:nvPr/>
        </p:nvSpPr>
        <p:spPr>
          <a:xfrm>
            <a:off x="7723050" y="18097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C,D,E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8985B08-3566-ED59-6DF1-E1DCC48A27A8}"/>
              </a:ext>
            </a:extLst>
          </p:cNvPr>
          <p:cNvSpPr/>
          <p:nvPr/>
        </p:nvSpPr>
        <p:spPr>
          <a:xfrm>
            <a:off x="12460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A,C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B0DCCE9-F348-EA07-BA57-BBFF7FE5977F}"/>
              </a:ext>
            </a:extLst>
          </p:cNvPr>
          <p:cNvSpPr/>
          <p:nvPr/>
        </p:nvSpPr>
        <p:spPr>
          <a:xfrm>
            <a:off x="2808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EB251F2-54E0-97E7-B382-14FC0D84D58D}"/>
              </a:ext>
            </a:extLst>
          </p:cNvPr>
          <p:cNvSpPr/>
          <p:nvPr/>
        </p:nvSpPr>
        <p:spPr>
          <a:xfrm>
            <a:off x="4332150" y="321945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A,E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60C3FF2-5F88-BFE2-FC8A-C85C16D5E4E6}"/>
              </a:ext>
            </a:extLst>
          </p:cNvPr>
          <p:cNvSpPr/>
          <p:nvPr/>
        </p:nvSpPr>
        <p:spPr>
          <a:xfrm>
            <a:off x="5837100" y="32145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C,D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5BE6CCA-698F-C10C-C61E-0CFC4B02DACA}"/>
              </a:ext>
            </a:extLst>
          </p:cNvPr>
          <p:cNvSpPr/>
          <p:nvPr/>
        </p:nvSpPr>
        <p:spPr>
          <a:xfrm>
            <a:off x="7342050" y="3200175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C,E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1496901-4F89-FEA4-7757-9F4AD17EE9C7}"/>
              </a:ext>
            </a:extLst>
          </p:cNvPr>
          <p:cNvSpPr/>
          <p:nvPr/>
        </p:nvSpPr>
        <p:spPr>
          <a:xfrm>
            <a:off x="8866050" y="31953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D,E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2C6FBCD-7381-EE60-587D-458D8683AE52}"/>
              </a:ext>
            </a:extLst>
          </p:cNvPr>
          <p:cNvSpPr/>
          <p:nvPr/>
        </p:nvSpPr>
        <p:spPr>
          <a:xfrm>
            <a:off x="23414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F047D1E-35EC-1633-B4C4-40946CC00578}"/>
              </a:ext>
            </a:extLst>
          </p:cNvPr>
          <p:cNvSpPr/>
          <p:nvPr/>
        </p:nvSpPr>
        <p:spPr>
          <a:xfrm>
            <a:off x="4208325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D2C46C2-307A-D6A7-8E02-D3753BAE6FA7}"/>
              </a:ext>
            </a:extLst>
          </p:cNvPr>
          <p:cNvSpPr/>
          <p:nvPr/>
        </p:nvSpPr>
        <p:spPr>
          <a:xfrm>
            <a:off x="60085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C5D948E-300B-8859-F084-68AB0B23B16F}"/>
              </a:ext>
            </a:extLst>
          </p:cNvPr>
          <p:cNvSpPr/>
          <p:nvPr/>
        </p:nvSpPr>
        <p:spPr>
          <a:xfrm>
            <a:off x="7723050" y="4724400"/>
            <a:ext cx="1440000" cy="900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B62D949-5D3E-FD5A-B5B6-5A4B87487959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061425" y="1158723"/>
            <a:ext cx="2224558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B8D74588-0422-68C9-DBE4-0D4270E412D1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928325" y="1290525"/>
            <a:ext cx="866775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FB79FB57-E194-FEEA-C40E-A40DC60A23EB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5795100" y="1290525"/>
            <a:ext cx="933450" cy="5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F795CF8-E502-3338-8FC9-C8A711A66941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6304217" y="1158723"/>
            <a:ext cx="2138833" cy="651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B3BAD5EA-B448-D378-3FB1-0365E76486B8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 flipH="1">
            <a:off x="1966050" y="2577948"/>
            <a:ext cx="5862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96D017F5-01F5-3959-A9FD-99C882D7EC6B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3061425" y="2709750"/>
            <a:ext cx="4667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A260FC51-DC8A-4307-EC76-06892F6C9083}"/>
              </a:ext>
            </a:extLst>
          </p:cNvPr>
          <p:cNvCxnSpPr>
            <a:cxnSpLocks/>
            <a:stCxn id="12" idx="0"/>
            <a:endCxn id="5" idx="5"/>
          </p:cNvCxnSpPr>
          <p:nvPr/>
        </p:nvCxnSpPr>
        <p:spPr>
          <a:xfrm flipH="1" flipV="1">
            <a:off x="3570542" y="2577948"/>
            <a:ext cx="2986558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827612B6-847C-98E2-6A04-CDA463E5B773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1966050" y="2577948"/>
            <a:ext cx="2453158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D360AAD0-8840-03DA-3D2B-9C8EECD0296A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4928325" y="2709750"/>
            <a:ext cx="123825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39A951D7-0AF7-48B0-273C-E4B6ABE149B5}"/>
              </a:ext>
            </a:extLst>
          </p:cNvPr>
          <p:cNvCxnSpPr>
            <a:cxnSpLocks/>
            <a:stCxn id="6" idx="5"/>
            <a:endCxn id="13" idx="0"/>
          </p:cNvCxnSpPr>
          <p:nvPr/>
        </p:nvCxnSpPr>
        <p:spPr>
          <a:xfrm>
            <a:off x="5437442" y="2577948"/>
            <a:ext cx="2624608" cy="6222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66AB2311-BACB-0ADD-6E1F-10B01709218E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 flipH="1">
            <a:off x="3528150" y="2577948"/>
            <a:ext cx="2691283" cy="641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488C67FC-F850-42DF-28A8-A7FC71A39331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5052150" y="2709750"/>
            <a:ext cx="1676400" cy="50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2A18DE50-4563-4710-D74F-4D10D605D791}"/>
              </a:ext>
            </a:extLst>
          </p:cNvPr>
          <p:cNvCxnSpPr>
            <a:cxnSpLocks/>
            <a:stCxn id="7" idx="5"/>
            <a:endCxn id="14" idx="0"/>
          </p:cNvCxnSpPr>
          <p:nvPr/>
        </p:nvCxnSpPr>
        <p:spPr>
          <a:xfrm>
            <a:off x="7237667" y="2577948"/>
            <a:ext cx="23483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2239D093-8143-F892-8431-F9AD9309ED2E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6557100" y="2577948"/>
            <a:ext cx="1376833" cy="636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9F9B4AD5-BC8D-4CE5-AA00-D9F17A1DBA9B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flipH="1">
            <a:off x="8062050" y="2709750"/>
            <a:ext cx="381000" cy="490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3197827F-F1BE-D65F-A22F-E6455B0761F0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8952167" y="2577948"/>
            <a:ext cx="633883" cy="617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2E4032A6-3AA9-6F92-595F-638A1F4E4360}"/>
              </a:ext>
            </a:extLst>
          </p:cNvPr>
          <p:cNvCxnSpPr>
            <a:cxnSpLocks/>
            <a:stCxn id="17" idx="0"/>
            <a:endCxn id="9" idx="4"/>
          </p:cNvCxnSpPr>
          <p:nvPr/>
        </p:nvCxnSpPr>
        <p:spPr>
          <a:xfrm flipH="1" flipV="1">
            <a:off x="1966050" y="4119450"/>
            <a:ext cx="109537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ADB4B770-E8D8-B01F-9729-080E27D538B1}"/>
              </a:ext>
            </a:extLst>
          </p:cNvPr>
          <p:cNvCxnSpPr>
            <a:cxnSpLocks/>
            <a:stCxn id="18" idx="0"/>
            <a:endCxn id="9" idx="5"/>
          </p:cNvCxnSpPr>
          <p:nvPr/>
        </p:nvCxnSpPr>
        <p:spPr>
          <a:xfrm flipH="1" flipV="1">
            <a:off x="2475167" y="3987648"/>
            <a:ext cx="2453158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2ED919CB-14D2-E8E8-4A6C-9EA782B6FFC4}"/>
              </a:ext>
            </a:extLst>
          </p:cNvPr>
          <p:cNvCxnSpPr>
            <a:cxnSpLocks/>
            <a:stCxn id="17" idx="0"/>
            <a:endCxn id="10" idx="4"/>
          </p:cNvCxnSpPr>
          <p:nvPr/>
        </p:nvCxnSpPr>
        <p:spPr>
          <a:xfrm flipV="1">
            <a:off x="3061425" y="4119450"/>
            <a:ext cx="4667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915171C-F0C2-4A0F-4DC5-96ECFBEDAF82}"/>
              </a:ext>
            </a:extLst>
          </p:cNvPr>
          <p:cNvCxnSpPr>
            <a:cxnSpLocks/>
            <a:stCxn id="19" idx="0"/>
            <a:endCxn id="10" idx="5"/>
          </p:cNvCxnSpPr>
          <p:nvPr/>
        </p:nvCxnSpPr>
        <p:spPr>
          <a:xfrm flipH="1" flipV="1">
            <a:off x="4037267" y="3987648"/>
            <a:ext cx="26912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F7D29A02-446F-3BB3-D32D-E7E66F4129A8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3183525" y="4119450"/>
            <a:ext cx="1868625" cy="60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7EE9A1A1-E667-EC1B-BAD2-CA7C84A5AC0A}"/>
              </a:ext>
            </a:extLst>
          </p:cNvPr>
          <p:cNvCxnSpPr>
            <a:cxnSpLocks/>
            <a:stCxn id="20" idx="0"/>
            <a:endCxn id="11" idx="5"/>
          </p:cNvCxnSpPr>
          <p:nvPr/>
        </p:nvCxnSpPr>
        <p:spPr>
          <a:xfrm flipH="1" flipV="1">
            <a:off x="5561267" y="3987648"/>
            <a:ext cx="2881783" cy="736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7B9935BB-63E3-74B6-D332-C90B500BDB02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 flipH="1">
            <a:off x="4928325" y="3982773"/>
            <a:ext cx="1119658" cy="741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AD68298D-BDB8-AF23-FB48-6B71E88163DA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6557100" y="4114575"/>
            <a:ext cx="171450" cy="6098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FECE7ED3-162A-728C-ED3A-ABD8E78E4AE3}"/>
              </a:ext>
            </a:extLst>
          </p:cNvPr>
          <p:cNvCxnSpPr>
            <a:cxnSpLocks/>
            <a:stCxn id="13" idx="3"/>
            <a:endCxn id="18" idx="0"/>
          </p:cNvCxnSpPr>
          <p:nvPr/>
        </p:nvCxnSpPr>
        <p:spPr>
          <a:xfrm flipH="1">
            <a:off x="4928325" y="3968373"/>
            <a:ext cx="2624608" cy="75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630BABB7-A8BE-5E51-EB7C-5CD7CB3FF578}"/>
              </a:ext>
            </a:extLst>
          </p:cNvPr>
          <p:cNvCxnSpPr>
            <a:cxnSpLocks/>
            <a:stCxn id="13" idx="4"/>
            <a:endCxn id="20" idx="0"/>
          </p:cNvCxnSpPr>
          <p:nvPr/>
        </p:nvCxnSpPr>
        <p:spPr>
          <a:xfrm>
            <a:off x="8062050" y="4100175"/>
            <a:ext cx="381000" cy="624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1DBCD3FC-D0CB-29FD-6CF7-0BEE6E6D1350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6728550" y="3963498"/>
            <a:ext cx="2348383" cy="760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9E66F6F5-5755-DBF8-24C4-7A7DBC6822CE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8443050" y="4095300"/>
            <a:ext cx="1143000" cy="629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020213"/>
      </p:ext>
    </p:extLst>
  </p:cSld>
  <p:clrMapOvr>
    <a:masterClrMapping/>
  </p:clrMapOvr>
  <p:transition spd="slow">
    <p:push dir="u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6F6F7-3944-128B-3487-CBF643C2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B43886EF-CB27-C47B-3258-AFA984924F5B}"/>
              </a:ext>
            </a:extLst>
          </p:cNvPr>
          <p:cNvCxnSpPr>
            <a:cxnSpLocks/>
          </p:cNvCxnSpPr>
          <p:nvPr/>
        </p:nvCxnSpPr>
        <p:spPr>
          <a:xfrm>
            <a:off x="337598" y="1285770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D40D977-651E-78E8-5AF9-9C808FCC05E3}"/>
              </a:ext>
            </a:extLst>
          </p:cNvPr>
          <p:cNvCxnSpPr>
            <a:cxnSpLocks/>
          </p:cNvCxnSpPr>
          <p:nvPr/>
        </p:nvCxnSpPr>
        <p:spPr>
          <a:xfrm>
            <a:off x="337598" y="2711381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170EACB2-3E0D-BDCD-5D3E-A4BB94DB5320}"/>
              </a:ext>
            </a:extLst>
          </p:cNvPr>
          <p:cNvCxnSpPr>
            <a:cxnSpLocks/>
          </p:cNvCxnSpPr>
          <p:nvPr/>
        </p:nvCxnSpPr>
        <p:spPr>
          <a:xfrm>
            <a:off x="337598" y="4146648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5E9085A-84C2-1007-9AF4-132B1A412D05}"/>
              </a:ext>
            </a:extLst>
          </p:cNvPr>
          <p:cNvCxnSpPr>
            <a:cxnSpLocks/>
          </p:cNvCxnSpPr>
          <p:nvPr/>
        </p:nvCxnSpPr>
        <p:spPr>
          <a:xfrm>
            <a:off x="337598" y="5605056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918B1971-3534-5D21-C3E3-ACD5D5A1495A}"/>
              </a:ext>
            </a:extLst>
          </p:cNvPr>
          <p:cNvCxnSpPr>
            <a:cxnSpLocks/>
          </p:cNvCxnSpPr>
          <p:nvPr/>
        </p:nvCxnSpPr>
        <p:spPr>
          <a:xfrm>
            <a:off x="1770927" y="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A4922F7-1A36-4C6C-C8B5-F237FCC826A5}"/>
              </a:ext>
            </a:extLst>
          </p:cNvPr>
          <p:cNvCxnSpPr>
            <a:cxnSpLocks/>
          </p:cNvCxnSpPr>
          <p:nvPr/>
        </p:nvCxnSpPr>
        <p:spPr>
          <a:xfrm>
            <a:off x="3242841" y="-32794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D92F5814-5A4B-EE9C-09E3-455B87021FF2}"/>
              </a:ext>
            </a:extLst>
          </p:cNvPr>
          <p:cNvCxnSpPr>
            <a:cxnSpLocks/>
          </p:cNvCxnSpPr>
          <p:nvPr/>
        </p:nvCxnSpPr>
        <p:spPr>
          <a:xfrm>
            <a:off x="4654952" y="-4437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908EFDA9-016E-DB4D-E0EF-501B33F620B9}"/>
              </a:ext>
            </a:extLst>
          </p:cNvPr>
          <p:cNvCxnSpPr>
            <a:cxnSpLocks/>
          </p:cNvCxnSpPr>
          <p:nvPr/>
        </p:nvCxnSpPr>
        <p:spPr>
          <a:xfrm>
            <a:off x="6090218" y="-9645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955E6A7D-2552-3E84-BBF6-5E3DB4B2593F}"/>
              </a:ext>
            </a:extLst>
          </p:cNvPr>
          <p:cNvCxnSpPr>
            <a:cxnSpLocks/>
          </p:cNvCxnSpPr>
          <p:nvPr/>
        </p:nvCxnSpPr>
        <p:spPr>
          <a:xfrm>
            <a:off x="7537055" y="-21221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7B6A419F-0871-441E-2FF8-4F26404F0EAA}"/>
              </a:ext>
            </a:extLst>
          </p:cNvPr>
          <p:cNvCxnSpPr>
            <a:cxnSpLocks/>
          </p:cNvCxnSpPr>
          <p:nvPr/>
        </p:nvCxnSpPr>
        <p:spPr>
          <a:xfrm>
            <a:off x="337598" y="-9646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2237ABA8-D6E6-0D15-D1EE-1ECCB233EC71}"/>
              </a:ext>
            </a:extLst>
          </p:cNvPr>
          <p:cNvSpPr/>
          <p:nvPr/>
        </p:nvSpPr>
        <p:spPr>
          <a:xfrm>
            <a:off x="2048720" y="15771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5698F9C-C086-B87B-1DE2-C05625DE684F}"/>
              </a:ext>
            </a:extLst>
          </p:cNvPr>
          <p:cNvSpPr/>
          <p:nvPr/>
        </p:nvSpPr>
        <p:spPr>
          <a:xfrm>
            <a:off x="2050648" y="1560177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A7584AB7-8A8D-C9FB-0814-856F584E8C1C}"/>
              </a:ext>
            </a:extLst>
          </p:cNvPr>
          <p:cNvSpPr/>
          <p:nvPr/>
        </p:nvSpPr>
        <p:spPr>
          <a:xfrm>
            <a:off x="4916109" y="440755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074A5CD1-0252-6B71-99F5-C19C7CD98188}"/>
              </a:ext>
            </a:extLst>
          </p:cNvPr>
          <p:cNvSpPr/>
          <p:nvPr/>
        </p:nvSpPr>
        <p:spPr>
          <a:xfrm>
            <a:off x="2062228" y="2972291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D1AD4B9C-D8BE-4EDD-A272-2310B02AA6DD}"/>
              </a:ext>
            </a:extLst>
          </p:cNvPr>
          <p:cNvSpPr/>
          <p:nvPr/>
        </p:nvSpPr>
        <p:spPr>
          <a:xfrm>
            <a:off x="6368005" y="5854391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937BE7F7-C9AD-19AD-00E7-27B402529665}"/>
              </a:ext>
            </a:extLst>
          </p:cNvPr>
          <p:cNvSpPr/>
          <p:nvPr/>
        </p:nvSpPr>
        <p:spPr>
          <a:xfrm>
            <a:off x="3488202" y="4384402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463F8317-93C7-9290-AEDA-BF2458772982}"/>
              </a:ext>
            </a:extLst>
          </p:cNvPr>
          <p:cNvSpPr/>
          <p:nvPr/>
        </p:nvSpPr>
        <p:spPr>
          <a:xfrm>
            <a:off x="6369931" y="126844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D1CB4BA-E6D7-5090-E4BC-3C350402EAA8}"/>
              </a:ext>
            </a:extLst>
          </p:cNvPr>
          <p:cNvSpPr/>
          <p:nvPr/>
        </p:nvSpPr>
        <p:spPr>
          <a:xfrm>
            <a:off x="3485907" y="2999295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6C8D8818-E81D-0E26-18CB-9213E43FDDF7}"/>
              </a:ext>
            </a:extLst>
          </p:cNvPr>
          <p:cNvSpPr/>
          <p:nvPr/>
        </p:nvSpPr>
        <p:spPr>
          <a:xfrm>
            <a:off x="4925988" y="5846672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24D8A8F-E76F-FAAE-AE08-C70DFED9D6DE}"/>
              </a:ext>
            </a:extLst>
          </p:cNvPr>
          <p:cNvGrpSpPr/>
          <p:nvPr/>
        </p:nvGrpSpPr>
        <p:grpSpPr>
          <a:xfrm>
            <a:off x="476500" y="79769"/>
            <a:ext cx="1152000" cy="1152000"/>
            <a:chOff x="476500" y="79769"/>
            <a:chExt cx="1152000" cy="1152000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F7D741A5-9A88-EE82-9979-A582DE261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7BB2E701-048D-E6E5-2B06-66C6F7E2741F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2059248-F437-8CA6-F3B6-56E2B528086E}"/>
              </a:ext>
            </a:extLst>
          </p:cNvPr>
          <p:cNvGrpSpPr/>
          <p:nvPr/>
        </p:nvGrpSpPr>
        <p:grpSpPr>
          <a:xfrm>
            <a:off x="488067" y="1386069"/>
            <a:ext cx="1152000" cy="1152000"/>
            <a:chOff x="488067" y="13860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0B37A661-6325-7015-AA8C-2E4A00376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2AA2A3EA-A34E-4827-475B-CD118DABDF09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654D702A-B67B-9FA0-4948-B629F3334FC8}"/>
              </a:ext>
            </a:extLst>
          </p:cNvPr>
          <p:cNvGrpSpPr/>
          <p:nvPr/>
        </p:nvGrpSpPr>
        <p:grpSpPr>
          <a:xfrm>
            <a:off x="488067" y="2845300"/>
            <a:ext cx="1152000" cy="1152000"/>
            <a:chOff x="488067" y="2845300"/>
            <a:chExt cx="1152000" cy="1152000"/>
          </a:xfrm>
        </p:grpSpPr>
        <p:pic>
          <p:nvPicPr>
            <p:cNvPr id="6" name="Grafik 5" descr="Mann mit einfarbiger Füllung">
              <a:extLst>
                <a:ext uri="{FF2B5EF4-FFF2-40B4-BE49-F238E27FC236}">
                  <a16:creationId xmlns:a16="http://schemas.microsoft.com/office/drawing/2014/main" id="{EF65D0F9-81CD-FAC8-DEDD-348603CB7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71633E6B-3ED2-2108-B6E4-9D3A81ED556A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A008525-F1BF-FDDC-CCB0-64E59EDD3896}"/>
              </a:ext>
            </a:extLst>
          </p:cNvPr>
          <p:cNvGrpSpPr/>
          <p:nvPr/>
        </p:nvGrpSpPr>
        <p:grpSpPr>
          <a:xfrm>
            <a:off x="488067" y="4292956"/>
            <a:ext cx="1152000" cy="1152000"/>
            <a:chOff x="488067" y="4292956"/>
            <a:chExt cx="1152000" cy="1152000"/>
          </a:xfrm>
        </p:grpSpPr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A0862FBB-EF20-5361-0CC0-7EA09DA9C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4292956"/>
              <a:ext cx="1152000" cy="11520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E857C825-2FA7-A6C1-70EF-B479D03FF8F3}"/>
                </a:ext>
              </a:extLst>
            </p:cNvPr>
            <p:cNvSpPr txBox="1"/>
            <p:nvPr/>
          </p:nvSpPr>
          <p:spPr>
            <a:xfrm>
              <a:off x="864489" y="44667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5F22747-1746-CF95-37D8-6C4A11100E8B}"/>
              </a:ext>
            </a:extLst>
          </p:cNvPr>
          <p:cNvGrpSpPr/>
          <p:nvPr/>
        </p:nvGrpSpPr>
        <p:grpSpPr>
          <a:xfrm>
            <a:off x="488067" y="5690596"/>
            <a:ext cx="1152000" cy="1152000"/>
            <a:chOff x="488067" y="5690596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A1F912F8-47FA-8344-152C-CCB942D38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67F499E0-104D-65E9-39A2-5A3EFE9E92EC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4227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54C8-1392-16E9-CEFD-EDD97D73F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69A5F4BB-F750-436D-A48A-3FC53D15DD42}"/>
              </a:ext>
            </a:extLst>
          </p:cNvPr>
          <p:cNvCxnSpPr>
            <a:cxnSpLocks/>
          </p:cNvCxnSpPr>
          <p:nvPr/>
        </p:nvCxnSpPr>
        <p:spPr>
          <a:xfrm>
            <a:off x="337598" y="1285770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9AF7C7A-1B2E-A4E1-EEE5-23E2C9074DB6}"/>
              </a:ext>
            </a:extLst>
          </p:cNvPr>
          <p:cNvCxnSpPr>
            <a:cxnSpLocks/>
          </p:cNvCxnSpPr>
          <p:nvPr/>
        </p:nvCxnSpPr>
        <p:spPr>
          <a:xfrm>
            <a:off x="337598" y="2711381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AF25BCD-C9D9-4902-DA61-EA1A9FE01A54}"/>
              </a:ext>
            </a:extLst>
          </p:cNvPr>
          <p:cNvCxnSpPr>
            <a:cxnSpLocks/>
          </p:cNvCxnSpPr>
          <p:nvPr/>
        </p:nvCxnSpPr>
        <p:spPr>
          <a:xfrm>
            <a:off x="337598" y="4146648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05490F9D-F110-757D-C0B4-F0B8BAE653D3}"/>
              </a:ext>
            </a:extLst>
          </p:cNvPr>
          <p:cNvCxnSpPr>
            <a:cxnSpLocks/>
          </p:cNvCxnSpPr>
          <p:nvPr/>
        </p:nvCxnSpPr>
        <p:spPr>
          <a:xfrm>
            <a:off x="337598" y="5605056"/>
            <a:ext cx="720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26051AFC-60FB-8D5B-71AE-FD28793CBF58}"/>
              </a:ext>
            </a:extLst>
          </p:cNvPr>
          <p:cNvCxnSpPr>
            <a:cxnSpLocks/>
          </p:cNvCxnSpPr>
          <p:nvPr/>
        </p:nvCxnSpPr>
        <p:spPr>
          <a:xfrm>
            <a:off x="1770927" y="0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E7BA98B2-781E-D749-3959-E76D6114BCDF}"/>
              </a:ext>
            </a:extLst>
          </p:cNvPr>
          <p:cNvCxnSpPr>
            <a:cxnSpLocks/>
          </p:cNvCxnSpPr>
          <p:nvPr/>
        </p:nvCxnSpPr>
        <p:spPr>
          <a:xfrm>
            <a:off x="7537055" y="-21221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14F45C48-90C0-F6B8-0B36-D31EC6027C86}"/>
              </a:ext>
            </a:extLst>
          </p:cNvPr>
          <p:cNvCxnSpPr>
            <a:cxnSpLocks/>
          </p:cNvCxnSpPr>
          <p:nvPr/>
        </p:nvCxnSpPr>
        <p:spPr>
          <a:xfrm>
            <a:off x="337598" y="-9646"/>
            <a:ext cx="0" cy="69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5140FC16-3FA8-0B50-58D6-737CE2A1721A}"/>
              </a:ext>
            </a:extLst>
          </p:cNvPr>
          <p:cNvSpPr/>
          <p:nvPr/>
        </p:nvSpPr>
        <p:spPr>
          <a:xfrm>
            <a:off x="2048720" y="15771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2DFC36C6-4C66-2442-BABB-AEDC0BC5E498}"/>
              </a:ext>
            </a:extLst>
          </p:cNvPr>
          <p:cNvSpPr/>
          <p:nvPr/>
        </p:nvSpPr>
        <p:spPr>
          <a:xfrm>
            <a:off x="2050648" y="1560177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C13952CC-28D1-504B-7A69-81F489DA9502}"/>
              </a:ext>
            </a:extLst>
          </p:cNvPr>
          <p:cNvSpPr/>
          <p:nvPr/>
        </p:nvSpPr>
        <p:spPr>
          <a:xfrm>
            <a:off x="4916109" y="440755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6926ECD0-2F58-3E9A-C0CC-74E3AE5ABD18}"/>
              </a:ext>
            </a:extLst>
          </p:cNvPr>
          <p:cNvSpPr/>
          <p:nvPr/>
        </p:nvSpPr>
        <p:spPr>
          <a:xfrm>
            <a:off x="2062228" y="2972291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B0EACEE9-110B-0357-22E3-459E51EF0AD9}"/>
              </a:ext>
            </a:extLst>
          </p:cNvPr>
          <p:cNvSpPr/>
          <p:nvPr/>
        </p:nvSpPr>
        <p:spPr>
          <a:xfrm>
            <a:off x="6368005" y="5854391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17185D37-9E71-951B-3614-A5F5E910AE3B}"/>
              </a:ext>
            </a:extLst>
          </p:cNvPr>
          <p:cNvSpPr/>
          <p:nvPr/>
        </p:nvSpPr>
        <p:spPr>
          <a:xfrm>
            <a:off x="3488202" y="4384402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19FAAFF1-7C0E-859A-52E9-A35B30D28038}"/>
              </a:ext>
            </a:extLst>
          </p:cNvPr>
          <p:cNvSpPr/>
          <p:nvPr/>
        </p:nvSpPr>
        <p:spPr>
          <a:xfrm>
            <a:off x="6369931" y="126844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365C06F-2F66-F489-517A-E1A343D07987}"/>
              </a:ext>
            </a:extLst>
          </p:cNvPr>
          <p:cNvSpPr/>
          <p:nvPr/>
        </p:nvSpPr>
        <p:spPr>
          <a:xfrm>
            <a:off x="3485907" y="2999295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0B6D95EB-E766-BC66-8114-4C0E913C6E97}"/>
              </a:ext>
            </a:extLst>
          </p:cNvPr>
          <p:cNvSpPr/>
          <p:nvPr/>
        </p:nvSpPr>
        <p:spPr>
          <a:xfrm>
            <a:off x="4925988" y="5846672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CA7927A-C75C-C7D5-752E-F9C722356BE8}"/>
              </a:ext>
            </a:extLst>
          </p:cNvPr>
          <p:cNvGrpSpPr/>
          <p:nvPr/>
        </p:nvGrpSpPr>
        <p:grpSpPr>
          <a:xfrm>
            <a:off x="476500" y="79769"/>
            <a:ext cx="1152000" cy="1152000"/>
            <a:chOff x="476500" y="79769"/>
            <a:chExt cx="1152000" cy="1152000"/>
          </a:xfrm>
        </p:grpSpPr>
        <p:pic>
          <p:nvPicPr>
            <p:cNvPr id="9" name="Grafik 8" descr="Mann mit einfarbiger Füllung">
              <a:extLst>
                <a:ext uri="{FF2B5EF4-FFF2-40B4-BE49-F238E27FC236}">
                  <a16:creationId xmlns:a16="http://schemas.microsoft.com/office/drawing/2014/main" id="{2B0D1E9C-E073-77E4-E147-D1664A2CA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5187454E-D94C-A58D-07E9-818C057B5A19}"/>
                </a:ext>
              </a:extLst>
            </p:cNvPr>
            <p:cNvSpPr txBox="1"/>
            <p:nvPr/>
          </p:nvSpPr>
          <p:spPr>
            <a:xfrm>
              <a:off x="864489" y="2471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62C6714A-FD0B-DAEE-6B95-8FE58169DD9E}"/>
              </a:ext>
            </a:extLst>
          </p:cNvPr>
          <p:cNvGrpSpPr/>
          <p:nvPr/>
        </p:nvGrpSpPr>
        <p:grpSpPr>
          <a:xfrm>
            <a:off x="488067" y="1386069"/>
            <a:ext cx="1152000" cy="1152000"/>
            <a:chOff x="488067" y="13860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CE763261-4C1C-0860-5517-999227D70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1386069"/>
              <a:ext cx="1152000" cy="115200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597E0DAF-6C9A-4164-D587-7A6DA3BD2D3F}"/>
                </a:ext>
              </a:extLst>
            </p:cNvPr>
            <p:cNvSpPr txBox="1"/>
            <p:nvPr/>
          </p:nvSpPr>
          <p:spPr>
            <a:xfrm>
              <a:off x="864489" y="15521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3F6A6CA9-8200-1A37-1B45-713C68FE3B98}"/>
              </a:ext>
            </a:extLst>
          </p:cNvPr>
          <p:cNvGrpSpPr/>
          <p:nvPr/>
        </p:nvGrpSpPr>
        <p:grpSpPr>
          <a:xfrm>
            <a:off x="488067" y="2845300"/>
            <a:ext cx="1152000" cy="1152000"/>
            <a:chOff x="488067" y="2845300"/>
            <a:chExt cx="1152000" cy="1152000"/>
          </a:xfrm>
        </p:grpSpPr>
        <p:pic>
          <p:nvPicPr>
            <p:cNvPr id="6" name="Grafik 5" descr="Mann mit einfarbiger Füllung">
              <a:extLst>
                <a:ext uri="{FF2B5EF4-FFF2-40B4-BE49-F238E27FC236}">
                  <a16:creationId xmlns:a16="http://schemas.microsoft.com/office/drawing/2014/main" id="{55CCA7D0-2E81-225D-1538-59C08B2C6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2845300"/>
              <a:ext cx="1152000" cy="1152000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D25BEC3D-BD8A-EE33-A322-8685FF2DFB8C}"/>
                </a:ext>
              </a:extLst>
            </p:cNvPr>
            <p:cNvSpPr txBox="1"/>
            <p:nvPr/>
          </p:nvSpPr>
          <p:spPr>
            <a:xfrm>
              <a:off x="864489" y="30189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DB3D2E0-4DE7-73C3-43B1-361F3664F334}"/>
              </a:ext>
            </a:extLst>
          </p:cNvPr>
          <p:cNvGrpSpPr/>
          <p:nvPr/>
        </p:nvGrpSpPr>
        <p:grpSpPr>
          <a:xfrm>
            <a:off x="488067" y="4292956"/>
            <a:ext cx="1152000" cy="1152000"/>
            <a:chOff x="488067" y="4292956"/>
            <a:chExt cx="1152000" cy="1152000"/>
          </a:xfrm>
        </p:grpSpPr>
        <p:pic>
          <p:nvPicPr>
            <p:cNvPr id="7" name="Grafik 6" descr="Mann mit einfarbiger Füllung">
              <a:extLst>
                <a:ext uri="{FF2B5EF4-FFF2-40B4-BE49-F238E27FC236}">
                  <a16:creationId xmlns:a16="http://schemas.microsoft.com/office/drawing/2014/main" id="{851CA03D-37D7-4232-5280-D7CD8C575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4292956"/>
              <a:ext cx="1152000" cy="11520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0FDADCBB-EB3F-0229-AD77-5816A28355AC}"/>
                </a:ext>
              </a:extLst>
            </p:cNvPr>
            <p:cNvSpPr txBox="1"/>
            <p:nvPr/>
          </p:nvSpPr>
          <p:spPr>
            <a:xfrm>
              <a:off x="864489" y="446675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786CA51C-A9B4-83A0-112D-B2940D5954B7}"/>
              </a:ext>
            </a:extLst>
          </p:cNvPr>
          <p:cNvGrpSpPr/>
          <p:nvPr/>
        </p:nvGrpSpPr>
        <p:grpSpPr>
          <a:xfrm>
            <a:off x="488067" y="5690596"/>
            <a:ext cx="1152000" cy="1152000"/>
            <a:chOff x="488067" y="5690596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2D0DA76D-1339-A1F8-7391-2C5FB6188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67" y="5690596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7B6537A-F043-5D4D-82A0-753F8E83D85C}"/>
                </a:ext>
              </a:extLst>
            </p:cNvPr>
            <p:cNvSpPr txBox="1"/>
            <p:nvPr/>
          </p:nvSpPr>
          <p:spPr>
            <a:xfrm>
              <a:off x="864489" y="584788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2887CFFF-5F4D-F43A-172B-5DD96050E045}"/>
              </a:ext>
            </a:extLst>
          </p:cNvPr>
          <p:cNvSpPr txBox="1"/>
          <p:nvPr/>
        </p:nvSpPr>
        <p:spPr>
          <a:xfrm>
            <a:off x="4461223" y="243786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42CEB62-3DD0-16B2-A57A-6030CF0E2DF8}"/>
              </a:ext>
            </a:extLst>
          </p:cNvPr>
          <p:cNvSpPr txBox="1"/>
          <p:nvPr/>
        </p:nvSpPr>
        <p:spPr>
          <a:xfrm>
            <a:off x="3027213" y="3128912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DE296620-4C52-E1EF-3D0D-7825C72A61E9}"/>
              </a:ext>
            </a:extLst>
          </p:cNvPr>
          <p:cNvSpPr txBox="1"/>
          <p:nvPr/>
        </p:nvSpPr>
        <p:spPr>
          <a:xfrm>
            <a:off x="4465492" y="4555358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32E90F3-3896-6457-7757-A7D0589FEE61}"/>
              </a:ext>
            </a:extLst>
          </p:cNvPr>
          <p:cNvSpPr txBox="1"/>
          <p:nvPr/>
        </p:nvSpPr>
        <p:spPr>
          <a:xfrm>
            <a:off x="5901587" y="601920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5F906FEC-6084-5755-DFDE-7D246A25AF1C}"/>
                  </a:ext>
                </a:extLst>
              </p:cNvPr>
              <p:cNvSpPr txBox="1"/>
              <p:nvPr/>
            </p:nvSpPr>
            <p:spPr>
              <a:xfrm>
                <a:off x="7998160" y="243786"/>
                <a:ext cx="9732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5F906FEC-6084-5755-DFDE-7D246A25A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160" y="243786"/>
                <a:ext cx="973280" cy="584775"/>
              </a:xfrm>
              <a:prstGeom prst="rect">
                <a:avLst/>
              </a:prstGeom>
              <a:blipFill>
                <a:blip r:embed="rId4"/>
                <a:stretch>
                  <a:fillRect l="-15625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4F576CF0-F015-1CF5-F56B-FF0427A19282}"/>
                  </a:ext>
                </a:extLst>
              </p:cNvPr>
              <p:cNvSpPr txBox="1"/>
              <p:nvPr/>
            </p:nvSpPr>
            <p:spPr>
              <a:xfrm>
                <a:off x="7997104" y="1669681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4F576CF0-F015-1CF5-F56B-FF0427A19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104" y="1669681"/>
                <a:ext cx="982770" cy="584775"/>
              </a:xfrm>
              <a:prstGeom prst="rect">
                <a:avLst/>
              </a:prstGeom>
              <a:blipFill>
                <a:blip r:embed="rId5"/>
                <a:stretch>
                  <a:fillRect l="-16149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35862539-5EB7-EF09-29C2-6E5536201640}"/>
                  </a:ext>
                </a:extLst>
              </p:cNvPr>
              <p:cNvSpPr txBox="1"/>
              <p:nvPr/>
            </p:nvSpPr>
            <p:spPr>
              <a:xfrm>
                <a:off x="8003498" y="3128911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35862539-5EB7-EF09-29C2-6E5536201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498" y="3128911"/>
                <a:ext cx="982770" cy="584775"/>
              </a:xfrm>
              <a:prstGeom prst="rect">
                <a:avLst/>
              </a:prstGeom>
              <a:blipFill>
                <a:blip r:embed="rId6"/>
                <a:stretch>
                  <a:fillRect l="-16149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2C79A812-D706-3398-C2DF-651424A751A4}"/>
                  </a:ext>
                </a:extLst>
              </p:cNvPr>
              <p:cNvSpPr txBox="1"/>
              <p:nvPr/>
            </p:nvSpPr>
            <p:spPr>
              <a:xfrm>
                <a:off x="8022310" y="4549214"/>
                <a:ext cx="9652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2C79A812-D706-3398-C2DF-651424A75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310" y="4549214"/>
                <a:ext cx="965201" cy="584775"/>
              </a:xfrm>
              <a:prstGeom prst="rect">
                <a:avLst/>
              </a:prstGeom>
              <a:blipFill>
                <a:blip r:embed="rId7"/>
                <a:stretch>
                  <a:fillRect l="-16456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A78B0EB4-A094-2FBE-50DD-5214FD1249FB}"/>
                  </a:ext>
                </a:extLst>
              </p:cNvPr>
              <p:cNvSpPr txBox="1"/>
              <p:nvPr/>
            </p:nvSpPr>
            <p:spPr>
              <a:xfrm>
                <a:off x="8022310" y="601403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A78B0EB4-A094-2FBE-50DD-5214FD124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310" y="6014036"/>
                <a:ext cx="982770" cy="584775"/>
              </a:xfrm>
              <a:prstGeom prst="rect">
                <a:avLst/>
              </a:prstGeom>
              <a:blipFill>
                <a:blip r:embed="rId8"/>
                <a:stretch>
                  <a:fillRect l="-16149" t="-12632" b="-357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9234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B8AD7-6F17-983B-D4E8-A6AAC8CCA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65E06A5-F5BB-04B4-EA9C-DC941BEBB615}"/>
              </a:ext>
            </a:extLst>
          </p:cNvPr>
          <p:cNvCxnSpPr>
            <a:cxnSpLocks/>
          </p:cNvCxnSpPr>
          <p:nvPr/>
        </p:nvCxnSpPr>
        <p:spPr>
          <a:xfrm>
            <a:off x="337598" y="5331964"/>
            <a:ext cx="1159555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Ellipse 23">
            <a:extLst>
              <a:ext uri="{FF2B5EF4-FFF2-40B4-BE49-F238E27FC236}">
                <a16:creationId xmlns:a16="http://schemas.microsoft.com/office/drawing/2014/main" id="{11F94261-CB56-55B1-6BD6-9C35125A936F}"/>
              </a:ext>
            </a:extLst>
          </p:cNvPr>
          <p:cNvSpPr/>
          <p:nvPr/>
        </p:nvSpPr>
        <p:spPr>
          <a:xfrm>
            <a:off x="4219332" y="5756916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33F955CB-10BA-1DE3-0CBF-C6DFD397B7D2}"/>
              </a:ext>
            </a:extLst>
          </p:cNvPr>
          <p:cNvSpPr/>
          <p:nvPr/>
        </p:nvSpPr>
        <p:spPr>
          <a:xfrm>
            <a:off x="5988214" y="5747343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EBBF20A3-E66C-394F-B271-908B39BB958F}"/>
              </a:ext>
            </a:extLst>
          </p:cNvPr>
          <p:cNvSpPr/>
          <p:nvPr/>
        </p:nvSpPr>
        <p:spPr>
          <a:xfrm>
            <a:off x="7815904" y="5747391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DD4CB00F-830F-1323-8FEF-93DF6EB0F978}"/>
              </a:ext>
            </a:extLst>
          </p:cNvPr>
          <p:cNvSpPr/>
          <p:nvPr/>
        </p:nvSpPr>
        <p:spPr>
          <a:xfrm>
            <a:off x="9597079" y="5747307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5C97E8C2-43B6-23A7-1830-FBEA94552C87}"/>
                  </a:ext>
                </a:extLst>
              </p:cNvPr>
              <p:cNvSpPr txBox="1"/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Max 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>
                          <m:sSubPr>
                            <m:ctrlPr>
                              <a:rPr lang="de-DE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de-DE" sz="3200" dirty="0"/>
                  <a:t>) - </a:t>
                </a:r>
                <a14:m>
                  <m:oMath xmlns:m="http://schemas.openxmlformats.org/officeDocument/2006/math">
                    <m:r>
                      <a:rPr lang="de-DE" sz="32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3200" dirty="0"/>
                  <a:t> *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            </m:t>
                    </m:r>
                  </m:oMath>
                </a14:m>
                <a:r>
                  <a:rPr lang="de-DE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de-DE" sz="3200" dirty="0"/>
                  <a:t>             ) </a:t>
                </a:r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5C97E8C2-43B6-23A7-1830-FBEA94552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blipFill>
                <a:blip r:embed="rId2"/>
                <a:stretch>
                  <a:fillRect l="-1397" t="-5882" r="-447" b="-32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lipse 4">
            <a:extLst>
              <a:ext uri="{FF2B5EF4-FFF2-40B4-BE49-F238E27FC236}">
                <a16:creationId xmlns:a16="http://schemas.microsoft.com/office/drawing/2014/main" id="{AC2C13B3-8AF0-5E00-5DEB-EB177F5B005C}"/>
              </a:ext>
            </a:extLst>
          </p:cNvPr>
          <p:cNvSpPr/>
          <p:nvPr/>
        </p:nvSpPr>
        <p:spPr>
          <a:xfrm>
            <a:off x="2048720" y="6246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31C3CE4-88CA-4393-0F1D-269C792FBF34}"/>
              </a:ext>
            </a:extLst>
          </p:cNvPr>
          <p:cNvSpPr/>
          <p:nvPr/>
        </p:nvSpPr>
        <p:spPr>
          <a:xfrm>
            <a:off x="6369931" y="31594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C5FFA15-E584-43D0-0F6D-46550C268ECA}"/>
              </a:ext>
            </a:extLst>
          </p:cNvPr>
          <p:cNvSpPr txBox="1"/>
          <p:nvPr/>
        </p:nvSpPr>
        <p:spPr>
          <a:xfrm>
            <a:off x="4461223" y="148536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816B508-FAB1-9A17-F2D3-73B288D3EE69}"/>
                  </a:ext>
                </a:extLst>
              </p:cNvPr>
              <p:cNvSpPr txBox="1"/>
              <p:nvPr/>
            </p:nvSpPr>
            <p:spPr>
              <a:xfrm>
                <a:off x="7998160" y="148536"/>
                <a:ext cx="9732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816B508-FAB1-9A17-F2D3-73B288D3E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160" y="148536"/>
                <a:ext cx="973280" cy="584775"/>
              </a:xfrm>
              <a:prstGeom prst="rect">
                <a:avLst/>
              </a:prstGeom>
              <a:blipFill>
                <a:blip r:embed="rId3"/>
                <a:stretch>
                  <a:fillRect l="-15625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llipse 8">
            <a:extLst>
              <a:ext uri="{FF2B5EF4-FFF2-40B4-BE49-F238E27FC236}">
                <a16:creationId xmlns:a16="http://schemas.microsoft.com/office/drawing/2014/main" id="{B399D850-71C3-752B-7526-44634B29D4B4}"/>
              </a:ext>
            </a:extLst>
          </p:cNvPr>
          <p:cNvSpPr/>
          <p:nvPr/>
        </p:nvSpPr>
        <p:spPr>
          <a:xfrm>
            <a:off x="2050648" y="1045827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80422DD-800E-45EA-1ED1-0299D930B9FC}"/>
                  </a:ext>
                </a:extLst>
              </p:cNvPr>
              <p:cNvSpPr txBox="1"/>
              <p:nvPr/>
            </p:nvSpPr>
            <p:spPr>
              <a:xfrm>
                <a:off x="7997104" y="1155331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80422DD-800E-45EA-1ED1-0299D930B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104" y="1155331"/>
                <a:ext cx="982770" cy="584775"/>
              </a:xfrm>
              <a:prstGeom prst="rect">
                <a:avLst/>
              </a:prstGeom>
              <a:blipFill>
                <a:blip r:embed="rId4"/>
                <a:stretch>
                  <a:fillRect l="-16149" t="-12632" b="-357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llipse 13">
            <a:extLst>
              <a:ext uri="{FF2B5EF4-FFF2-40B4-BE49-F238E27FC236}">
                <a16:creationId xmlns:a16="http://schemas.microsoft.com/office/drawing/2014/main" id="{0599812A-F855-EC7D-43A1-A548677EB91A}"/>
              </a:ext>
            </a:extLst>
          </p:cNvPr>
          <p:cNvSpPr/>
          <p:nvPr/>
        </p:nvSpPr>
        <p:spPr>
          <a:xfrm>
            <a:off x="2062228" y="2029316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5A4F05E-25E7-C8AF-851C-D41B5D15FD15}"/>
              </a:ext>
            </a:extLst>
          </p:cNvPr>
          <p:cNvSpPr/>
          <p:nvPr/>
        </p:nvSpPr>
        <p:spPr>
          <a:xfrm>
            <a:off x="3485907" y="2056320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CA2D585-E7E5-7D7E-EDE7-63D3AEC86DAB}"/>
              </a:ext>
            </a:extLst>
          </p:cNvPr>
          <p:cNvSpPr txBox="1"/>
          <p:nvPr/>
        </p:nvSpPr>
        <p:spPr>
          <a:xfrm>
            <a:off x="3027213" y="2185937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95108F97-3C53-B103-FFBC-854415F6D6FF}"/>
                  </a:ext>
                </a:extLst>
              </p:cNvPr>
              <p:cNvSpPr txBox="1"/>
              <p:nvPr/>
            </p:nvSpPr>
            <p:spPr>
              <a:xfrm>
                <a:off x="8003498" y="218593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95108F97-3C53-B103-FFBC-854415F6D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498" y="2185936"/>
                <a:ext cx="982770" cy="584775"/>
              </a:xfrm>
              <a:prstGeom prst="rect">
                <a:avLst/>
              </a:prstGeom>
              <a:blipFill>
                <a:blip r:embed="rId5"/>
                <a:stretch>
                  <a:fillRect l="-16149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Ellipse 25">
            <a:extLst>
              <a:ext uri="{FF2B5EF4-FFF2-40B4-BE49-F238E27FC236}">
                <a16:creationId xmlns:a16="http://schemas.microsoft.com/office/drawing/2014/main" id="{F09F031E-5700-3149-6A81-9772BD81B540}"/>
              </a:ext>
            </a:extLst>
          </p:cNvPr>
          <p:cNvSpPr/>
          <p:nvPr/>
        </p:nvSpPr>
        <p:spPr>
          <a:xfrm>
            <a:off x="4916109" y="305500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822474BE-C271-CCAC-47B1-E317E2E96C4C}"/>
              </a:ext>
            </a:extLst>
          </p:cNvPr>
          <p:cNvSpPr/>
          <p:nvPr/>
        </p:nvSpPr>
        <p:spPr>
          <a:xfrm>
            <a:off x="3488202" y="3031852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B2A5130E-9EB2-ED8A-9FB5-DDE96618EB1B}"/>
              </a:ext>
            </a:extLst>
          </p:cNvPr>
          <p:cNvSpPr txBox="1"/>
          <p:nvPr/>
        </p:nvSpPr>
        <p:spPr>
          <a:xfrm>
            <a:off x="4465492" y="3202808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66448E7B-0D0F-BBCF-F5A7-7A512D9922BE}"/>
                  </a:ext>
                </a:extLst>
              </p:cNvPr>
              <p:cNvSpPr txBox="1"/>
              <p:nvPr/>
            </p:nvSpPr>
            <p:spPr>
              <a:xfrm>
                <a:off x="8022310" y="3196664"/>
                <a:ext cx="9652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66448E7B-0D0F-BBCF-F5A7-7A512D992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310" y="3196664"/>
                <a:ext cx="965201" cy="584775"/>
              </a:xfrm>
              <a:prstGeom prst="rect">
                <a:avLst/>
              </a:prstGeom>
              <a:blipFill>
                <a:blip r:embed="rId6"/>
                <a:stretch>
                  <a:fillRect l="-16456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llipse 48">
            <a:extLst>
              <a:ext uri="{FF2B5EF4-FFF2-40B4-BE49-F238E27FC236}">
                <a16:creationId xmlns:a16="http://schemas.microsoft.com/office/drawing/2014/main" id="{3168F055-A252-FA5D-BA54-1D842D251F71}"/>
              </a:ext>
            </a:extLst>
          </p:cNvPr>
          <p:cNvSpPr/>
          <p:nvPr/>
        </p:nvSpPr>
        <p:spPr>
          <a:xfrm>
            <a:off x="6368005" y="4044641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5B79AF9E-81EC-6348-CDAB-065D7C8B93EA}"/>
              </a:ext>
            </a:extLst>
          </p:cNvPr>
          <p:cNvSpPr/>
          <p:nvPr/>
        </p:nvSpPr>
        <p:spPr>
          <a:xfrm>
            <a:off x="4925988" y="4036922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BB7AB480-5FE8-E28D-C2DE-FA3035583588}"/>
              </a:ext>
            </a:extLst>
          </p:cNvPr>
          <p:cNvSpPr txBox="1"/>
          <p:nvPr/>
        </p:nvSpPr>
        <p:spPr>
          <a:xfrm>
            <a:off x="5901587" y="420945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8A541AFD-A22D-7920-0E54-01909CA21276}"/>
                  </a:ext>
                </a:extLst>
              </p:cNvPr>
              <p:cNvSpPr txBox="1"/>
              <p:nvPr/>
            </p:nvSpPr>
            <p:spPr>
              <a:xfrm>
                <a:off x="8022310" y="420428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8A541AFD-A22D-7920-0E54-01909CA21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310" y="4204286"/>
                <a:ext cx="982770" cy="584775"/>
              </a:xfrm>
              <a:prstGeom prst="rect">
                <a:avLst/>
              </a:prstGeom>
              <a:blipFill>
                <a:blip r:embed="rId7"/>
                <a:stretch>
                  <a:fillRect l="-16149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0173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0E2B3-B01A-2331-D8A8-F0ED8107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F6FB8FB-E07D-EE5A-6EF8-19393E33E179}"/>
              </a:ext>
            </a:extLst>
          </p:cNvPr>
          <p:cNvCxnSpPr>
            <a:cxnSpLocks/>
          </p:cNvCxnSpPr>
          <p:nvPr/>
        </p:nvCxnSpPr>
        <p:spPr>
          <a:xfrm>
            <a:off x="337598" y="5331964"/>
            <a:ext cx="1159555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Ellipse 23">
            <a:extLst>
              <a:ext uri="{FF2B5EF4-FFF2-40B4-BE49-F238E27FC236}">
                <a16:creationId xmlns:a16="http://schemas.microsoft.com/office/drawing/2014/main" id="{96022316-F26D-ED5B-3F49-E0FB4DC9FE83}"/>
              </a:ext>
            </a:extLst>
          </p:cNvPr>
          <p:cNvSpPr/>
          <p:nvPr/>
        </p:nvSpPr>
        <p:spPr>
          <a:xfrm>
            <a:off x="4219332" y="5756916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003472BE-E849-6746-F7DE-709A937DC0B0}"/>
              </a:ext>
            </a:extLst>
          </p:cNvPr>
          <p:cNvSpPr/>
          <p:nvPr/>
        </p:nvSpPr>
        <p:spPr>
          <a:xfrm>
            <a:off x="5988214" y="5747343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983F6A93-0669-A678-A63B-E92736189B0B}"/>
              </a:ext>
            </a:extLst>
          </p:cNvPr>
          <p:cNvSpPr/>
          <p:nvPr/>
        </p:nvSpPr>
        <p:spPr>
          <a:xfrm>
            <a:off x="7815904" y="5747391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4B9AA14-EC5C-130A-EF3B-7E928B1D71B3}"/>
              </a:ext>
            </a:extLst>
          </p:cNvPr>
          <p:cNvSpPr/>
          <p:nvPr/>
        </p:nvSpPr>
        <p:spPr>
          <a:xfrm>
            <a:off x="9597079" y="5747307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DA75F8EC-C403-A6C0-E195-4E41FC554DEF}"/>
                  </a:ext>
                </a:extLst>
              </p:cNvPr>
              <p:cNvSpPr txBox="1"/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Max 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>
                          <m:sSubPr>
                            <m:ctrlPr>
                              <a:rPr lang="de-DE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de-DE" sz="3200" dirty="0"/>
                  <a:t>) - </a:t>
                </a:r>
                <a14:m>
                  <m:oMath xmlns:m="http://schemas.openxmlformats.org/officeDocument/2006/math">
                    <m:r>
                      <a:rPr lang="de-DE" sz="32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3200" dirty="0"/>
                  <a:t> *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            </m:t>
                    </m:r>
                  </m:oMath>
                </a14:m>
                <a:r>
                  <a:rPr lang="de-DE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de-DE" sz="3200" dirty="0"/>
                  <a:t>             ) </a:t>
                </a:r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DA75F8EC-C403-A6C0-E195-4E41FC554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blipFill>
                <a:blip r:embed="rId2"/>
                <a:stretch>
                  <a:fillRect l="-1397" t="-5882" r="-447" b="-32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lipse 4">
            <a:extLst>
              <a:ext uri="{FF2B5EF4-FFF2-40B4-BE49-F238E27FC236}">
                <a16:creationId xmlns:a16="http://schemas.microsoft.com/office/drawing/2014/main" id="{544E2778-E675-C1B7-57CC-85445AA86736}"/>
              </a:ext>
            </a:extLst>
          </p:cNvPr>
          <p:cNvSpPr/>
          <p:nvPr/>
        </p:nvSpPr>
        <p:spPr>
          <a:xfrm>
            <a:off x="448520" y="62463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A6F7D6F-49B6-FB98-D068-E00E90CD9F4E}"/>
              </a:ext>
            </a:extLst>
          </p:cNvPr>
          <p:cNvSpPr/>
          <p:nvPr/>
        </p:nvSpPr>
        <p:spPr>
          <a:xfrm>
            <a:off x="4769731" y="31594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48CC2FE-2C46-9519-476C-C62A880EDD6D}"/>
              </a:ext>
            </a:extLst>
          </p:cNvPr>
          <p:cNvSpPr txBox="1"/>
          <p:nvPr/>
        </p:nvSpPr>
        <p:spPr>
          <a:xfrm>
            <a:off x="2861023" y="148536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B43E07A-9EC3-2B37-3709-CB4DF5449F57}"/>
                  </a:ext>
                </a:extLst>
              </p:cNvPr>
              <p:cNvSpPr txBox="1"/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B43E07A-9EC3-2B37-3709-CB4DF5449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blipFill>
                <a:blip r:embed="rId3"/>
                <a:stretch>
                  <a:fillRect l="-1635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llipse 8">
            <a:extLst>
              <a:ext uri="{FF2B5EF4-FFF2-40B4-BE49-F238E27FC236}">
                <a16:creationId xmlns:a16="http://schemas.microsoft.com/office/drawing/2014/main" id="{15BFAF4C-41F9-E249-A120-B57C58B2F458}"/>
              </a:ext>
            </a:extLst>
          </p:cNvPr>
          <p:cNvSpPr/>
          <p:nvPr/>
        </p:nvSpPr>
        <p:spPr>
          <a:xfrm>
            <a:off x="450448" y="1045827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5A11881-BA59-EE06-5AE2-EB09D9C975D9}"/>
                  </a:ext>
                </a:extLst>
              </p:cNvPr>
              <p:cNvSpPr txBox="1"/>
              <p:nvPr/>
            </p:nvSpPr>
            <p:spPr>
              <a:xfrm>
                <a:off x="6396904" y="1155331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5A11881-BA59-EE06-5AE2-EB09D9C97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904" y="1155331"/>
                <a:ext cx="982770" cy="584775"/>
              </a:xfrm>
              <a:prstGeom prst="rect">
                <a:avLst/>
              </a:prstGeom>
              <a:blipFill>
                <a:blip r:embed="rId4"/>
                <a:stretch>
                  <a:fillRect l="-15432" t="-12632" b="-357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llipse 13">
            <a:extLst>
              <a:ext uri="{FF2B5EF4-FFF2-40B4-BE49-F238E27FC236}">
                <a16:creationId xmlns:a16="http://schemas.microsoft.com/office/drawing/2014/main" id="{0EA6888F-858E-F485-6D7E-4474989B146F}"/>
              </a:ext>
            </a:extLst>
          </p:cNvPr>
          <p:cNvSpPr/>
          <p:nvPr/>
        </p:nvSpPr>
        <p:spPr>
          <a:xfrm>
            <a:off x="462028" y="2029316"/>
            <a:ext cx="914400" cy="9144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78C27EB-30E3-4EAE-DD32-D14C669D0DAB}"/>
              </a:ext>
            </a:extLst>
          </p:cNvPr>
          <p:cNvSpPr/>
          <p:nvPr/>
        </p:nvSpPr>
        <p:spPr>
          <a:xfrm>
            <a:off x="1885707" y="2056320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E124F2B-49E9-8ED6-BEBD-5E913D275E75}"/>
              </a:ext>
            </a:extLst>
          </p:cNvPr>
          <p:cNvSpPr txBox="1"/>
          <p:nvPr/>
        </p:nvSpPr>
        <p:spPr>
          <a:xfrm>
            <a:off x="1427013" y="2185937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76807533-34DC-70D4-606C-84715F6E7118}"/>
                  </a:ext>
                </a:extLst>
              </p:cNvPr>
              <p:cNvSpPr txBox="1"/>
              <p:nvPr/>
            </p:nvSpPr>
            <p:spPr>
              <a:xfrm>
                <a:off x="6403298" y="218593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76807533-34DC-70D4-606C-84715F6E7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298" y="2185936"/>
                <a:ext cx="982770" cy="584775"/>
              </a:xfrm>
              <a:prstGeom prst="rect">
                <a:avLst/>
              </a:prstGeom>
              <a:blipFill>
                <a:blip r:embed="rId5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Ellipse 25">
            <a:extLst>
              <a:ext uri="{FF2B5EF4-FFF2-40B4-BE49-F238E27FC236}">
                <a16:creationId xmlns:a16="http://schemas.microsoft.com/office/drawing/2014/main" id="{2F2391D6-5C63-1AA6-F608-1307F3EEA1E8}"/>
              </a:ext>
            </a:extLst>
          </p:cNvPr>
          <p:cNvSpPr/>
          <p:nvPr/>
        </p:nvSpPr>
        <p:spPr>
          <a:xfrm>
            <a:off x="3315909" y="3055004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CC8E5DA5-E533-159A-070C-BE6E7778F8C5}"/>
              </a:ext>
            </a:extLst>
          </p:cNvPr>
          <p:cNvSpPr/>
          <p:nvPr/>
        </p:nvSpPr>
        <p:spPr>
          <a:xfrm>
            <a:off x="1888002" y="3031852"/>
            <a:ext cx="914400" cy="9144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EB3C4F92-F36B-3940-C583-2D13C0FA8872}"/>
              </a:ext>
            </a:extLst>
          </p:cNvPr>
          <p:cNvSpPr txBox="1"/>
          <p:nvPr/>
        </p:nvSpPr>
        <p:spPr>
          <a:xfrm>
            <a:off x="2865292" y="3202808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66C9949A-E8D1-F214-8E82-2A0891A5DF26}"/>
                  </a:ext>
                </a:extLst>
              </p:cNvPr>
              <p:cNvSpPr txBox="1"/>
              <p:nvPr/>
            </p:nvSpPr>
            <p:spPr>
              <a:xfrm>
                <a:off x="6422110" y="3196664"/>
                <a:ext cx="9652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66C9949A-E8D1-F214-8E82-2A0891A5D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3196664"/>
                <a:ext cx="965201" cy="584775"/>
              </a:xfrm>
              <a:prstGeom prst="rect">
                <a:avLst/>
              </a:prstGeom>
              <a:blipFill>
                <a:blip r:embed="rId6"/>
                <a:stretch>
                  <a:fillRect l="-15723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llipse 48">
            <a:extLst>
              <a:ext uri="{FF2B5EF4-FFF2-40B4-BE49-F238E27FC236}">
                <a16:creationId xmlns:a16="http://schemas.microsoft.com/office/drawing/2014/main" id="{9753822E-4702-D1A4-C164-9B5C3DB05502}"/>
              </a:ext>
            </a:extLst>
          </p:cNvPr>
          <p:cNvSpPr/>
          <p:nvPr/>
        </p:nvSpPr>
        <p:spPr>
          <a:xfrm>
            <a:off x="4767805" y="4044641"/>
            <a:ext cx="914400" cy="914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DBE98614-0E80-4579-3AC1-CD247655D950}"/>
              </a:ext>
            </a:extLst>
          </p:cNvPr>
          <p:cNvSpPr/>
          <p:nvPr/>
        </p:nvSpPr>
        <p:spPr>
          <a:xfrm>
            <a:off x="3325788" y="4036922"/>
            <a:ext cx="914400" cy="914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48A8CC49-29C5-B47C-66FA-6F65B4A1B1E7}"/>
              </a:ext>
            </a:extLst>
          </p:cNvPr>
          <p:cNvSpPr txBox="1"/>
          <p:nvPr/>
        </p:nvSpPr>
        <p:spPr>
          <a:xfrm>
            <a:off x="4301387" y="420945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DB49EDD6-8ECA-27E2-7E55-E090FB14E918}"/>
                  </a:ext>
                </a:extLst>
              </p:cNvPr>
              <p:cNvSpPr txBox="1"/>
              <p:nvPr/>
            </p:nvSpPr>
            <p:spPr>
              <a:xfrm>
                <a:off x="6422110" y="420428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DB49EDD6-8ECA-27E2-7E55-E090FB14E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4204286"/>
                <a:ext cx="982770" cy="584775"/>
              </a:xfrm>
              <a:prstGeom prst="rect">
                <a:avLst/>
              </a:prstGeom>
              <a:blipFill>
                <a:blip r:embed="rId7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B4290F28-0AB7-9661-7B25-3D4A7DCDEFA7}"/>
              </a:ext>
            </a:extLst>
          </p:cNvPr>
          <p:cNvCxnSpPr>
            <a:cxnSpLocks/>
          </p:cNvCxnSpPr>
          <p:nvPr/>
        </p:nvCxnSpPr>
        <p:spPr>
          <a:xfrm>
            <a:off x="7846928" y="62463"/>
            <a:ext cx="0" cy="5157237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194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703C4-710E-1B93-B973-7BC02C81C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hteck 40">
            <a:extLst>
              <a:ext uri="{FF2B5EF4-FFF2-40B4-BE49-F238E27FC236}">
                <a16:creationId xmlns:a16="http://schemas.microsoft.com/office/drawing/2014/main" id="{7679AF3E-8ECA-AA17-A1BB-2D2CEDAEEF7F}"/>
              </a:ext>
            </a:extLst>
          </p:cNvPr>
          <p:cNvSpPr/>
          <p:nvPr/>
        </p:nvSpPr>
        <p:spPr>
          <a:xfrm>
            <a:off x="9109748" y="5893685"/>
            <a:ext cx="997953" cy="7598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2C12C459-6438-F08B-4C05-9D917896B97F}"/>
              </a:ext>
            </a:extLst>
          </p:cNvPr>
          <p:cNvSpPr/>
          <p:nvPr/>
        </p:nvSpPr>
        <p:spPr>
          <a:xfrm>
            <a:off x="7309639" y="5893685"/>
            <a:ext cx="997953" cy="75989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F1010275-4DAB-B715-BF79-5C568753CB3B}"/>
              </a:ext>
            </a:extLst>
          </p:cNvPr>
          <p:cNvSpPr/>
          <p:nvPr/>
        </p:nvSpPr>
        <p:spPr>
          <a:xfrm>
            <a:off x="5509530" y="5893685"/>
            <a:ext cx="997953" cy="75989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C21497F-2F0E-0F81-E6BF-F119B40D6780}"/>
              </a:ext>
            </a:extLst>
          </p:cNvPr>
          <p:cNvSpPr/>
          <p:nvPr/>
        </p:nvSpPr>
        <p:spPr>
          <a:xfrm>
            <a:off x="3707712" y="5893685"/>
            <a:ext cx="997953" cy="75989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6A5816D-9DAF-E1E7-68F5-531B012DF294}"/>
              </a:ext>
            </a:extLst>
          </p:cNvPr>
          <p:cNvSpPr/>
          <p:nvPr/>
        </p:nvSpPr>
        <p:spPr>
          <a:xfrm>
            <a:off x="4839993" y="129657"/>
            <a:ext cx="914400" cy="50129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9E4DF03-854C-F25D-1544-1D48FB995C35}"/>
              </a:ext>
            </a:extLst>
          </p:cNvPr>
          <p:cNvSpPr/>
          <p:nvPr/>
        </p:nvSpPr>
        <p:spPr>
          <a:xfrm>
            <a:off x="3314050" y="2981323"/>
            <a:ext cx="914400" cy="216125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A54CF85-D947-BEE7-18D3-43A8B58B34A5}"/>
              </a:ext>
            </a:extLst>
          </p:cNvPr>
          <p:cNvSpPr/>
          <p:nvPr/>
        </p:nvSpPr>
        <p:spPr>
          <a:xfrm>
            <a:off x="1913346" y="2012693"/>
            <a:ext cx="914400" cy="216125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CCE5EC9-B8CA-2DDC-2047-A79A01D35DC7}"/>
              </a:ext>
            </a:extLst>
          </p:cNvPr>
          <p:cNvSpPr/>
          <p:nvPr/>
        </p:nvSpPr>
        <p:spPr>
          <a:xfrm>
            <a:off x="512613" y="129658"/>
            <a:ext cx="914400" cy="28326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11A5053-C5CD-16D1-27D1-BD4984CAEA3F}"/>
              </a:ext>
            </a:extLst>
          </p:cNvPr>
          <p:cNvCxnSpPr>
            <a:cxnSpLocks/>
          </p:cNvCxnSpPr>
          <p:nvPr/>
        </p:nvCxnSpPr>
        <p:spPr>
          <a:xfrm>
            <a:off x="337598" y="5331964"/>
            <a:ext cx="1159555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D711A628-C231-E091-2A5B-CD138B5AE7A1}"/>
                  </a:ext>
                </a:extLst>
              </p:cNvPr>
              <p:cNvSpPr txBox="1"/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Max 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>
                          <m:sSubPr>
                            <m:ctrlPr>
                              <a:rPr lang="de-DE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de-DE" sz="3200" dirty="0"/>
                  <a:t>) - </a:t>
                </a:r>
                <a14:m>
                  <m:oMath xmlns:m="http://schemas.openxmlformats.org/officeDocument/2006/math">
                    <m:r>
                      <a:rPr lang="de-DE" sz="32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3200" dirty="0"/>
                  <a:t> *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            </m:t>
                    </m:r>
                  </m:oMath>
                </a14:m>
                <a:r>
                  <a:rPr lang="de-DE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de-DE" sz="3200" dirty="0"/>
                  <a:t>             ) </a:t>
                </a:r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D711A628-C231-E091-2A5B-CD138B5AE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blipFill>
                <a:blip r:embed="rId2"/>
                <a:stretch>
                  <a:fillRect l="-1397" t="-5882" r="-447" b="-32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CBD921DB-356B-007B-BD51-360DC062AFD5}"/>
              </a:ext>
            </a:extLst>
          </p:cNvPr>
          <p:cNvSpPr txBox="1"/>
          <p:nvPr/>
        </p:nvSpPr>
        <p:spPr>
          <a:xfrm>
            <a:off x="2861023" y="148536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911FF00-B9E4-C882-617B-ED7CD2A11B75}"/>
                  </a:ext>
                </a:extLst>
              </p:cNvPr>
              <p:cNvSpPr txBox="1"/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911FF00-B9E4-C882-617B-ED7CD2A11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blipFill>
                <a:blip r:embed="rId3"/>
                <a:stretch>
                  <a:fillRect l="-1635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73330D9-F745-1CEE-C8E1-A41CEE415694}"/>
                  </a:ext>
                </a:extLst>
              </p:cNvPr>
              <p:cNvSpPr txBox="1"/>
              <p:nvPr/>
            </p:nvSpPr>
            <p:spPr>
              <a:xfrm>
                <a:off x="6396904" y="1155331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73330D9-F745-1CEE-C8E1-A41CEE415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904" y="1155331"/>
                <a:ext cx="982770" cy="584775"/>
              </a:xfrm>
              <a:prstGeom prst="rect">
                <a:avLst/>
              </a:prstGeom>
              <a:blipFill>
                <a:blip r:embed="rId4"/>
                <a:stretch>
                  <a:fillRect l="-15432" t="-12632" b="-357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feld 15">
            <a:extLst>
              <a:ext uri="{FF2B5EF4-FFF2-40B4-BE49-F238E27FC236}">
                <a16:creationId xmlns:a16="http://schemas.microsoft.com/office/drawing/2014/main" id="{4BF54800-4D8E-7B57-4DA3-C87D1BCAE492}"/>
              </a:ext>
            </a:extLst>
          </p:cNvPr>
          <p:cNvSpPr txBox="1"/>
          <p:nvPr/>
        </p:nvSpPr>
        <p:spPr>
          <a:xfrm>
            <a:off x="1427013" y="2185937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6A624D69-D2E5-2F7B-FAA6-034D3AA2905B}"/>
                  </a:ext>
                </a:extLst>
              </p:cNvPr>
              <p:cNvSpPr txBox="1"/>
              <p:nvPr/>
            </p:nvSpPr>
            <p:spPr>
              <a:xfrm>
                <a:off x="6403298" y="218593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6A624D69-D2E5-2F7B-FAA6-034D3AA29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298" y="2185936"/>
                <a:ext cx="982770" cy="584775"/>
              </a:xfrm>
              <a:prstGeom prst="rect">
                <a:avLst/>
              </a:prstGeom>
              <a:blipFill>
                <a:blip r:embed="rId5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feld 46">
            <a:extLst>
              <a:ext uri="{FF2B5EF4-FFF2-40B4-BE49-F238E27FC236}">
                <a16:creationId xmlns:a16="http://schemas.microsoft.com/office/drawing/2014/main" id="{2CBF3E6A-734B-7FF8-3F03-0A862E8ECB45}"/>
              </a:ext>
            </a:extLst>
          </p:cNvPr>
          <p:cNvSpPr txBox="1"/>
          <p:nvPr/>
        </p:nvSpPr>
        <p:spPr>
          <a:xfrm>
            <a:off x="2865292" y="3202808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22449BE2-8047-430C-97E9-C8E2568A6B15}"/>
                  </a:ext>
                </a:extLst>
              </p:cNvPr>
              <p:cNvSpPr txBox="1"/>
              <p:nvPr/>
            </p:nvSpPr>
            <p:spPr>
              <a:xfrm>
                <a:off x="6422110" y="3196664"/>
                <a:ext cx="9652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22449BE2-8047-430C-97E9-C8E2568A6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3196664"/>
                <a:ext cx="965201" cy="584775"/>
              </a:xfrm>
              <a:prstGeom prst="rect">
                <a:avLst/>
              </a:prstGeom>
              <a:blipFill>
                <a:blip r:embed="rId6"/>
                <a:stretch>
                  <a:fillRect l="-15723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feld 50">
            <a:extLst>
              <a:ext uri="{FF2B5EF4-FFF2-40B4-BE49-F238E27FC236}">
                <a16:creationId xmlns:a16="http://schemas.microsoft.com/office/drawing/2014/main" id="{3E4D5A4E-75E4-F84B-6A5E-A08EF26E11F4}"/>
              </a:ext>
            </a:extLst>
          </p:cNvPr>
          <p:cNvSpPr txBox="1"/>
          <p:nvPr/>
        </p:nvSpPr>
        <p:spPr>
          <a:xfrm>
            <a:off x="4301387" y="420945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D33DE98A-E45C-5DCF-E647-F6851A6B543E}"/>
                  </a:ext>
                </a:extLst>
              </p:cNvPr>
              <p:cNvSpPr txBox="1"/>
              <p:nvPr/>
            </p:nvSpPr>
            <p:spPr>
              <a:xfrm>
                <a:off x="6422110" y="420428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D33DE98A-E45C-5DCF-E647-F6851A6B5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4204286"/>
                <a:ext cx="982770" cy="584775"/>
              </a:xfrm>
              <a:prstGeom prst="rect">
                <a:avLst/>
              </a:prstGeom>
              <a:blipFill>
                <a:blip r:embed="rId7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E2EBBE3E-1905-F1D1-1030-1CBDD2A6A110}"/>
              </a:ext>
            </a:extLst>
          </p:cNvPr>
          <p:cNvCxnSpPr>
            <a:cxnSpLocks/>
          </p:cNvCxnSpPr>
          <p:nvPr/>
        </p:nvCxnSpPr>
        <p:spPr>
          <a:xfrm>
            <a:off x="7846928" y="62463"/>
            <a:ext cx="0" cy="5157237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E7E7AA48-D698-C72E-9B69-C9DD42760D00}"/>
                  </a:ext>
                </a:extLst>
              </p:cNvPr>
              <p:cNvSpPr txBox="1"/>
              <p:nvPr/>
            </p:nvSpPr>
            <p:spPr>
              <a:xfrm>
                <a:off x="657705" y="129660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E7E7AA48-D698-C72E-9B69-C9DD42760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129660"/>
                <a:ext cx="71872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D686E78-5EE0-9080-AF76-0F6BE80422CA}"/>
                  </a:ext>
                </a:extLst>
              </p:cNvPr>
              <p:cNvSpPr txBox="1"/>
              <p:nvPr/>
            </p:nvSpPr>
            <p:spPr>
              <a:xfrm>
                <a:off x="657705" y="1158360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D686E78-5EE0-9080-AF76-0F6BE8042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1158360"/>
                <a:ext cx="718723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73AD43A9-C5C7-D051-21BA-5697A7FBAA19}"/>
                  </a:ext>
                </a:extLst>
              </p:cNvPr>
              <p:cNvSpPr txBox="1"/>
              <p:nvPr/>
            </p:nvSpPr>
            <p:spPr>
              <a:xfrm>
                <a:off x="657705" y="2185935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73AD43A9-C5C7-D051-21BA-5697A7FBA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2185935"/>
                <a:ext cx="718723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2607E94A-6917-48DA-926B-79360E024419}"/>
                  </a:ext>
                </a:extLst>
              </p:cNvPr>
              <p:cNvSpPr txBox="1"/>
              <p:nvPr/>
            </p:nvSpPr>
            <p:spPr>
              <a:xfrm>
                <a:off x="2102223" y="2185934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2607E94A-6917-48DA-926B-79360E024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3" y="2185934"/>
                <a:ext cx="697883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3115B96F-891B-5863-0087-9118E4E80DBD}"/>
                  </a:ext>
                </a:extLst>
              </p:cNvPr>
              <p:cNvSpPr txBox="1"/>
              <p:nvPr/>
            </p:nvSpPr>
            <p:spPr>
              <a:xfrm>
                <a:off x="2102224" y="3196663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3115B96F-891B-5863-0087-9118E4E80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4" y="3196663"/>
                <a:ext cx="697883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1F2E475-F474-581C-E28D-F6D3CA8A80A0}"/>
                  </a:ext>
                </a:extLst>
              </p:cNvPr>
              <p:cNvSpPr txBox="1"/>
              <p:nvPr/>
            </p:nvSpPr>
            <p:spPr>
              <a:xfrm>
                <a:off x="3490991" y="3196663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1F2E475-F474-581C-E28D-F6D3CA8A8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3196663"/>
                <a:ext cx="728341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E35475C7-5F6D-9F53-1F63-DB1C977E2143}"/>
                  </a:ext>
                </a:extLst>
              </p:cNvPr>
              <p:cNvSpPr txBox="1"/>
              <p:nvPr/>
            </p:nvSpPr>
            <p:spPr>
              <a:xfrm>
                <a:off x="3490991" y="4209452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E35475C7-5F6D-9F53-1F63-DB1C977E2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4209452"/>
                <a:ext cx="728341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E1F39E78-702A-6A9C-BD94-4FBB6ECA3D70}"/>
                  </a:ext>
                </a:extLst>
              </p:cNvPr>
              <p:cNvSpPr txBox="1"/>
              <p:nvPr/>
            </p:nvSpPr>
            <p:spPr>
              <a:xfrm>
                <a:off x="4949738" y="4173942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E1F39E78-702A-6A9C-BD94-4FBB6ECA3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738" y="4173942"/>
                <a:ext cx="701089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341970A5-3A0A-53D6-13D1-2A7710FDCD5B}"/>
                  </a:ext>
                </a:extLst>
              </p:cNvPr>
              <p:cNvSpPr txBox="1"/>
              <p:nvPr/>
            </p:nvSpPr>
            <p:spPr>
              <a:xfrm>
                <a:off x="4981497" y="129659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341970A5-3A0A-53D6-13D1-2A7710FDC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497" y="129659"/>
                <a:ext cx="701089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0500731-0BB4-412B-A9A7-4C9ED6EBDC9B}"/>
                  </a:ext>
                </a:extLst>
              </p:cNvPr>
              <p:cNvSpPr txBox="1"/>
              <p:nvPr/>
            </p:nvSpPr>
            <p:spPr>
              <a:xfrm>
                <a:off x="4144164" y="5912119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0500731-0BB4-412B-A9A7-4C9ED6EBD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164" y="5912119"/>
                <a:ext cx="718723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57F8B387-6968-D4AD-D69D-2933562D27CC}"/>
                  </a:ext>
                </a:extLst>
              </p:cNvPr>
              <p:cNvSpPr txBox="1"/>
              <p:nvPr/>
            </p:nvSpPr>
            <p:spPr>
              <a:xfrm>
                <a:off x="5990454" y="5912118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57F8B387-6968-D4AD-D69D-2933562D2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454" y="5912118"/>
                <a:ext cx="697883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68B8192-D798-7C49-7248-C909E34EE199}"/>
                  </a:ext>
                </a:extLst>
              </p:cNvPr>
              <p:cNvSpPr txBox="1"/>
              <p:nvPr/>
            </p:nvSpPr>
            <p:spPr>
              <a:xfrm>
                <a:off x="7771629" y="5912118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68B8192-D798-7C49-7248-C909E34EE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629" y="5912118"/>
                <a:ext cx="728341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13F5821C-DBE2-E52A-1FDD-8D2B36839BD1}"/>
                  </a:ext>
                </a:extLst>
              </p:cNvPr>
              <p:cNvSpPr txBox="1"/>
              <p:nvPr/>
            </p:nvSpPr>
            <p:spPr>
              <a:xfrm>
                <a:off x="9583262" y="5869701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13F5821C-DBE2-E52A-1FDD-8D2B36839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262" y="5869701"/>
                <a:ext cx="701089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18DC50BA-5A71-413C-2811-BD552B7C38CC}"/>
                  </a:ext>
                </a:extLst>
              </p:cNvPr>
              <p:cNvSpPr txBox="1"/>
              <p:nvPr/>
            </p:nvSpPr>
            <p:spPr>
              <a:xfrm>
                <a:off x="8501082" y="148536"/>
                <a:ext cx="2648802" cy="606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de-DE" sz="3200" dirty="0"/>
                  <a:t> ∈ {0,1}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18DC50BA-5A71-413C-2811-BD552B7C3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082" y="148536"/>
                <a:ext cx="2648802" cy="606384"/>
              </a:xfrm>
              <a:prstGeom prst="rect">
                <a:avLst/>
              </a:prstGeom>
              <a:blipFill>
                <a:blip r:embed="rId21"/>
                <a:stretch>
                  <a:fillRect t="-14000" r="-5069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B2823A49-5F0C-062F-D6E4-CA6451F4D494}"/>
                  </a:ext>
                </a:extLst>
              </p:cNvPr>
              <p:cNvSpPr txBox="1"/>
              <p:nvPr/>
            </p:nvSpPr>
            <p:spPr>
              <a:xfrm>
                <a:off x="8410239" y="653605"/>
                <a:ext cx="2925737" cy="606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1,2,3,4,5</m:t>
                        </m:r>
                      </m:sub>
                    </m:sSub>
                  </m:oMath>
                </a14:m>
                <a:r>
                  <a:rPr lang="de-DE" sz="3200" dirty="0"/>
                  <a:t> ∈ {0,1} 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B2823A49-5F0C-062F-D6E4-CA6451F4D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239" y="653605"/>
                <a:ext cx="2925737" cy="606384"/>
              </a:xfrm>
              <a:prstGeom prst="rect">
                <a:avLst/>
              </a:prstGeom>
              <a:blipFill>
                <a:blip r:embed="rId22"/>
                <a:stretch>
                  <a:fillRect t="-14000" r="-1250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7109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61C9-68B3-63EB-C4B1-CF757B61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FC03C1C6-AD36-317D-3553-21571A4CED65}"/>
              </a:ext>
            </a:extLst>
          </p:cNvPr>
          <p:cNvSpPr/>
          <p:nvPr/>
        </p:nvSpPr>
        <p:spPr>
          <a:xfrm>
            <a:off x="4839993" y="129658"/>
            <a:ext cx="914400" cy="23952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E73192C-0BF3-466B-6640-CD313E844178}"/>
              </a:ext>
            </a:extLst>
          </p:cNvPr>
          <p:cNvSpPr/>
          <p:nvPr/>
        </p:nvSpPr>
        <p:spPr>
          <a:xfrm>
            <a:off x="3314050" y="1381123"/>
            <a:ext cx="914400" cy="11438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A2D9A60-E467-F748-8C49-311F22309DD8}"/>
              </a:ext>
            </a:extLst>
          </p:cNvPr>
          <p:cNvSpPr/>
          <p:nvPr/>
        </p:nvSpPr>
        <p:spPr>
          <a:xfrm>
            <a:off x="1913346" y="1022093"/>
            <a:ext cx="914400" cy="114380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95F8BAD-47F9-A7D6-6E06-C343D5CE8B98}"/>
              </a:ext>
            </a:extLst>
          </p:cNvPr>
          <p:cNvSpPr/>
          <p:nvPr/>
        </p:nvSpPr>
        <p:spPr>
          <a:xfrm>
            <a:off x="512613" y="129658"/>
            <a:ext cx="914400" cy="15773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DD85803-1CC0-AECB-C8FF-91B8BCDCD002}"/>
              </a:ext>
            </a:extLst>
          </p:cNvPr>
          <p:cNvSpPr/>
          <p:nvPr/>
        </p:nvSpPr>
        <p:spPr>
          <a:xfrm>
            <a:off x="9109748" y="5893685"/>
            <a:ext cx="997953" cy="7598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A71F96-6B9C-1A68-5CDC-03CBBB4628C9}"/>
              </a:ext>
            </a:extLst>
          </p:cNvPr>
          <p:cNvSpPr/>
          <p:nvPr/>
        </p:nvSpPr>
        <p:spPr>
          <a:xfrm>
            <a:off x="7309639" y="5893685"/>
            <a:ext cx="997953" cy="75989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9859F1-E6F2-40EA-9DBA-C361A2B43BE2}"/>
              </a:ext>
            </a:extLst>
          </p:cNvPr>
          <p:cNvSpPr/>
          <p:nvPr/>
        </p:nvSpPr>
        <p:spPr>
          <a:xfrm>
            <a:off x="5509530" y="5893685"/>
            <a:ext cx="997953" cy="75989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A99FF56-822F-C13F-A402-7FCD9ECE4A9B}"/>
              </a:ext>
            </a:extLst>
          </p:cNvPr>
          <p:cNvSpPr/>
          <p:nvPr/>
        </p:nvSpPr>
        <p:spPr>
          <a:xfrm>
            <a:off x="3707712" y="5893685"/>
            <a:ext cx="997953" cy="75989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589471F-872A-62A9-1FA1-994FD33CB1D6}"/>
              </a:ext>
            </a:extLst>
          </p:cNvPr>
          <p:cNvCxnSpPr>
            <a:cxnSpLocks/>
          </p:cNvCxnSpPr>
          <p:nvPr/>
        </p:nvCxnSpPr>
        <p:spPr>
          <a:xfrm>
            <a:off x="337598" y="5331964"/>
            <a:ext cx="1159555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D5B05200-225A-2076-7D00-660E643DFD1A}"/>
                  </a:ext>
                </a:extLst>
              </p:cNvPr>
              <p:cNvSpPr txBox="1"/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Max 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>
                          <m:sSubPr>
                            <m:ctrlPr>
                              <a:rPr lang="de-DE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de-DE" sz="3200" dirty="0"/>
                  <a:t>) - </a:t>
                </a:r>
                <a14:m>
                  <m:oMath xmlns:m="http://schemas.openxmlformats.org/officeDocument/2006/math">
                    <m:r>
                      <a:rPr lang="de-DE" sz="32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3200" dirty="0"/>
                  <a:t> *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            </m:t>
                    </m:r>
                  </m:oMath>
                </a14:m>
                <a:r>
                  <a:rPr lang="de-DE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de-DE" sz="3200" dirty="0"/>
                  <a:t>             ) </a:t>
                </a:r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D5B05200-225A-2076-7D00-660E643DF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blipFill>
                <a:blip r:embed="rId2"/>
                <a:stretch>
                  <a:fillRect l="-1397" t="-5882" r="-447" b="-32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D4D2F905-0E14-978A-9AEE-695682DCDB8B}"/>
              </a:ext>
            </a:extLst>
          </p:cNvPr>
          <p:cNvSpPr txBox="1"/>
          <p:nvPr/>
        </p:nvSpPr>
        <p:spPr>
          <a:xfrm>
            <a:off x="2861023" y="148536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70F02E7-4B23-4C0C-1F4F-40D10CE7DFBD}"/>
                  </a:ext>
                </a:extLst>
              </p:cNvPr>
              <p:cNvSpPr txBox="1"/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70F02E7-4B23-4C0C-1F4F-40D10CE7D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blipFill>
                <a:blip r:embed="rId3"/>
                <a:stretch>
                  <a:fillRect l="-1635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799FE1A-DD37-25FC-880F-086C5AA3DDA7}"/>
                  </a:ext>
                </a:extLst>
              </p:cNvPr>
              <p:cNvSpPr txBox="1"/>
              <p:nvPr/>
            </p:nvSpPr>
            <p:spPr>
              <a:xfrm>
                <a:off x="6396904" y="55525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799FE1A-DD37-25FC-880F-086C5AA3D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904" y="555256"/>
                <a:ext cx="982770" cy="584775"/>
              </a:xfrm>
              <a:prstGeom prst="rect">
                <a:avLst/>
              </a:prstGeom>
              <a:blipFill>
                <a:blip r:embed="rId4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feld 15">
            <a:extLst>
              <a:ext uri="{FF2B5EF4-FFF2-40B4-BE49-F238E27FC236}">
                <a16:creationId xmlns:a16="http://schemas.microsoft.com/office/drawing/2014/main" id="{4A268114-5634-BDE0-CC9A-1113598476D8}"/>
              </a:ext>
            </a:extLst>
          </p:cNvPr>
          <p:cNvSpPr txBox="1"/>
          <p:nvPr/>
        </p:nvSpPr>
        <p:spPr>
          <a:xfrm>
            <a:off x="1427013" y="966737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7309F85C-7F60-5823-A58D-EE91DA22DA15}"/>
                  </a:ext>
                </a:extLst>
              </p:cNvPr>
              <p:cNvSpPr txBox="1"/>
              <p:nvPr/>
            </p:nvSpPr>
            <p:spPr>
              <a:xfrm>
                <a:off x="6403298" y="96673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7309F85C-7F60-5823-A58D-EE91DA22D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298" y="966736"/>
                <a:ext cx="982770" cy="584775"/>
              </a:xfrm>
              <a:prstGeom prst="rect">
                <a:avLst/>
              </a:prstGeom>
              <a:blipFill>
                <a:blip r:embed="rId5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feld 46">
            <a:extLst>
              <a:ext uri="{FF2B5EF4-FFF2-40B4-BE49-F238E27FC236}">
                <a16:creationId xmlns:a16="http://schemas.microsoft.com/office/drawing/2014/main" id="{E5DF8F90-0B62-B214-5B2E-44F9B3C9E25A}"/>
              </a:ext>
            </a:extLst>
          </p:cNvPr>
          <p:cNvSpPr txBox="1"/>
          <p:nvPr/>
        </p:nvSpPr>
        <p:spPr>
          <a:xfrm>
            <a:off x="2865292" y="136448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D177C639-A360-A9A1-BE6C-0BC15C090659}"/>
                  </a:ext>
                </a:extLst>
              </p:cNvPr>
              <p:cNvSpPr txBox="1"/>
              <p:nvPr/>
            </p:nvSpPr>
            <p:spPr>
              <a:xfrm>
                <a:off x="6422110" y="1358339"/>
                <a:ext cx="9652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D177C639-A360-A9A1-BE6C-0BC15C090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1358339"/>
                <a:ext cx="965201" cy="584775"/>
              </a:xfrm>
              <a:prstGeom prst="rect">
                <a:avLst/>
              </a:prstGeom>
              <a:blipFill>
                <a:blip r:embed="rId6"/>
                <a:stretch>
                  <a:fillRect l="-15723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feld 50">
            <a:extLst>
              <a:ext uri="{FF2B5EF4-FFF2-40B4-BE49-F238E27FC236}">
                <a16:creationId xmlns:a16="http://schemas.microsoft.com/office/drawing/2014/main" id="{BE40409F-F98A-CDD2-E93F-D371C8F44249}"/>
              </a:ext>
            </a:extLst>
          </p:cNvPr>
          <p:cNvSpPr txBox="1"/>
          <p:nvPr/>
        </p:nvSpPr>
        <p:spPr>
          <a:xfrm>
            <a:off x="4301387" y="1742478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36E968F8-9244-6804-8A36-6EA3F6938C5E}"/>
                  </a:ext>
                </a:extLst>
              </p:cNvPr>
              <p:cNvSpPr txBox="1"/>
              <p:nvPr/>
            </p:nvSpPr>
            <p:spPr>
              <a:xfrm>
                <a:off x="6422110" y="1737311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36E968F8-9244-6804-8A36-6EA3F6938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1737311"/>
                <a:ext cx="982770" cy="584775"/>
              </a:xfrm>
              <a:prstGeom prst="rect">
                <a:avLst/>
              </a:prstGeom>
              <a:blipFill>
                <a:blip r:embed="rId7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905FD5C-13FE-ADFB-CA5E-3B213BD3BDE9}"/>
                  </a:ext>
                </a:extLst>
              </p:cNvPr>
              <p:cNvSpPr txBox="1"/>
              <p:nvPr/>
            </p:nvSpPr>
            <p:spPr>
              <a:xfrm>
                <a:off x="657705" y="129660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905FD5C-13FE-ADFB-CA5E-3B213BD3B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129660"/>
                <a:ext cx="71872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290844E9-F8D1-B5A0-9B66-3D049CB8C890}"/>
                  </a:ext>
                </a:extLst>
              </p:cNvPr>
              <p:cNvSpPr txBox="1"/>
              <p:nvPr/>
            </p:nvSpPr>
            <p:spPr>
              <a:xfrm>
                <a:off x="657705" y="558285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290844E9-F8D1-B5A0-9B66-3D049CB8C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558285"/>
                <a:ext cx="718723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0C48873-5264-5E30-0E85-E9F1F610EFB4}"/>
                  </a:ext>
                </a:extLst>
              </p:cNvPr>
              <p:cNvSpPr txBox="1"/>
              <p:nvPr/>
            </p:nvSpPr>
            <p:spPr>
              <a:xfrm>
                <a:off x="657705" y="966735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0C48873-5264-5E30-0E85-E9F1F610E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966735"/>
                <a:ext cx="718723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E06F25E-4CF5-9E0C-5BF0-D618FB05969F}"/>
                  </a:ext>
                </a:extLst>
              </p:cNvPr>
              <p:cNvSpPr txBox="1"/>
              <p:nvPr/>
            </p:nvSpPr>
            <p:spPr>
              <a:xfrm>
                <a:off x="2102223" y="966734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E06F25E-4CF5-9E0C-5BF0-D618FB059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3" y="966734"/>
                <a:ext cx="697883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449EEC1F-C08D-0CFF-570B-BB8F23B897D8}"/>
                  </a:ext>
                </a:extLst>
              </p:cNvPr>
              <p:cNvSpPr txBox="1"/>
              <p:nvPr/>
            </p:nvSpPr>
            <p:spPr>
              <a:xfrm>
                <a:off x="2102224" y="1358338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449EEC1F-C08D-0CFF-570B-BB8F23B89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4" y="1358338"/>
                <a:ext cx="697883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B77AE62-6EDE-A3CD-CCD7-52A9299FF7BD}"/>
                  </a:ext>
                </a:extLst>
              </p:cNvPr>
              <p:cNvSpPr txBox="1"/>
              <p:nvPr/>
            </p:nvSpPr>
            <p:spPr>
              <a:xfrm>
                <a:off x="3490991" y="1358338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B77AE62-6EDE-A3CD-CCD7-52A9299FF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1358338"/>
                <a:ext cx="728341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C7920E5F-61D3-2B30-6600-FFDF7CBB5C83}"/>
                  </a:ext>
                </a:extLst>
              </p:cNvPr>
              <p:cNvSpPr txBox="1"/>
              <p:nvPr/>
            </p:nvSpPr>
            <p:spPr>
              <a:xfrm>
                <a:off x="3490991" y="1742477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C7920E5F-61D3-2B30-6600-FFDF7CBB5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1742477"/>
                <a:ext cx="728341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75BE9F26-B394-0A75-BECA-E8261612D978}"/>
                  </a:ext>
                </a:extLst>
              </p:cNvPr>
              <p:cNvSpPr txBox="1"/>
              <p:nvPr/>
            </p:nvSpPr>
            <p:spPr>
              <a:xfrm>
                <a:off x="4949738" y="1706967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75BE9F26-B394-0A75-BECA-E8261612D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738" y="1706967"/>
                <a:ext cx="701089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2C8B4E0-AC55-E27F-8E57-F365EBB7E8AB}"/>
                  </a:ext>
                </a:extLst>
              </p:cNvPr>
              <p:cNvSpPr txBox="1"/>
              <p:nvPr/>
            </p:nvSpPr>
            <p:spPr>
              <a:xfrm>
                <a:off x="4981497" y="129659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2C8B4E0-AC55-E27F-8E57-F365EBB7E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497" y="129659"/>
                <a:ext cx="701089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6A7BCB30-70E0-06EA-89F1-E1232C8BC950}"/>
                  </a:ext>
                </a:extLst>
              </p:cNvPr>
              <p:cNvSpPr txBox="1"/>
              <p:nvPr/>
            </p:nvSpPr>
            <p:spPr>
              <a:xfrm>
                <a:off x="4144164" y="5912119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6A7BCB30-70E0-06EA-89F1-E1232C8BC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164" y="5912119"/>
                <a:ext cx="718723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DBBA57BA-E09D-74D6-BC43-12CC4DA6B95C}"/>
                  </a:ext>
                </a:extLst>
              </p:cNvPr>
              <p:cNvSpPr txBox="1"/>
              <p:nvPr/>
            </p:nvSpPr>
            <p:spPr>
              <a:xfrm>
                <a:off x="5990454" y="5912118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DBBA57BA-E09D-74D6-BC43-12CC4DA6B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454" y="5912118"/>
                <a:ext cx="697883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2471ED7-D026-45B5-D270-751F4A569ED7}"/>
                  </a:ext>
                </a:extLst>
              </p:cNvPr>
              <p:cNvSpPr txBox="1"/>
              <p:nvPr/>
            </p:nvSpPr>
            <p:spPr>
              <a:xfrm>
                <a:off x="7771629" y="5912118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2471ED7-D026-45B5-D270-751F4A569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629" y="5912118"/>
                <a:ext cx="728341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65DDED99-E64C-C302-95A3-D1C8C08406E7}"/>
                  </a:ext>
                </a:extLst>
              </p:cNvPr>
              <p:cNvSpPr txBox="1"/>
              <p:nvPr/>
            </p:nvSpPr>
            <p:spPr>
              <a:xfrm>
                <a:off x="9583262" y="5869701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65DDED99-E64C-C302-95A3-D1C8C0840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262" y="5869701"/>
                <a:ext cx="701089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B689A2A-B493-B6B3-165B-05601213BEC7}"/>
                  </a:ext>
                </a:extLst>
              </p:cNvPr>
              <p:cNvSpPr txBox="1"/>
              <p:nvPr/>
            </p:nvSpPr>
            <p:spPr>
              <a:xfrm>
                <a:off x="8501082" y="148536"/>
                <a:ext cx="2648802" cy="606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de-DE" sz="3200" dirty="0"/>
                  <a:t> ∈ {0,1}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B689A2A-B493-B6B3-165B-05601213B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082" y="148536"/>
                <a:ext cx="2648802" cy="606384"/>
              </a:xfrm>
              <a:prstGeom prst="rect">
                <a:avLst/>
              </a:prstGeom>
              <a:blipFill>
                <a:blip r:embed="rId21"/>
                <a:stretch>
                  <a:fillRect t="-14000" r="-5069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10B4051F-46AD-0709-4C30-A965679665F7}"/>
                  </a:ext>
                </a:extLst>
              </p:cNvPr>
              <p:cNvSpPr txBox="1"/>
              <p:nvPr/>
            </p:nvSpPr>
            <p:spPr>
              <a:xfrm>
                <a:off x="8410239" y="653605"/>
                <a:ext cx="2925737" cy="606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1,2,3,4,5</m:t>
                        </m:r>
                      </m:sub>
                    </m:sSub>
                  </m:oMath>
                </a14:m>
                <a:r>
                  <a:rPr lang="de-DE" sz="3200" dirty="0"/>
                  <a:t> ∈ {0,1} 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10B4051F-46AD-0709-4C30-A96567966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239" y="653605"/>
                <a:ext cx="2925737" cy="606384"/>
              </a:xfrm>
              <a:prstGeom prst="rect">
                <a:avLst/>
              </a:prstGeom>
              <a:blipFill>
                <a:blip r:embed="rId22"/>
                <a:stretch>
                  <a:fillRect t="-14000" r="-1250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0346EEB-334E-0EC0-C88B-735542D0BB8F}"/>
              </a:ext>
            </a:extLst>
          </p:cNvPr>
          <p:cNvCxnSpPr>
            <a:cxnSpLocks/>
          </p:cNvCxnSpPr>
          <p:nvPr/>
        </p:nvCxnSpPr>
        <p:spPr>
          <a:xfrm>
            <a:off x="7846928" y="62463"/>
            <a:ext cx="0" cy="5157237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797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A4E36-647F-8B8C-DC1B-5590E744A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hteck 57">
            <a:extLst>
              <a:ext uri="{FF2B5EF4-FFF2-40B4-BE49-F238E27FC236}">
                <a16:creationId xmlns:a16="http://schemas.microsoft.com/office/drawing/2014/main" id="{27CFE11A-A547-8E4C-52C6-A6D86702A5A3}"/>
              </a:ext>
            </a:extLst>
          </p:cNvPr>
          <p:cNvSpPr/>
          <p:nvPr/>
        </p:nvSpPr>
        <p:spPr>
          <a:xfrm>
            <a:off x="4839993" y="3051465"/>
            <a:ext cx="914400" cy="11438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338CF1E9-E559-F937-08BA-1438433D3E3E}"/>
              </a:ext>
            </a:extLst>
          </p:cNvPr>
          <p:cNvSpPr/>
          <p:nvPr/>
        </p:nvSpPr>
        <p:spPr>
          <a:xfrm>
            <a:off x="3313854" y="3051465"/>
            <a:ext cx="914400" cy="11438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A9185041-0D91-279B-CD01-C330447AB4BE}"/>
              </a:ext>
            </a:extLst>
          </p:cNvPr>
          <p:cNvSpPr/>
          <p:nvPr/>
        </p:nvSpPr>
        <p:spPr>
          <a:xfrm>
            <a:off x="1913346" y="3051465"/>
            <a:ext cx="914400" cy="114380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25697144-6A51-555D-C92E-4F5CAB2648AF}"/>
              </a:ext>
            </a:extLst>
          </p:cNvPr>
          <p:cNvSpPr/>
          <p:nvPr/>
        </p:nvSpPr>
        <p:spPr>
          <a:xfrm>
            <a:off x="512838" y="3051465"/>
            <a:ext cx="914400" cy="114380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1B81735B-89BB-E900-EBA2-3302A61C487C}"/>
              </a:ext>
            </a:extLst>
          </p:cNvPr>
          <p:cNvSpPr/>
          <p:nvPr/>
        </p:nvSpPr>
        <p:spPr>
          <a:xfrm>
            <a:off x="4839993" y="129658"/>
            <a:ext cx="914400" cy="23952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9FDA510-3761-C5C3-0612-C1EEFE81854E}"/>
              </a:ext>
            </a:extLst>
          </p:cNvPr>
          <p:cNvSpPr/>
          <p:nvPr/>
        </p:nvSpPr>
        <p:spPr>
          <a:xfrm>
            <a:off x="3314050" y="1381123"/>
            <a:ext cx="914400" cy="11438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1437D5EC-EACB-36EA-66D6-B49A31456938}"/>
              </a:ext>
            </a:extLst>
          </p:cNvPr>
          <p:cNvSpPr/>
          <p:nvPr/>
        </p:nvSpPr>
        <p:spPr>
          <a:xfrm>
            <a:off x="1913346" y="1022093"/>
            <a:ext cx="914400" cy="114380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26412923-8F06-94AB-0E50-9D37FB5966DD}"/>
              </a:ext>
            </a:extLst>
          </p:cNvPr>
          <p:cNvSpPr/>
          <p:nvPr/>
        </p:nvSpPr>
        <p:spPr>
          <a:xfrm>
            <a:off x="512613" y="129658"/>
            <a:ext cx="914400" cy="15773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058EBD7A-6090-3DB5-EA27-9171EB42F49A}"/>
              </a:ext>
            </a:extLst>
          </p:cNvPr>
          <p:cNvSpPr/>
          <p:nvPr/>
        </p:nvSpPr>
        <p:spPr>
          <a:xfrm>
            <a:off x="9109748" y="5893685"/>
            <a:ext cx="997953" cy="7598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F6635BDA-4C79-8BFB-49BF-987E4214C774}"/>
              </a:ext>
            </a:extLst>
          </p:cNvPr>
          <p:cNvSpPr/>
          <p:nvPr/>
        </p:nvSpPr>
        <p:spPr>
          <a:xfrm>
            <a:off x="7309639" y="5893685"/>
            <a:ext cx="997953" cy="75989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8C88540-5D55-D265-1A20-D6F3A25B2F7F}"/>
              </a:ext>
            </a:extLst>
          </p:cNvPr>
          <p:cNvSpPr/>
          <p:nvPr/>
        </p:nvSpPr>
        <p:spPr>
          <a:xfrm>
            <a:off x="5509530" y="5893685"/>
            <a:ext cx="997953" cy="75989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D19BDBFF-CD13-3888-4EC1-515237425979}"/>
              </a:ext>
            </a:extLst>
          </p:cNvPr>
          <p:cNvSpPr/>
          <p:nvPr/>
        </p:nvSpPr>
        <p:spPr>
          <a:xfrm>
            <a:off x="3707712" y="5893685"/>
            <a:ext cx="997953" cy="75989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4E9DCF8-3117-E1E7-CE25-F3F252C527F8}"/>
              </a:ext>
            </a:extLst>
          </p:cNvPr>
          <p:cNvCxnSpPr>
            <a:cxnSpLocks/>
          </p:cNvCxnSpPr>
          <p:nvPr/>
        </p:nvCxnSpPr>
        <p:spPr>
          <a:xfrm>
            <a:off x="337598" y="5331964"/>
            <a:ext cx="1159555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6F2F21EB-DD23-847A-A3DD-C85B36A566B9}"/>
                  </a:ext>
                </a:extLst>
              </p:cNvPr>
              <p:cNvSpPr txBox="1"/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Max 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>
                          <m:sSubPr>
                            <m:ctrlPr>
                              <a:rPr lang="de-DE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de-DE" sz="3200" dirty="0"/>
                  <a:t>) - </a:t>
                </a:r>
                <a14:m>
                  <m:oMath xmlns:m="http://schemas.openxmlformats.org/officeDocument/2006/math">
                    <m:r>
                      <a:rPr lang="de-DE" sz="32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3200" dirty="0"/>
                  <a:t> *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            </m:t>
                    </m:r>
                  </m:oMath>
                </a14:m>
                <a:r>
                  <a:rPr lang="de-DE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de-DE" sz="3200" dirty="0"/>
                  <a:t>             ) </a:t>
                </a:r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6F2F21EB-DD23-847A-A3DD-C85B36A56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blipFill>
                <a:blip r:embed="rId2"/>
                <a:stretch>
                  <a:fillRect l="-1397" t="-5882" r="-447" b="-32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EA266622-01F0-BA1D-6094-BF2C57998A6B}"/>
              </a:ext>
            </a:extLst>
          </p:cNvPr>
          <p:cNvSpPr txBox="1"/>
          <p:nvPr/>
        </p:nvSpPr>
        <p:spPr>
          <a:xfrm>
            <a:off x="2861023" y="148536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CA924FE9-F824-F272-F152-2FFC7F40B659}"/>
                  </a:ext>
                </a:extLst>
              </p:cNvPr>
              <p:cNvSpPr txBox="1"/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CA924FE9-F824-F272-F152-2FFC7F40B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blipFill>
                <a:blip r:embed="rId3"/>
                <a:stretch>
                  <a:fillRect l="-1635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4B32FEF7-DA53-5673-6E46-7841802D2072}"/>
                  </a:ext>
                </a:extLst>
              </p:cNvPr>
              <p:cNvSpPr txBox="1"/>
              <p:nvPr/>
            </p:nvSpPr>
            <p:spPr>
              <a:xfrm>
                <a:off x="6396904" y="55525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4B32FEF7-DA53-5673-6E46-7841802D2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904" y="555256"/>
                <a:ext cx="982770" cy="584775"/>
              </a:xfrm>
              <a:prstGeom prst="rect">
                <a:avLst/>
              </a:prstGeom>
              <a:blipFill>
                <a:blip r:embed="rId4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feld 15">
            <a:extLst>
              <a:ext uri="{FF2B5EF4-FFF2-40B4-BE49-F238E27FC236}">
                <a16:creationId xmlns:a16="http://schemas.microsoft.com/office/drawing/2014/main" id="{79502297-2DC4-9354-AD0C-F6CC84AC2314}"/>
              </a:ext>
            </a:extLst>
          </p:cNvPr>
          <p:cNvSpPr txBox="1"/>
          <p:nvPr/>
        </p:nvSpPr>
        <p:spPr>
          <a:xfrm>
            <a:off x="1427013" y="966737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8C05AFF0-11AB-A6A8-E822-F0F61E297F7F}"/>
                  </a:ext>
                </a:extLst>
              </p:cNvPr>
              <p:cNvSpPr txBox="1"/>
              <p:nvPr/>
            </p:nvSpPr>
            <p:spPr>
              <a:xfrm>
                <a:off x="6403298" y="96673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8C05AFF0-11AB-A6A8-E822-F0F61E297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298" y="966736"/>
                <a:ext cx="982770" cy="584775"/>
              </a:xfrm>
              <a:prstGeom prst="rect">
                <a:avLst/>
              </a:prstGeom>
              <a:blipFill>
                <a:blip r:embed="rId5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feld 46">
            <a:extLst>
              <a:ext uri="{FF2B5EF4-FFF2-40B4-BE49-F238E27FC236}">
                <a16:creationId xmlns:a16="http://schemas.microsoft.com/office/drawing/2014/main" id="{7DC7ADB2-B868-3CE9-3EEE-C2E79CF9A9C5}"/>
              </a:ext>
            </a:extLst>
          </p:cNvPr>
          <p:cNvSpPr txBox="1"/>
          <p:nvPr/>
        </p:nvSpPr>
        <p:spPr>
          <a:xfrm>
            <a:off x="2865292" y="136448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674F27FA-BD0C-8F55-DE5D-716650A454CA}"/>
                  </a:ext>
                </a:extLst>
              </p:cNvPr>
              <p:cNvSpPr txBox="1"/>
              <p:nvPr/>
            </p:nvSpPr>
            <p:spPr>
              <a:xfrm>
                <a:off x="6422110" y="1358339"/>
                <a:ext cx="9652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674F27FA-BD0C-8F55-DE5D-716650A45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1358339"/>
                <a:ext cx="965201" cy="584775"/>
              </a:xfrm>
              <a:prstGeom prst="rect">
                <a:avLst/>
              </a:prstGeom>
              <a:blipFill>
                <a:blip r:embed="rId6"/>
                <a:stretch>
                  <a:fillRect l="-15723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feld 50">
            <a:extLst>
              <a:ext uri="{FF2B5EF4-FFF2-40B4-BE49-F238E27FC236}">
                <a16:creationId xmlns:a16="http://schemas.microsoft.com/office/drawing/2014/main" id="{B7B269F7-696B-76BE-AB00-FE98993D4119}"/>
              </a:ext>
            </a:extLst>
          </p:cNvPr>
          <p:cNvSpPr txBox="1"/>
          <p:nvPr/>
        </p:nvSpPr>
        <p:spPr>
          <a:xfrm>
            <a:off x="4301387" y="1742478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42819A4E-5D97-88B4-4DEB-0863A89E6FEF}"/>
                  </a:ext>
                </a:extLst>
              </p:cNvPr>
              <p:cNvSpPr txBox="1"/>
              <p:nvPr/>
            </p:nvSpPr>
            <p:spPr>
              <a:xfrm>
                <a:off x="6422110" y="1737311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42819A4E-5D97-88B4-4DEB-0863A89E6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1737311"/>
                <a:ext cx="982770" cy="584775"/>
              </a:xfrm>
              <a:prstGeom prst="rect">
                <a:avLst/>
              </a:prstGeom>
              <a:blipFill>
                <a:blip r:embed="rId7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4B5209E9-6603-CD22-7D7B-03363D76C092}"/>
                  </a:ext>
                </a:extLst>
              </p:cNvPr>
              <p:cNvSpPr txBox="1"/>
              <p:nvPr/>
            </p:nvSpPr>
            <p:spPr>
              <a:xfrm>
                <a:off x="657705" y="129660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4B5209E9-6603-CD22-7D7B-03363D76C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129660"/>
                <a:ext cx="71872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7BBC335A-8434-0027-E437-F67250F29939}"/>
                  </a:ext>
                </a:extLst>
              </p:cNvPr>
              <p:cNvSpPr txBox="1"/>
              <p:nvPr/>
            </p:nvSpPr>
            <p:spPr>
              <a:xfrm>
                <a:off x="657705" y="558285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7BBC335A-8434-0027-E437-F67250F29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558285"/>
                <a:ext cx="718723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74C7892-9C96-B95E-7033-E3B0420B4BDC}"/>
                  </a:ext>
                </a:extLst>
              </p:cNvPr>
              <p:cNvSpPr txBox="1"/>
              <p:nvPr/>
            </p:nvSpPr>
            <p:spPr>
              <a:xfrm>
                <a:off x="657705" y="966735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74C7892-9C96-B95E-7033-E3B0420B4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966735"/>
                <a:ext cx="718723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196DE1A-BCA9-8863-1EF9-1C54530C4B70}"/>
                  </a:ext>
                </a:extLst>
              </p:cNvPr>
              <p:cNvSpPr txBox="1"/>
              <p:nvPr/>
            </p:nvSpPr>
            <p:spPr>
              <a:xfrm>
                <a:off x="2102223" y="966734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196DE1A-BCA9-8863-1EF9-1C54530C4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3" y="966734"/>
                <a:ext cx="697883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563A8410-0E86-5B26-A2BA-9A13797327BD}"/>
                  </a:ext>
                </a:extLst>
              </p:cNvPr>
              <p:cNvSpPr txBox="1"/>
              <p:nvPr/>
            </p:nvSpPr>
            <p:spPr>
              <a:xfrm>
                <a:off x="2102224" y="1358338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563A8410-0E86-5B26-A2BA-9A1379732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4" y="1358338"/>
                <a:ext cx="697883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DD8A8728-144B-8B61-7BA3-B724448ED80E}"/>
                  </a:ext>
                </a:extLst>
              </p:cNvPr>
              <p:cNvSpPr txBox="1"/>
              <p:nvPr/>
            </p:nvSpPr>
            <p:spPr>
              <a:xfrm>
                <a:off x="3490991" y="1358338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DD8A8728-144B-8B61-7BA3-B724448ED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1358338"/>
                <a:ext cx="728341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881E2A5B-09CB-F020-FBC3-ED2E5CF79C59}"/>
                  </a:ext>
                </a:extLst>
              </p:cNvPr>
              <p:cNvSpPr txBox="1"/>
              <p:nvPr/>
            </p:nvSpPr>
            <p:spPr>
              <a:xfrm>
                <a:off x="3490991" y="1742477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881E2A5B-09CB-F020-FBC3-ED2E5CF79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1742477"/>
                <a:ext cx="728341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670EFC6C-E103-536F-E1EB-25E9BB0572E1}"/>
                  </a:ext>
                </a:extLst>
              </p:cNvPr>
              <p:cNvSpPr txBox="1"/>
              <p:nvPr/>
            </p:nvSpPr>
            <p:spPr>
              <a:xfrm>
                <a:off x="4949738" y="1706967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670EFC6C-E103-536F-E1EB-25E9BB057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738" y="1706967"/>
                <a:ext cx="701089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B5B3BF80-1F2E-762C-EAE5-41CDD1DA3989}"/>
                  </a:ext>
                </a:extLst>
              </p:cNvPr>
              <p:cNvSpPr txBox="1"/>
              <p:nvPr/>
            </p:nvSpPr>
            <p:spPr>
              <a:xfrm>
                <a:off x="4981497" y="129659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B5B3BF80-1F2E-762C-EAE5-41CDD1DA3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497" y="129659"/>
                <a:ext cx="701089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4F411579-8B01-84A8-7852-A88D5898A945}"/>
                  </a:ext>
                </a:extLst>
              </p:cNvPr>
              <p:cNvSpPr txBox="1"/>
              <p:nvPr/>
            </p:nvSpPr>
            <p:spPr>
              <a:xfrm>
                <a:off x="4144164" y="5912119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4F411579-8B01-84A8-7852-A88D5898A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164" y="5912119"/>
                <a:ext cx="718723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960D927B-84C7-6DF5-A0C4-015B375566FF}"/>
                  </a:ext>
                </a:extLst>
              </p:cNvPr>
              <p:cNvSpPr txBox="1"/>
              <p:nvPr/>
            </p:nvSpPr>
            <p:spPr>
              <a:xfrm>
                <a:off x="5990454" y="5912118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960D927B-84C7-6DF5-A0C4-015B37556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454" y="5912118"/>
                <a:ext cx="697883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C3ED6E9-D172-1793-97B7-8DE5BA478E62}"/>
                  </a:ext>
                </a:extLst>
              </p:cNvPr>
              <p:cNvSpPr txBox="1"/>
              <p:nvPr/>
            </p:nvSpPr>
            <p:spPr>
              <a:xfrm>
                <a:off x="7771629" y="5912118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C3ED6E9-D172-1793-97B7-8DE5BA478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629" y="5912118"/>
                <a:ext cx="728341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A7EF5743-EC82-E89D-F7D1-BED060171186}"/>
                  </a:ext>
                </a:extLst>
              </p:cNvPr>
              <p:cNvSpPr txBox="1"/>
              <p:nvPr/>
            </p:nvSpPr>
            <p:spPr>
              <a:xfrm>
                <a:off x="9583262" y="5869701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A7EF5743-EC82-E89D-F7D1-BED060171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262" y="5869701"/>
                <a:ext cx="701089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942DEFAA-ADE0-C450-A3FD-AC462FA57AA7}"/>
                  </a:ext>
                </a:extLst>
              </p:cNvPr>
              <p:cNvSpPr txBox="1"/>
              <p:nvPr/>
            </p:nvSpPr>
            <p:spPr>
              <a:xfrm>
                <a:off x="8501082" y="148536"/>
                <a:ext cx="2648802" cy="606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de-DE" sz="3200" dirty="0"/>
                  <a:t> ∈ {0,1}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942DEFAA-ADE0-C450-A3FD-AC462FA57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082" y="148536"/>
                <a:ext cx="2648802" cy="606384"/>
              </a:xfrm>
              <a:prstGeom prst="rect">
                <a:avLst/>
              </a:prstGeom>
              <a:blipFill>
                <a:blip r:embed="rId21"/>
                <a:stretch>
                  <a:fillRect t="-14000" r="-5069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85C79951-BBA6-5A2A-541A-DA826FE61CE4}"/>
                  </a:ext>
                </a:extLst>
              </p:cNvPr>
              <p:cNvSpPr txBox="1"/>
              <p:nvPr/>
            </p:nvSpPr>
            <p:spPr>
              <a:xfrm>
                <a:off x="8410239" y="653605"/>
                <a:ext cx="2925737" cy="606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1,2,3,4,5</m:t>
                        </m:r>
                      </m:sub>
                    </m:sSub>
                  </m:oMath>
                </a14:m>
                <a:r>
                  <a:rPr lang="de-DE" sz="3200" dirty="0"/>
                  <a:t> ∈ {0,1} 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85C79951-BBA6-5A2A-541A-DA826FE61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239" y="653605"/>
                <a:ext cx="2925737" cy="606384"/>
              </a:xfrm>
              <a:prstGeom prst="rect">
                <a:avLst/>
              </a:prstGeom>
              <a:blipFill>
                <a:blip r:embed="rId22"/>
                <a:stretch>
                  <a:fillRect t="-14000" r="-1250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DC8A7FC2-9165-3BE0-3A71-CE34FFF41350}"/>
              </a:ext>
            </a:extLst>
          </p:cNvPr>
          <p:cNvCxnSpPr>
            <a:cxnSpLocks/>
          </p:cNvCxnSpPr>
          <p:nvPr/>
        </p:nvCxnSpPr>
        <p:spPr>
          <a:xfrm>
            <a:off x="7846928" y="62463"/>
            <a:ext cx="0" cy="5157237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FB047C3D-6024-E8EC-53D5-83D7A03A1AA0}"/>
              </a:ext>
            </a:extLst>
          </p:cNvPr>
          <p:cNvSpPr txBox="1"/>
          <p:nvPr/>
        </p:nvSpPr>
        <p:spPr>
          <a:xfrm>
            <a:off x="450863" y="2501710"/>
            <a:ext cx="3623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/>
              <a:t>Fixe Anzahl Säulen s: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1F10A39-7796-E9CB-06B7-F4C8985C99AA}"/>
              </a:ext>
            </a:extLst>
          </p:cNvPr>
          <p:cNvSpPr txBox="1"/>
          <p:nvPr/>
        </p:nvSpPr>
        <p:spPr>
          <a:xfrm>
            <a:off x="1427013" y="3014612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9B77A74B-FF34-CE7F-5BE4-562CFE416A23}"/>
                  </a:ext>
                </a:extLst>
              </p:cNvPr>
              <p:cNvSpPr txBox="1"/>
              <p:nvPr/>
            </p:nvSpPr>
            <p:spPr>
              <a:xfrm>
                <a:off x="657705" y="3014610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9B77A74B-FF34-CE7F-5BE4-562CFE416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3014610"/>
                <a:ext cx="718723" cy="58477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112B367E-57FB-8796-FDE1-D89E6B192D66}"/>
                  </a:ext>
                </a:extLst>
              </p:cNvPr>
              <p:cNvSpPr txBox="1"/>
              <p:nvPr/>
            </p:nvSpPr>
            <p:spPr>
              <a:xfrm>
                <a:off x="2102223" y="3014609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112B367E-57FB-8796-FDE1-D89E6B192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3" y="3014609"/>
                <a:ext cx="697883" cy="5847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feld 14">
            <a:extLst>
              <a:ext uri="{FF2B5EF4-FFF2-40B4-BE49-F238E27FC236}">
                <a16:creationId xmlns:a16="http://schemas.microsoft.com/office/drawing/2014/main" id="{049D0E6F-517E-6E00-C2CE-1A56AA99FC70}"/>
              </a:ext>
            </a:extLst>
          </p:cNvPr>
          <p:cNvSpPr txBox="1"/>
          <p:nvPr/>
        </p:nvSpPr>
        <p:spPr>
          <a:xfrm>
            <a:off x="4301387" y="3010465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B19EC5E6-D7FB-E818-095E-46C9D8D795B2}"/>
                  </a:ext>
                </a:extLst>
              </p:cNvPr>
              <p:cNvSpPr txBox="1"/>
              <p:nvPr/>
            </p:nvSpPr>
            <p:spPr>
              <a:xfrm>
                <a:off x="3490991" y="3010464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B19EC5E6-D7FB-E818-095E-46C9D8D79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3010464"/>
                <a:ext cx="728341" cy="58477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6A2ECBB3-A94A-9985-A472-1D17F27CF7F6}"/>
                  </a:ext>
                </a:extLst>
              </p:cNvPr>
              <p:cNvSpPr txBox="1"/>
              <p:nvPr/>
            </p:nvSpPr>
            <p:spPr>
              <a:xfrm>
                <a:off x="4949738" y="2974954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6A2ECBB3-A94A-9985-A472-1D17F27CF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738" y="2974954"/>
                <a:ext cx="701089" cy="58477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feld 26">
            <a:extLst>
              <a:ext uri="{FF2B5EF4-FFF2-40B4-BE49-F238E27FC236}">
                <a16:creationId xmlns:a16="http://schemas.microsoft.com/office/drawing/2014/main" id="{309104C7-0CC3-F9DD-5BB7-CD2FF02383ED}"/>
              </a:ext>
            </a:extLst>
          </p:cNvPr>
          <p:cNvSpPr txBox="1"/>
          <p:nvPr/>
        </p:nvSpPr>
        <p:spPr>
          <a:xfrm>
            <a:off x="2865689" y="3010464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7157414-FF05-A3FF-3DDB-54AA58A9088B}"/>
              </a:ext>
            </a:extLst>
          </p:cNvPr>
          <p:cNvSpPr txBox="1"/>
          <p:nvPr/>
        </p:nvSpPr>
        <p:spPr>
          <a:xfrm>
            <a:off x="6422110" y="2975995"/>
            <a:ext cx="7360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/>
              <a:t>≥  s</a:t>
            </a:r>
            <a:endParaRPr lang="de-DE" sz="3200" b="1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5AF093ED-1E0F-EDA2-1D5D-9F866685D53C}"/>
              </a:ext>
            </a:extLst>
          </p:cNvPr>
          <p:cNvSpPr txBox="1"/>
          <p:nvPr/>
        </p:nvSpPr>
        <p:spPr>
          <a:xfrm>
            <a:off x="1427013" y="3443237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3B50FE10-3676-CD15-8FD3-28A96B3F93A1}"/>
                  </a:ext>
                </a:extLst>
              </p:cNvPr>
              <p:cNvSpPr txBox="1"/>
              <p:nvPr/>
            </p:nvSpPr>
            <p:spPr>
              <a:xfrm>
                <a:off x="657705" y="3443235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3B50FE10-3676-CD15-8FD3-28A96B3F9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3443235"/>
                <a:ext cx="718723" cy="58477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584D3778-BEC9-C47C-57BA-F98DCE9664E8}"/>
                  </a:ext>
                </a:extLst>
              </p:cNvPr>
              <p:cNvSpPr txBox="1"/>
              <p:nvPr/>
            </p:nvSpPr>
            <p:spPr>
              <a:xfrm>
                <a:off x="2102223" y="3443234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584D3778-BEC9-C47C-57BA-F98DCE966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3" y="3443234"/>
                <a:ext cx="697883" cy="58477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feld 35">
            <a:extLst>
              <a:ext uri="{FF2B5EF4-FFF2-40B4-BE49-F238E27FC236}">
                <a16:creationId xmlns:a16="http://schemas.microsoft.com/office/drawing/2014/main" id="{64BAF0B3-3BEC-C4C3-A50D-CA87B8C23BA0}"/>
              </a:ext>
            </a:extLst>
          </p:cNvPr>
          <p:cNvSpPr txBox="1"/>
          <p:nvPr/>
        </p:nvSpPr>
        <p:spPr>
          <a:xfrm>
            <a:off x="4301387" y="3439090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4EB50371-0C40-0864-5DB2-DA9A694F6037}"/>
                  </a:ext>
                </a:extLst>
              </p:cNvPr>
              <p:cNvSpPr txBox="1"/>
              <p:nvPr/>
            </p:nvSpPr>
            <p:spPr>
              <a:xfrm>
                <a:off x="3490991" y="3439089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4EB50371-0C40-0864-5DB2-DA9A694F6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3439089"/>
                <a:ext cx="728341" cy="58477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967CF768-CD7F-67CA-BDB3-6C86CB2F62AD}"/>
                  </a:ext>
                </a:extLst>
              </p:cNvPr>
              <p:cNvSpPr txBox="1"/>
              <p:nvPr/>
            </p:nvSpPr>
            <p:spPr>
              <a:xfrm>
                <a:off x="4949738" y="3403579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967CF768-CD7F-67CA-BDB3-6C86CB2F6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738" y="3403579"/>
                <a:ext cx="701089" cy="584775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feld 38">
            <a:extLst>
              <a:ext uri="{FF2B5EF4-FFF2-40B4-BE49-F238E27FC236}">
                <a16:creationId xmlns:a16="http://schemas.microsoft.com/office/drawing/2014/main" id="{CE91D30C-96C0-8CE7-05A8-DE1DCD71300E}"/>
              </a:ext>
            </a:extLst>
          </p:cNvPr>
          <p:cNvSpPr txBox="1"/>
          <p:nvPr/>
        </p:nvSpPr>
        <p:spPr>
          <a:xfrm>
            <a:off x="2865689" y="3439089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76553E3-7143-F6D1-0749-BD907F56F3E3}"/>
              </a:ext>
            </a:extLst>
          </p:cNvPr>
          <p:cNvSpPr txBox="1"/>
          <p:nvPr/>
        </p:nvSpPr>
        <p:spPr>
          <a:xfrm>
            <a:off x="6422110" y="3404620"/>
            <a:ext cx="7360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/>
              <a:t>≤  s</a:t>
            </a:r>
            <a:endParaRPr lang="de-DE" sz="3200" b="1" dirty="0"/>
          </a:p>
        </p:txBody>
      </p:sp>
    </p:spTree>
    <p:extLst>
      <p:ext uri="{BB962C8B-B14F-4D97-AF65-F5344CB8AC3E}">
        <p14:creationId xmlns:p14="http://schemas.microsoft.com/office/powerpoint/2010/main" val="1641325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9993B-3986-6325-DE35-187DA5B25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 52">
            <a:extLst>
              <a:ext uri="{FF2B5EF4-FFF2-40B4-BE49-F238E27FC236}">
                <a16:creationId xmlns:a16="http://schemas.microsoft.com/office/drawing/2014/main" id="{2753A836-ED39-1565-C70D-0C5533DF1049}"/>
              </a:ext>
            </a:extLst>
          </p:cNvPr>
          <p:cNvSpPr/>
          <p:nvPr/>
        </p:nvSpPr>
        <p:spPr>
          <a:xfrm>
            <a:off x="4839993" y="129658"/>
            <a:ext cx="914400" cy="23952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CAA8FD68-2B5D-4B2D-EE35-732F2C1286E8}"/>
              </a:ext>
            </a:extLst>
          </p:cNvPr>
          <p:cNvSpPr/>
          <p:nvPr/>
        </p:nvSpPr>
        <p:spPr>
          <a:xfrm>
            <a:off x="3314050" y="1381123"/>
            <a:ext cx="914400" cy="11438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DF6B7A57-C0C4-0754-DF41-E14CA79EF3EA}"/>
              </a:ext>
            </a:extLst>
          </p:cNvPr>
          <p:cNvSpPr/>
          <p:nvPr/>
        </p:nvSpPr>
        <p:spPr>
          <a:xfrm>
            <a:off x="1913346" y="1022093"/>
            <a:ext cx="914400" cy="114380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A7DD6CC3-31C7-B073-6337-9FFA47385E97}"/>
              </a:ext>
            </a:extLst>
          </p:cNvPr>
          <p:cNvSpPr/>
          <p:nvPr/>
        </p:nvSpPr>
        <p:spPr>
          <a:xfrm>
            <a:off x="512613" y="129658"/>
            <a:ext cx="914400" cy="15773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91DA45D9-F430-6E25-4530-DDCBE096E7A0}"/>
              </a:ext>
            </a:extLst>
          </p:cNvPr>
          <p:cNvSpPr/>
          <p:nvPr/>
        </p:nvSpPr>
        <p:spPr>
          <a:xfrm>
            <a:off x="9109748" y="5893685"/>
            <a:ext cx="997953" cy="7598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62275896-9F9A-1C85-994D-F528289DBACD}"/>
              </a:ext>
            </a:extLst>
          </p:cNvPr>
          <p:cNvSpPr/>
          <p:nvPr/>
        </p:nvSpPr>
        <p:spPr>
          <a:xfrm>
            <a:off x="7309639" y="5893685"/>
            <a:ext cx="997953" cy="75989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23E7AD55-E2D1-6F6D-D863-D427B18674FC}"/>
              </a:ext>
            </a:extLst>
          </p:cNvPr>
          <p:cNvSpPr/>
          <p:nvPr/>
        </p:nvSpPr>
        <p:spPr>
          <a:xfrm>
            <a:off x="5509530" y="5893685"/>
            <a:ext cx="997953" cy="75989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0C8804DA-479F-F6CC-46EA-9F95752D81DF}"/>
              </a:ext>
            </a:extLst>
          </p:cNvPr>
          <p:cNvSpPr/>
          <p:nvPr/>
        </p:nvSpPr>
        <p:spPr>
          <a:xfrm>
            <a:off x="3707712" y="5893685"/>
            <a:ext cx="997953" cy="75989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CA86328-3AE8-54FA-E0E2-207A09F05EF4}"/>
              </a:ext>
            </a:extLst>
          </p:cNvPr>
          <p:cNvCxnSpPr>
            <a:cxnSpLocks/>
          </p:cNvCxnSpPr>
          <p:nvPr/>
        </p:nvCxnSpPr>
        <p:spPr>
          <a:xfrm>
            <a:off x="337598" y="5331964"/>
            <a:ext cx="1159555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6F6AF286-D67C-E4E5-78C5-0535C08963E3}"/>
                  </a:ext>
                </a:extLst>
              </p:cNvPr>
              <p:cNvSpPr txBox="1"/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Max 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>
                          <m:sSubPr>
                            <m:ctrlPr>
                              <a:rPr lang="de-DE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de-DE" sz="3200" dirty="0"/>
                  <a:t>) - </a:t>
                </a:r>
                <a14:m>
                  <m:oMath xmlns:m="http://schemas.openxmlformats.org/officeDocument/2006/math">
                    <m:r>
                      <a:rPr lang="de-DE" sz="32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3200" dirty="0"/>
                  <a:t> *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            </m:t>
                    </m:r>
                  </m:oMath>
                </a14:m>
                <a:r>
                  <a:rPr lang="de-DE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de-DE" sz="3200" dirty="0"/>
                  <a:t>             ) </a:t>
                </a:r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6F6AF286-D67C-E4E5-78C5-0535C0896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blipFill>
                <a:blip r:embed="rId2"/>
                <a:stretch>
                  <a:fillRect l="-1397" t="-5882" r="-447" b="-32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9E5AD6EA-19A9-FE39-C77A-5B15D5681A81}"/>
              </a:ext>
            </a:extLst>
          </p:cNvPr>
          <p:cNvSpPr txBox="1"/>
          <p:nvPr/>
        </p:nvSpPr>
        <p:spPr>
          <a:xfrm>
            <a:off x="2861023" y="148536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111C872D-1B59-6F7A-E071-168077C60E63}"/>
                  </a:ext>
                </a:extLst>
              </p:cNvPr>
              <p:cNvSpPr txBox="1"/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111C872D-1B59-6F7A-E071-168077C60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blipFill>
                <a:blip r:embed="rId3"/>
                <a:stretch>
                  <a:fillRect l="-1635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D7BBFF1-5D1D-5A73-F69D-79662B9E73D4}"/>
                  </a:ext>
                </a:extLst>
              </p:cNvPr>
              <p:cNvSpPr txBox="1"/>
              <p:nvPr/>
            </p:nvSpPr>
            <p:spPr>
              <a:xfrm>
                <a:off x="6396904" y="55525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D7BBFF1-5D1D-5A73-F69D-79662B9E7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904" y="555256"/>
                <a:ext cx="982770" cy="584775"/>
              </a:xfrm>
              <a:prstGeom prst="rect">
                <a:avLst/>
              </a:prstGeom>
              <a:blipFill>
                <a:blip r:embed="rId4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feld 15">
            <a:extLst>
              <a:ext uri="{FF2B5EF4-FFF2-40B4-BE49-F238E27FC236}">
                <a16:creationId xmlns:a16="http://schemas.microsoft.com/office/drawing/2014/main" id="{2777C852-C514-8B90-11FA-7683C00128D8}"/>
              </a:ext>
            </a:extLst>
          </p:cNvPr>
          <p:cNvSpPr txBox="1"/>
          <p:nvPr/>
        </p:nvSpPr>
        <p:spPr>
          <a:xfrm>
            <a:off x="1427013" y="966737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A2AFA0C7-3CC9-F737-402F-85F599989AC1}"/>
                  </a:ext>
                </a:extLst>
              </p:cNvPr>
              <p:cNvSpPr txBox="1"/>
              <p:nvPr/>
            </p:nvSpPr>
            <p:spPr>
              <a:xfrm>
                <a:off x="6403298" y="96673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A2AFA0C7-3CC9-F737-402F-85F599989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298" y="966736"/>
                <a:ext cx="982770" cy="584775"/>
              </a:xfrm>
              <a:prstGeom prst="rect">
                <a:avLst/>
              </a:prstGeom>
              <a:blipFill>
                <a:blip r:embed="rId5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feld 46">
            <a:extLst>
              <a:ext uri="{FF2B5EF4-FFF2-40B4-BE49-F238E27FC236}">
                <a16:creationId xmlns:a16="http://schemas.microsoft.com/office/drawing/2014/main" id="{D129325A-E41C-F831-188E-C57A049DFA1F}"/>
              </a:ext>
            </a:extLst>
          </p:cNvPr>
          <p:cNvSpPr txBox="1"/>
          <p:nvPr/>
        </p:nvSpPr>
        <p:spPr>
          <a:xfrm>
            <a:off x="2865292" y="136448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FCFB6D20-2A06-E657-FB1B-7326F9DB06CF}"/>
                  </a:ext>
                </a:extLst>
              </p:cNvPr>
              <p:cNvSpPr txBox="1"/>
              <p:nvPr/>
            </p:nvSpPr>
            <p:spPr>
              <a:xfrm>
                <a:off x="6422110" y="1358339"/>
                <a:ext cx="9652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FCFB6D20-2A06-E657-FB1B-7326F9DB0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1358339"/>
                <a:ext cx="965201" cy="584775"/>
              </a:xfrm>
              <a:prstGeom prst="rect">
                <a:avLst/>
              </a:prstGeom>
              <a:blipFill>
                <a:blip r:embed="rId6"/>
                <a:stretch>
                  <a:fillRect l="-15723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feld 50">
            <a:extLst>
              <a:ext uri="{FF2B5EF4-FFF2-40B4-BE49-F238E27FC236}">
                <a16:creationId xmlns:a16="http://schemas.microsoft.com/office/drawing/2014/main" id="{3823D58C-E502-1AB4-A360-1F3AC0DDAE82}"/>
              </a:ext>
            </a:extLst>
          </p:cNvPr>
          <p:cNvSpPr txBox="1"/>
          <p:nvPr/>
        </p:nvSpPr>
        <p:spPr>
          <a:xfrm>
            <a:off x="4301387" y="1742478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CBCB5267-BDEA-0209-1469-F6282045DB99}"/>
                  </a:ext>
                </a:extLst>
              </p:cNvPr>
              <p:cNvSpPr txBox="1"/>
              <p:nvPr/>
            </p:nvSpPr>
            <p:spPr>
              <a:xfrm>
                <a:off x="6422110" y="1737311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CBCB5267-BDEA-0209-1469-F6282045D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1737311"/>
                <a:ext cx="982770" cy="584775"/>
              </a:xfrm>
              <a:prstGeom prst="rect">
                <a:avLst/>
              </a:prstGeom>
              <a:blipFill>
                <a:blip r:embed="rId7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578F850-5E01-2798-7A8F-B9EAEB91419C}"/>
                  </a:ext>
                </a:extLst>
              </p:cNvPr>
              <p:cNvSpPr txBox="1"/>
              <p:nvPr/>
            </p:nvSpPr>
            <p:spPr>
              <a:xfrm>
                <a:off x="657705" y="129660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578F850-5E01-2798-7A8F-B9EAEB914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129660"/>
                <a:ext cx="71872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A3BE096-23F5-E21B-302A-B3C179DB6197}"/>
                  </a:ext>
                </a:extLst>
              </p:cNvPr>
              <p:cNvSpPr txBox="1"/>
              <p:nvPr/>
            </p:nvSpPr>
            <p:spPr>
              <a:xfrm>
                <a:off x="657705" y="558285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A3BE096-23F5-E21B-302A-B3C179DB6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558285"/>
                <a:ext cx="718723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1B8D19B-F72F-497F-4670-535CF4104955}"/>
                  </a:ext>
                </a:extLst>
              </p:cNvPr>
              <p:cNvSpPr txBox="1"/>
              <p:nvPr/>
            </p:nvSpPr>
            <p:spPr>
              <a:xfrm>
                <a:off x="657705" y="966735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1B8D19B-F72F-497F-4670-535CF4104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966735"/>
                <a:ext cx="718723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E252187-109C-F34D-988A-A9694BE63181}"/>
                  </a:ext>
                </a:extLst>
              </p:cNvPr>
              <p:cNvSpPr txBox="1"/>
              <p:nvPr/>
            </p:nvSpPr>
            <p:spPr>
              <a:xfrm>
                <a:off x="2102223" y="966734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E252187-109C-F34D-988A-A9694BE63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3" y="966734"/>
                <a:ext cx="697883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51E25619-74F0-B4CE-4359-35F1407948B3}"/>
                  </a:ext>
                </a:extLst>
              </p:cNvPr>
              <p:cNvSpPr txBox="1"/>
              <p:nvPr/>
            </p:nvSpPr>
            <p:spPr>
              <a:xfrm>
                <a:off x="2102224" y="1358338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51E25619-74F0-B4CE-4359-35F140794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4" y="1358338"/>
                <a:ext cx="697883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47495501-D492-4052-38C4-B6C1E81DB4D6}"/>
                  </a:ext>
                </a:extLst>
              </p:cNvPr>
              <p:cNvSpPr txBox="1"/>
              <p:nvPr/>
            </p:nvSpPr>
            <p:spPr>
              <a:xfrm>
                <a:off x="3490991" y="1358338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47495501-D492-4052-38C4-B6C1E81DB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1358338"/>
                <a:ext cx="728341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E5E10595-DC6D-EF9D-85A9-5C85C9C651E7}"/>
                  </a:ext>
                </a:extLst>
              </p:cNvPr>
              <p:cNvSpPr txBox="1"/>
              <p:nvPr/>
            </p:nvSpPr>
            <p:spPr>
              <a:xfrm>
                <a:off x="3490991" y="1742477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E5E10595-DC6D-EF9D-85A9-5C85C9C65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1742477"/>
                <a:ext cx="728341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E8E95D6A-6061-5441-2950-F937E61984A4}"/>
                  </a:ext>
                </a:extLst>
              </p:cNvPr>
              <p:cNvSpPr txBox="1"/>
              <p:nvPr/>
            </p:nvSpPr>
            <p:spPr>
              <a:xfrm>
                <a:off x="4949738" y="1706967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E8E95D6A-6061-5441-2950-F937E6198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738" y="1706967"/>
                <a:ext cx="701089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10B39B57-17E2-67F1-B52B-DA1F479D46A9}"/>
                  </a:ext>
                </a:extLst>
              </p:cNvPr>
              <p:cNvSpPr txBox="1"/>
              <p:nvPr/>
            </p:nvSpPr>
            <p:spPr>
              <a:xfrm>
                <a:off x="4981497" y="129659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10B39B57-17E2-67F1-B52B-DA1F479D4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497" y="129659"/>
                <a:ext cx="701089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0A350AEF-ECE3-04AD-354D-D70B2ADAF8CC}"/>
                  </a:ext>
                </a:extLst>
              </p:cNvPr>
              <p:cNvSpPr txBox="1"/>
              <p:nvPr/>
            </p:nvSpPr>
            <p:spPr>
              <a:xfrm>
                <a:off x="4144164" y="5912119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0A350AEF-ECE3-04AD-354D-D70B2ADAF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164" y="5912119"/>
                <a:ext cx="718723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F5415E1C-A8B0-6836-A2F4-F74698036DBC}"/>
                  </a:ext>
                </a:extLst>
              </p:cNvPr>
              <p:cNvSpPr txBox="1"/>
              <p:nvPr/>
            </p:nvSpPr>
            <p:spPr>
              <a:xfrm>
                <a:off x="5990454" y="5912118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F5415E1C-A8B0-6836-A2F4-F74698036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454" y="5912118"/>
                <a:ext cx="697883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1D0998B3-49EE-BCC3-3596-8ED1121F0F56}"/>
                  </a:ext>
                </a:extLst>
              </p:cNvPr>
              <p:cNvSpPr txBox="1"/>
              <p:nvPr/>
            </p:nvSpPr>
            <p:spPr>
              <a:xfrm>
                <a:off x="7771629" y="5912118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1D0998B3-49EE-BCC3-3596-8ED1121F0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629" y="5912118"/>
                <a:ext cx="728341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3ED0943E-44EE-8A67-13F0-2A75270F2BF1}"/>
                  </a:ext>
                </a:extLst>
              </p:cNvPr>
              <p:cNvSpPr txBox="1"/>
              <p:nvPr/>
            </p:nvSpPr>
            <p:spPr>
              <a:xfrm>
                <a:off x="9583262" y="5869701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3ED0943E-44EE-8A67-13F0-2A75270F2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262" y="5869701"/>
                <a:ext cx="701089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9BD9BC83-DFE0-78A3-99F2-3466264A0329}"/>
                  </a:ext>
                </a:extLst>
              </p:cNvPr>
              <p:cNvSpPr txBox="1"/>
              <p:nvPr/>
            </p:nvSpPr>
            <p:spPr>
              <a:xfrm>
                <a:off x="8501082" y="148536"/>
                <a:ext cx="2648802" cy="606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de-DE" sz="3200" dirty="0"/>
                  <a:t> ∈ {0,1}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9BD9BC83-DFE0-78A3-99F2-3466264A0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082" y="148536"/>
                <a:ext cx="2648802" cy="606384"/>
              </a:xfrm>
              <a:prstGeom prst="rect">
                <a:avLst/>
              </a:prstGeom>
              <a:blipFill>
                <a:blip r:embed="rId21"/>
                <a:stretch>
                  <a:fillRect t="-14000" r="-5069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4CEC7AFF-2EF3-4F14-8623-F0724AC9F42D}"/>
                  </a:ext>
                </a:extLst>
              </p:cNvPr>
              <p:cNvSpPr txBox="1"/>
              <p:nvPr/>
            </p:nvSpPr>
            <p:spPr>
              <a:xfrm>
                <a:off x="8410239" y="653605"/>
                <a:ext cx="2925737" cy="606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1,2,3,4,5</m:t>
                        </m:r>
                      </m:sub>
                    </m:sSub>
                  </m:oMath>
                </a14:m>
                <a:r>
                  <a:rPr lang="de-DE" sz="3200" dirty="0"/>
                  <a:t> ∈ {0,1} 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4CEC7AFF-2EF3-4F14-8623-F0724AC9F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239" y="653605"/>
                <a:ext cx="2925737" cy="606384"/>
              </a:xfrm>
              <a:prstGeom prst="rect">
                <a:avLst/>
              </a:prstGeom>
              <a:blipFill>
                <a:blip r:embed="rId22"/>
                <a:stretch>
                  <a:fillRect t="-14000" r="-1250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C5453ED-EABA-695B-09EF-5DBDAA9C541D}"/>
              </a:ext>
            </a:extLst>
          </p:cNvPr>
          <p:cNvCxnSpPr>
            <a:cxnSpLocks/>
          </p:cNvCxnSpPr>
          <p:nvPr/>
        </p:nvCxnSpPr>
        <p:spPr>
          <a:xfrm>
            <a:off x="7846928" y="62463"/>
            <a:ext cx="0" cy="5157237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30B065E0-3AAA-3442-B1C8-E208E4187D2F}"/>
              </a:ext>
            </a:extLst>
          </p:cNvPr>
          <p:cNvSpPr txBox="1"/>
          <p:nvPr/>
        </p:nvSpPr>
        <p:spPr>
          <a:xfrm>
            <a:off x="450863" y="2501710"/>
            <a:ext cx="4620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/>
              <a:t>Mindest-Abdeck-Quote m: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808C77E-AD93-4F3C-7237-D2D049C8CCEB}"/>
              </a:ext>
            </a:extLst>
          </p:cNvPr>
          <p:cNvSpPr txBox="1"/>
          <p:nvPr/>
        </p:nvSpPr>
        <p:spPr>
          <a:xfrm>
            <a:off x="1236513" y="3014612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F295AE59-EB38-661F-9C3C-7EC047288073}"/>
                  </a:ext>
                </a:extLst>
              </p:cNvPr>
              <p:cNvSpPr txBox="1"/>
              <p:nvPr/>
            </p:nvSpPr>
            <p:spPr>
              <a:xfrm>
                <a:off x="657705" y="3014610"/>
                <a:ext cx="6751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F295AE59-EB38-661F-9C3C-7EC047288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3014610"/>
                <a:ext cx="675121" cy="58477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A77F27E2-460A-CA2A-D436-71192087F0F0}"/>
                  </a:ext>
                </a:extLst>
              </p:cNvPr>
              <p:cNvSpPr txBox="1"/>
              <p:nvPr/>
            </p:nvSpPr>
            <p:spPr>
              <a:xfrm>
                <a:off x="1683123" y="3014609"/>
                <a:ext cx="6846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A77F27E2-460A-CA2A-D436-71192087F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123" y="3014609"/>
                <a:ext cx="684611" cy="5847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feld 14">
            <a:extLst>
              <a:ext uri="{FF2B5EF4-FFF2-40B4-BE49-F238E27FC236}">
                <a16:creationId xmlns:a16="http://schemas.microsoft.com/office/drawing/2014/main" id="{CFF34AEA-FC80-1A2C-34BE-FF15E6BA8D08}"/>
              </a:ext>
            </a:extLst>
          </p:cNvPr>
          <p:cNvSpPr txBox="1"/>
          <p:nvPr/>
        </p:nvSpPr>
        <p:spPr>
          <a:xfrm>
            <a:off x="3415562" y="3010465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501C07D5-7F97-E5C6-0A18-0EB8A7F2D649}"/>
                  </a:ext>
                </a:extLst>
              </p:cNvPr>
              <p:cNvSpPr txBox="1"/>
              <p:nvPr/>
            </p:nvSpPr>
            <p:spPr>
              <a:xfrm>
                <a:off x="2824241" y="3010464"/>
                <a:ext cx="6846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501C07D5-7F97-E5C6-0A18-0EB8A7F2D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241" y="3010464"/>
                <a:ext cx="684611" cy="58477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DF65319E-A6CF-B8D6-8504-F8953BD01C55}"/>
                  </a:ext>
                </a:extLst>
              </p:cNvPr>
              <p:cNvSpPr txBox="1"/>
              <p:nvPr/>
            </p:nvSpPr>
            <p:spPr>
              <a:xfrm>
                <a:off x="3921038" y="2974954"/>
                <a:ext cx="66704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DF65319E-A6CF-B8D6-8504-F8953BD01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038" y="2974954"/>
                <a:ext cx="667042" cy="58477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feld 26">
            <a:extLst>
              <a:ext uri="{FF2B5EF4-FFF2-40B4-BE49-F238E27FC236}">
                <a16:creationId xmlns:a16="http://schemas.microsoft.com/office/drawing/2014/main" id="{C53D4715-0BDD-E1BB-8F63-197565AF6994}"/>
              </a:ext>
            </a:extLst>
          </p:cNvPr>
          <p:cNvSpPr txBox="1"/>
          <p:nvPr/>
        </p:nvSpPr>
        <p:spPr>
          <a:xfrm>
            <a:off x="2313239" y="3010464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D14986AD-5FC7-84D8-E9E7-6C38516705B9}"/>
                  </a:ext>
                </a:extLst>
              </p:cNvPr>
              <p:cNvSpPr txBox="1"/>
              <p:nvPr/>
            </p:nvSpPr>
            <p:spPr>
              <a:xfrm>
                <a:off x="5581737" y="2974954"/>
                <a:ext cx="185063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de-DE" sz="32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3200" b="1" i="1" dirty="0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</m:e>
                    </m:d>
                  </m:oMath>
                </a14:m>
                <a:endParaRPr lang="de-DE" sz="3200" b="1" dirty="0"/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D14986AD-5FC7-84D8-E9E7-6C3851670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737" y="2974954"/>
                <a:ext cx="1850635" cy="584775"/>
              </a:xfrm>
              <a:prstGeom prst="rect">
                <a:avLst/>
              </a:prstGeom>
              <a:blipFill>
                <a:blip r:embed="rId27"/>
                <a:stretch>
                  <a:fillRect l="-8581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feld 40">
            <a:extLst>
              <a:ext uri="{FF2B5EF4-FFF2-40B4-BE49-F238E27FC236}">
                <a16:creationId xmlns:a16="http://schemas.microsoft.com/office/drawing/2014/main" id="{A952FDBE-EB79-2EC2-5761-A3D925E8017B}"/>
              </a:ext>
            </a:extLst>
          </p:cNvPr>
          <p:cNvSpPr txBox="1"/>
          <p:nvPr/>
        </p:nvSpPr>
        <p:spPr>
          <a:xfrm>
            <a:off x="4510937" y="3010465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62FDFD30-33FA-C1E9-E8B6-503D16144844}"/>
                  </a:ext>
                </a:extLst>
              </p:cNvPr>
              <p:cNvSpPr txBox="1"/>
              <p:nvPr/>
            </p:nvSpPr>
            <p:spPr>
              <a:xfrm>
                <a:off x="4968788" y="2974954"/>
                <a:ext cx="6846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62FDFD30-33FA-C1E9-E8B6-503D16144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788" y="2974954"/>
                <a:ext cx="684611" cy="58477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feld 42">
            <a:extLst>
              <a:ext uri="{FF2B5EF4-FFF2-40B4-BE49-F238E27FC236}">
                <a16:creationId xmlns:a16="http://schemas.microsoft.com/office/drawing/2014/main" id="{96BDFDEE-EFC4-18A9-E489-852A09251F3E}"/>
              </a:ext>
            </a:extLst>
          </p:cNvPr>
          <p:cNvSpPr txBox="1"/>
          <p:nvPr/>
        </p:nvSpPr>
        <p:spPr>
          <a:xfrm>
            <a:off x="6148262" y="2974208"/>
            <a:ext cx="1205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/>
              <a:t>m * 5 </a:t>
            </a:r>
            <a:endParaRPr lang="de-DE" sz="3200" b="1" dirty="0"/>
          </a:p>
        </p:txBody>
      </p:sp>
    </p:spTree>
    <p:extLst>
      <p:ext uri="{BB962C8B-B14F-4D97-AF65-F5344CB8AC3E}">
        <p14:creationId xmlns:p14="http://schemas.microsoft.com/office/powerpoint/2010/main" val="1350774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1984B-4876-900A-7E42-DF0C0B1E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011F84-8946-4A6F-5BA0-15520C3C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1171575"/>
            <a:ext cx="9153525" cy="3905250"/>
          </a:xfrm>
        </p:spPr>
        <p:txBody>
          <a:bodyPr>
            <a:normAutofit/>
          </a:bodyPr>
          <a:lstStyle/>
          <a:p>
            <a:pPr algn="ctr"/>
            <a:r>
              <a:rPr lang="de-DE" sz="8000" b="1" dirty="0"/>
              <a:t>Simplex Algorithmus</a:t>
            </a:r>
            <a:br>
              <a:rPr lang="de-DE" sz="8000" b="1" dirty="0"/>
            </a:br>
            <a:r>
              <a:rPr lang="de-DE" sz="8000" b="1" dirty="0"/>
              <a:t>Branch and Bound</a:t>
            </a:r>
          </a:p>
        </p:txBody>
      </p:sp>
    </p:spTree>
    <p:extLst>
      <p:ext uri="{BB962C8B-B14F-4D97-AF65-F5344CB8AC3E}">
        <p14:creationId xmlns:p14="http://schemas.microsoft.com/office/powerpoint/2010/main" val="3742575686"/>
      </p:ext>
    </p:extLst>
  </p:cSld>
  <p:clrMapOvr>
    <a:masterClrMapping/>
  </p:clrMapOvr>
  <p:transition spd="slow">
    <p:push dir="u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05A6B-CE68-7FBB-E070-0EA5513A3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hteck 36">
            <a:extLst>
              <a:ext uri="{FF2B5EF4-FFF2-40B4-BE49-F238E27FC236}">
                <a16:creationId xmlns:a16="http://schemas.microsoft.com/office/drawing/2014/main" id="{F5DE786A-5754-6877-17AC-1955C646EC68}"/>
              </a:ext>
            </a:extLst>
          </p:cNvPr>
          <p:cNvSpPr/>
          <p:nvPr/>
        </p:nvSpPr>
        <p:spPr>
          <a:xfrm>
            <a:off x="4839993" y="129658"/>
            <a:ext cx="914400" cy="23952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668C946-B23F-109F-00AA-7C61BB11EBE1}"/>
              </a:ext>
            </a:extLst>
          </p:cNvPr>
          <p:cNvSpPr/>
          <p:nvPr/>
        </p:nvSpPr>
        <p:spPr>
          <a:xfrm>
            <a:off x="3314050" y="1381123"/>
            <a:ext cx="914400" cy="11438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8FC178A-6ECD-166A-96FD-CE225FD07148}"/>
              </a:ext>
            </a:extLst>
          </p:cNvPr>
          <p:cNvSpPr/>
          <p:nvPr/>
        </p:nvSpPr>
        <p:spPr>
          <a:xfrm>
            <a:off x="1913346" y="1022093"/>
            <a:ext cx="914400" cy="114380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69DE015-637B-044D-7B74-5C3B643A9263}"/>
              </a:ext>
            </a:extLst>
          </p:cNvPr>
          <p:cNvSpPr/>
          <p:nvPr/>
        </p:nvSpPr>
        <p:spPr>
          <a:xfrm>
            <a:off x="512613" y="129658"/>
            <a:ext cx="914400" cy="15773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0663CE5-E674-8006-0614-6B5D84EEE0F6}"/>
              </a:ext>
            </a:extLst>
          </p:cNvPr>
          <p:cNvSpPr/>
          <p:nvPr/>
        </p:nvSpPr>
        <p:spPr>
          <a:xfrm>
            <a:off x="9109748" y="5893685"/>
            <a:ext cx="997953" cy="7598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DC9C359-80F2-B5F3-9CC3-7F693F338E88}"/>
              </a:ext>
            </a:extLst>
          </p:cNvPr>
          <p:cNvSpPr/>
          <p:nvPr/>
        </p:nvSpPr>
        <p:spPr>
          <a:xfrm>
            <a:off x="7309639" y="5893685"/>
            <a:ext cx="997953" cy="75989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C2541B84-57B1-5FBE-9B0F-101347DA49AF}"/>
              </a:ext>
            </a:extLst>
          </p:cNvPr>
          <p:cNvSpPr/>
          <p:nvPr/>
        </p:nvSpPr>
        <p:spPr>
          <a:xfrm>
            <a:off x="5509530" y="5893685"/>
            <a:ext cx="997953" cy="75989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3E2C1166-AE28-E617-D046-6919A18DBA47}"/>
              </a:ext>
            </a:extLst>
          </p:cNvPr>
          <p:cNvSpPr/>
          <p:nvPr/>
        </p:nvSpPr>
        <p:spPr>
          <a:xfrm>
            <a:off x="3707712" y="5893685"/>
            <a:ext cx="997953" cy="75989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692C7BE6-E867-6586-DEE7-8854E9F67520}"/>
              </a:ext>
            </a:extLst>
          </p:cNvPr>
          <p:cNvCxnSpPr>
            <a:cxnSpLocks/>
          </p:cNvCxnSpPr>
          <p:nvPr/>
        </p:nvCxnSpPr>
        <p:spPr>
          <a:xfrm>
            <a:off x="337598" y="5331964"/>
            <a:ext cx="1159555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312E0B7F-A762-6646-DE35-0BFC6EB60031}"/>
                  </a:ext>
                </a:extLst>
              </p:cNvPr>
              <p:cNvSpPr txBox="1"/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Max 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>
                          <m:sSubPr>
                            <m:ctrlPr>
                              <a:rPr lang="de-DE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de-DE" sz="3200" dirty="0"/>
                  <a:t>) - </a:t>
                </a:r>
                <a14:m>
                  <m:oMath xmlns:m="http://schemas.openxmlformats.org/officeDocument/2006/math">
                    <m:r>
                      <a:rPr lang="de-DE" sz="32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3200" dirty="0"/>
                  <a:t> *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            </m:t>
                    </m:r>
                  </m:oMath>
                </a14:m>
                <a:r>
                  <a:rPr lang="de-DE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de-DE" sz="3200" dirty="0"/>
                  <a:t>             ) </a:t>
                </a:r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312E0B7F-A762-6646-DE35-0BFC6EB60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blipFill>
                <a:blip r:embed="rId2"/>
                <a:stretch>
                  <a:fillRect l="-1397" t="-5882" r="-447" b="-32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05E0A5DD-8F93-E388-9CC1-8850B53AB1C5}"/>
              </a:ext>
            </a:extLst>
          </p:cNvPr>
          <p:cNvSpPr txBox="1"/>
          <p:nvPr/>
        </p:nvSpPr>
        <p:spPr>
          <a:xfrm>
            <a:off x="2861023" y="148536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B4D0C6B-E8BD-8CAB-9610-B192F4606549}"/>
                  </a:ext>
                </a:extLst>
              </p:cNvPr>
              <p:cNvSpPr txBox="1"/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B4D0C6B-E8BD-8CAB-9610-B192F4606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blipFill>
                <a:blip r:embed="rId3"/>
                <a:stretch>
                  <a:fillRect l="-1635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BC1CC55-9397-D2F9-377C-5064FDCB26E8}"/>
                  </a:ext>
                </a:extLst>
              </p:cNvPr>
              <p:cNvSpPr txBox="1"/>
              <p:nvPr/>
            </p:nvSpPr>
            <p:spPr>
              <a:xfrm>
                <a:off x="6396904" y="55525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BC1CC55-9397-D2F9-377C-5064FDCB2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904" y="555256"/>
                <a:ext cx="982770" cy="584775"/>
              </a:xfrm>
              <a:prstGeom prst="rect">
                <a:avLst/>
              </a:prstGeom>
              <a:blipFill>
                <a:blip r:embed="rId4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feld 15">
            <a:extLst>
              <a:ext uri="{FF2B5EF4-FFF2-40B4-BE49-F238E27FC236}">
                <a16:creationId xmlns:a16="http://schemas.microsoft.com/office/drawing/2014/main" id="{DE27D6FF-701E-24ED-07B2-87C6FF7F30A1}"/>
              </a:ext>
            </a:extLst>
          </p:cNvPr>
          <p:cNvSpPr txBox="1"/>
          <p:nvPr/>
        </p:nvSpPr>
        <p:spPr>
          <a:xfrm>
            <a:off x="1427013" y="966737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67E677F-D444-F372-1CF8-01A3A1ADD27A}"/>
                  </a:ext>
                </a:extLst>
              </p:cNvPr>
              <p:cNvSpPr txBox="1"/>
              <p:nvPr/>
            </p:nvSpPr>
            <p:spPr>
              <a:xfrm>
                <a:off x="6403298" y="96673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67E677F-D444-F372-1CF8-01A3A1ADD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298" y="966736"/>
                <a:ext cx="982770" cy="584775"/>
              </a:xfrm>
              <a:prstGeom prst="rect">
                <a:avLst/>
              </a:prstGeom>
              <a:blipFill>
                <a:blip r:embed="rId5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feld 46">
            <a:extLst>
              <a:ext uri="{FF2B5EF4-FFF2-40B4-BE49-F238E27FC236}">
                <a16:creationId xmlns:a16="http://schemas.microsoft.com/office/drawing/2014/main" id="{7BEE3723-7AC0-A339-C339-D78BB50EC3ED}"/>
              </a:ext>
            </a:extLst>
          </p:cNvPr>
          <p:cNvSpPr txBox="1"/>
          <p:nvPr/>
        </p:nvSpPr>
        <p:spPr>
          <a:xfrm>
            <a:off x="2865292" y="136448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E42C92BD-01E4-2706-B6D0-3079FA5EDD08}"/>
                  </a:ext>
                </a:extLst>
              </p:cNvPr>
              <p:cNvSpPr txBox="1"/>
              <p:nvPr/>
            </p:nvSpPr>
            <p:spPr>
              <a:xfrm>
                <a:off x="6422110" y="1358339"/>
                <a:ext cx="9652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E42C92BD-01E4-2706-B6D0-3079FA5ED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1358339"/>
                <a:ext cx="965201" cy="584775"/>
              </a:xfrm>
              <a:prstGeom prst="rect">
                <a:avLst/>
              </a:prstGeom>
              <a:blipFill>
                <a:blip r:embed="rId6"/>
                <a:stretch>
                  <a:fillRect l="-15723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feld 50">
            <a:extLst>
              <a:ext uri="{FF2B5EF4-FFF2-40B4-BE49-F238E27FC236}">
                <a16:creationId xmlns:a16="http://schemas.microsoft.com/office/drawing/2014/main" id="{F40EE6BE-C8B6-8683-58FE-A32D133734BC}"/>
              </a:ext>
            </a:extLst>
          </p:cNvPr>
          <p:cNvSpPr txBox="1"/>
          <p:nvPr/>
        </p:nvSpPr>
        <p:spPr>
          <a:xfrm>
            <a:off x="4301387" y="1742478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CCC90F20-2FD8-7243-5811-133B09C9BF95}"/>
                  </a:ext>
                </a:extLst>
              </p:cNvPr>
              <p:cNvSpPr txBox="1"/>
              <p:nvPr/>
            </p:nvSpPr>
            <p:spPr>
              <a:xfrm>
                <a:off x="6422110" y="1737311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CCC90F20-2FD8-7243-5811-133B09C9B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1737311"/>
                <a:ext cx="982770" cy="584775"/>
              </a:xfrm>
              <a:prstGeom prst="rect">
                <a:avLst/>
              </a:prstGeom>
              <a:blipFill>
                <a:blip r:embed="rId7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07498ADE-E91F-D259-F362-21E8C6169748}"/>
                  </a:ext>
                </a:extLst>
              </p:cNvPr>
              <p:cNvSpPr txBox="1"/>
              <p:nvPr/>
            </p:nvSpPr>
            <p:spPr>
              <a:xfrm>
                <a:off x="657705" y="129660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07498ADE-E91F-D259-F362-21E8C6169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129660"/>
                <a:ext cx="71872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9BD0F62-787D-DB63-BA85-243D1EA176E0}"/>
                  </a:ext>
                </a:extLst>
              </p:cNvPr>
              <p:cNvSpPr txBox="1"/>
              <p:nvPr/>
            </p:nvSpPr>
            <p:spPr>
              <a:xfrm>
                <a:off x="657705" y="558285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9BD0F62-787D-DB63-BA85-243D1EA17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558285"/>
                <a:ext cx="718723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ECE4FAC3-1912-2E0B-B79D-9110F2955332}"/>
                  </a:ext>
                </a:extLst>
              </p:cNvPr>
              <p:cNvSpPr txBox="1"/>
              <p:nvPr/>
            </p:nvSpPr>
            <p:spPr>
              <a:xfrm>
                <a:off x="657705" y="966735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ECE4FAC3-1912-2E0B-B79D-9110F2955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966735"/>
                <a:ext cx="718723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22CCF366-EE2C-595D-84EE-4198FA623FFE}"/>
                  </a:ext>
                </a:extLst>
              </p:cNvPr>
              <p:cNvSpPr txBox="1"/>
              <p:nvPr/>
            </p:nvSpPr>
            <p:spPr>
              <a:xfrm>
                <a:off x="2102223" y="966734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22CCF366-EE2C-595D-84EE-4198FA623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3" y="966734"/>
                <a:ext cx="697883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CD2AA4DF-825D-4169-BBF1-99C049715CAA}"/>
                  </a:ext>
                </a:extLst>
              </p:cNvPr>
              <p:cNvSpPr txBox="1"/>
              <p:nvPr/>
            </p:nvSpPr>
            <p:spPr>
              <a:xfrm>
                <a:off x="2102224" y="1358338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CD2AA4DF-825D-4169-BBF1-99C049715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4" y="1358338"/>
                <a:ext cx="697883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24765F0-B226-D89D-12BE-E33A43785C9E}"/>
                  </a:ext>
                </a:extLst>
              </p:cNvPr>
              <p:cNvSpPr txBox="1"/>
              <p:nvPr/>
            </p:nvSpPr>
            <p:spPr>
              <a:xfrm>
                <a:off x="3490991" y="1358338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24765F0-B226-D89D-12BE-E33A43785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1358338"/>
                <a:ext cx="728341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A68B5721-EE18-0B78-DC92-D40B80976BC9}"/>
                  </a:ext>
                </a:extLst>
              </p:cNvPr>
              <p:cNvSpPr txBox="1"/>
              <p:nvPr/>
            </p:nvSpPr>
            <p:spPr>
              <a:xfrm>
                <a:off x="3490991" y="1742477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A68B5721-EE18-0B78-DC92-D40B80976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1742477"/>
                <a:ext cx="728341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008EA8F3-FA3D-2900-4948-2C87D0337980}"/>
                  </a:ext>
                </a:extLst>
              </p:cNvPr>
              <p:cNvSpPr txBox="1"/>
              <p:nvPr/>
            </p:nvSpPr>
            <p:spPr>
              <a:xfrm>
                <a:off x="4949738" y="1706967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008EA8F3-FA3D-2900-4948-2C87D0337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738" y="1706967"/>
                <a:ext cx="701089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F1F4F720-905F-6BDA-20FF-999EDD4CE54D}"/>
                  </a:ext>
                </a:extLst>
              </p:cNvPr>
              <p:cNvSpPr txBox="1"/>
              <p:nvPr/>
            </p:nvSpPr>
            <p:spPr>
              <a:xfrm>
                <a:off x="4981497" y="129659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F1F4F720-905F-6BDA-20FF-999EDD4CE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497" y="129659"/>
                <a:ext cx="701089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86C763F0-8C5F-C9D3-4C3E-310054773672}"/>
                  </a:ext>
                </a:extLst>
              </p:cNvPr>
              <p:cNvSpPr txBox="1"/>
              <p:nvPr/>
            </p:nvSpPr>
            <p:spPr>
              <a:xfrm>
                <a:off x="4144164" y="5912119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86C763F0-8C5F-C9D3-4C3E-310054773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164" y="5912119"/>
                <a:ext cx="718723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54792F43-4187-6F47-6BBB-C12369D3A48C}"/>
                  </a:ext>
                </a:extLst>
              </p:cNvPr>
              <p:cNvSpPr txBox="1"/>
              <p:nvPr/>
            </p:nvSpPr>
            <p:spPr>
              <a:xfrm>
                <a:off x="5990454" y="5912118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54792F43-4187-6F47-6BBB-C12369D3A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454" y="5912118"/>
                <a:ext cx="697883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6E88A18-B15E-C0DC-E3E9-D3994C2D488B}"/>
                  </a:ext>
                </a:extLst>
              </p:cNvPr>
              <p:cNvSpPr txBox="1"/>
              <p:nvPr/>
            </p:nvSpPr>
            <p:spPr>
              <a:xfrm>
                <a:off x="7771629" y="5912118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6E88A18-B15E-C0DC-E3E9-D3994C2D4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629" y="5912118"/>
                <a:ext cx="728341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B4EA03C5-5843-C3B3-8BFF-D8EF4AA7F40B}"/>
                  </a:ext>
                </a:extLst>
              </p:cNvPr>
              <p:cNvSpPr txBox="1"/>
              <p:nvPr/>
            </p:nvSpPr>
            <p:spPr>
              <a:xfrm>
                <a:off x="9583262" y="5869701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B4EA03C5-5843-C3B3-8BFF-D8EF4AA7F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262" y="5869701"/>
                <a:ext cx="701089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246C0A6-53AB-884F-5DD2-E139FF328F80}"/>
                  </a:ext>
                </a:extLst>
              </p:cNvPr>
              <p:cNvSpPr txBox="1"/>
              <p:nvPr/>
            </p:nvSpPr>
            <p:spPr>
              <a:xfrm>
                <a:off x="8501082" y="148536"/>
                <a:ext cx="2648802" cy="606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de-DE" sz="3200" dirty="0"/>
                  <a:t> ∈ {0,1}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246C0A6-53AB-884F-5DD2-E139FF328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082" y="148536"/>
                <a:ext cx="2648802" cy="606384"/>
              </a:xfrm>
              <a:prstGeom prst="rect">
                <a:avLst/>
              </a:prstGeom>
              <a:blipFill>
                <a:blip r:embed="rId21"/>
                <a:stretch>
                  <a:fillRect t="-14000" r="-5069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556AD8EF-610D-DDD6-CDED-BC40BD17963B}"/>
                  </a:ext>
                </a:extLst>
              </p:cNvPr>
              <p:cNvSpPr txBox="1"/>
              <p:nvPr/>
            </p:nvSpPr>
            <p:spPr>
              <a:xfrm>
                <a:off x="8410239" y="653605"/>
                <a:ext cx="2925737" cy="606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1,2,3,4,5</m:t>
                        </m:r>
                      </m:sub>
                    </m:sSub>
                  </m:oMath>
                </a14:m>
                <a:r>
                  <a:rPr lang="de-DE" sz="3200" dirty="0"/>
                  <a:t> ∈ {0,1} 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556AD8EF-610D-DDD6-CDED-BC40BD179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239" y="653605"/>
                <a:ext cx="2925737" cy="606384"/>
              </a:xfrm>
              <a:prstGeom prst="rect">
                <a:avLst/>
              </a:prstGeom>
              <a:blipFill>
                <a:blip r:embed="rId22"/>
                <a:stretch>
                  <a:fillRect t="-14000" r="-1250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26A0BC3-88B7-0942-AC34-A456A56CF50A}"/>
              </a:ext>
            </a:extLst>
          </p:cNvPr>
          <p:cNvCxnSpPr>
            <a:cxnSpLocks/>
          </p:cNvCxnSpPr>
          <p:nvPr/>
        </p:nvCxnSpPr>
        <p:spPr>
          <a:xfrm>
            <a:off x="7846928" y="62463"/>
            <a:ext cx="0" cy="5157237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018506"/>
      </p:ext>
    </p:extLst>
  </p:cSld>
  <p:clrMapOvr>
    <a:masterClrMapping/>
  </p:clrMapOvr>
  <p:transition spd="slow">
    <p:push dir="u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3E816-3358-6D54-F228-875FC267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8ED31913-6541-3814-4CC0-13F9319C8AC0}"/>
              </a:ext>
            </a:extLst>
          </p:cNvPr>
          <p:cNvSpPr/>
          <p:nvPr/>
        </p:nvSpPr>
        <p:spPr>
          <a:xfrm>
            <a:off x="4839993" y="129658"/>
            <a:ext cx="914400" cy="23952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A4C330F-F566-CB71-C742-E8FFC9A93A59}"/>
              </a:ext>
            </a:extLst>
          </p:cNvPr>
          <p:cNvSpPr/>
          <p:nvPr/>
        </p:nvSpPr>
        <p:spPr>
          <a:xfrm>
            <a:off x="3314050" y="1381123"/>
            <a:ext cx="914400" cy="11438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B990B687-B8B6-8F2F-6127-4E205A92C54A}"/>
              </a:ext>
            </a:extLst>
          </p:cNvPr>
          <p:cNvSpPr/>
          <p:nvPr/>
        </p:nvSpPr>
        <p:spPr>
          <a:xfrm>
            <a:off x="1913346" y="1022093"/>
            <a:ext cx="914400" cy="114380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219CE70-ADE6-3104-7680-353A3B01D8F0}"/>
              </a:ext>
            </a:extLst>
          </p:cNvPr>
          <p:cNvSpPr/>
          <p:nvPr/>
        </p:nvSpPr>
        <p:spPr>
          <a:xfrm>
            <a:off x="512613" y="129658"/>
            <a:ext cx="914400" cy="15773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B4181CB-0C85-101F-70E5-7E172F6C9DDE}"/>
              </a:ext>
            </a:extLst>
          </p:cNvPr>
          <p:cNvSpPr/>
          <p:nvPr/>
        </p:nvSpPr>
        <p:spPr>
          <a:xfrm>
            <a:off x="9109748" y="5893685"/>
            <a:ext cx="997953" cy="7598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729183A5-AA8C-CA7C-08F8-03619AB5AF4C}"/>
              </a:ext>
            </a:extLst>
          </p:cNvPr>
          <p:cNvSpPr/>
          <p:nvPr/>
        </p:nvSpPr>
        <p:spPr>
          <a:xfrm>
            <a:off x="7309639" y="5893685"/>
            <a:ext cx="997953" cy="75989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07365FC2-1FD8-1741-3AB3-425B14D3368C}"/>
              </a:ext>
            </a:extLst>
          </p:cNvPr>
          <p:cNvSpPr/>
          <p:nvPr/>
        </p:nvSpPr>
        <p:spPr>
          <a:xfrm>
            <a:off x="5509530" y="5893685"/>
            <a:ext cx="997953" cy="75989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CA3658A-3B5E-81A8-21A8-AC5E77F7FC76}"/>
              </a:ext>
            </a:extLst>
          </p:cNvPr>
          <p:cNvSpPr/>
          <p:nvPr/>
        </p:nvSpPr>
        <p:spPr>
          <a:xfrm>
            <a:off x="3707712" y="5893685"/>
            <a:ext cx="997953" cy="75989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5ABC6E4-A478-4EF6-8A92-62F23BD67CC8}"/>
              </a:ext>
            </a:extLst>
          </p:cNvPr>
          <p:cNvCxnSpPr>
            <a:cxnSpLocks/>
          </p:cNvCxnSpPr>
          <p:nvPr/>
        </p:nvCxnSpPr>
        <p:spPr>
          <a:xfrm>
            <a:off x="337598" y="5331964"/>
            <a:ext cx="1159555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7F3E54B6-F0F4-1E03-78B5-119FA489143A}"/>
                  </a:ext>
                </a:extLst>
              </p:cNvPr>
              <p:cNvSpPr txBox="1"/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Max 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3200" i="0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>
                          <m:sSubPr>
                            <m:ctrlPr>
                              <a:rPr lang="de-DE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3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de-DE" sz="3200" dirty="0"/>
                  <a:t>) - </a:t>
                </a:r>
                <a14:m>
                  <m:oMath xmlns:m="http://schemas.openxmlformats.org/officeDocument/2006/math">
                    <m:r>
                      <a:rPr lang="de-DE" sz="32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DE" sz="3200" dirty="0"/>
                  <a:t> *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de-DE" sz="3200" dirty="0"/>
                  <a:t>           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            </m:t>
                    </m:r>
                  </m:oMath>
                </a14:m>
                <a:r>
                  <a:rPr lang="de-DE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de-DE" sz="3200" dirty="0"/>
                  <a:t>             ) </a:t>
                </a:r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7F3E54B6-F0F4-1E03-78B5-119FA4891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1" y="5893685"/>
                <a:ext cx="10909653" cy="621645"/>
              </a:xfrm>
              <a:prstGeom prst="rect">
                <a:avLst/>
              </a:prstGeom>
              <a:blipFill>
                <a:blip r:embed="rId2"/>
                <a:stretch>
                  <a:fillRect l="-1397" t="-5882" r="-447" b="-32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32F0C6C3-4600-389B-1C85-1CF96461C2D4}"/>
              </a:ext>
            </a:extLst>
          </p:cNvPr>
          <p:cNvSpPr txBox="1"/>
          <p:nvPr/>
        </p:nvSpPr>
        <p:spPr>
          <a:xfrm>
            <a:off x="2861023" y="148536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EB0CA4C-C6C1-0D38-F61B-869FEC980222}"/>
                  </a:ext>
                </a:extLst>
              </p:cNvPr>
              <p:cNvSpPr txBox="1"/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EB0CA4C-C6C1-0D38-F61B-869FEC980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960" y="148536"/>
                <a:ext cx="973280" cy="584775"/>
              </a:xfrm>
              <a:prstGeom prst="rect">
                <a:avLst/>
              </a:prstGeom>
              <a:blipFill>
                <a:blip r:embed="rId3"/>
                <a:stretch>
                  <a:fillRect l="-1635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C63D461-26E6-8B6E-5601-887FD28CE9B1}"/>
                  </a:ext>
                </a:extLst>
              </p:cNvPr>
              <p:cNvSpPr txBox="1"/>
              <p:nvPr/>
            </p:nvSpPr>
            <p:spPr>
              <a:xfrm>
                <a:off x="6396904" y="55525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C63D461-26E6-8B6E-5601-887FD28CE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904" y="555256"/>
                <a:ext cx="982770" cy="584775"/>
              </a:xfrm>
              <a:prstGeom prst="rect">
                <a:avLst/>
              </a:prstGeom>
              <a:blipFill>
                <a:blip r:embed="rId4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feld 15">
            <a:extLst>
              <a:ext uri="{FF2B5EF4-FFF2-40B4-BE49-F238E27FC236}">
                <a16:creationId xmlns:a16="http://schemas.microsoft.com/office/drawing/2014/main" id="{E66162BB-0390-0E37-0D12-C73A08866404}"/>
              </a:ext>
            </a:extLst>
          </p:cNvPr>
          <p:cNvSpPr txBox="1"/>
          <p:nvPr/>
        </p:nvSpPr>
        <p:spPr>
          <a:xfrm>
            <a:off x="1427013" y="966737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8DE559C0-F7DB-51CA-13CA-3184967FB24A}"/>
                  </a:ext>
                </a:extLst>
              </p:cNvPr>
              <p:cNvSpPr txBox="1"/>
              <p:nvPr/>
            </p:nvSpPr>
            <p:spPr>
              <a:xfrm>
                <a:off x="6403298" y="966736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8DE559C0-F7DB-51CA-13CA-3184967FB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298" y="966736"/>
                <a:ext cx="982770" cy="584775"/>
              </a:xfrm>
              <a:prstGeom prst="rect">
                <a:avLst/>
              </a:prstGeom>
              <a:blipFill>
                <a:blip r:embed="rId5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feld 46">
            <a:extLst>
              <a:ext uri="{FF2B5EF4-FFF2-40B4-BE49-F238E27FC236}">
                <a16:creationId xmlns:a16="http://schemas.microsoft.com/office/drawing/2014/main" id="{0AB83860-ACC0-7663-E4FF-4BB597BE7D47}"/>
              </a:ext>
            </a:extLst>
          </p:cNvPr>
          <p:cNvSpPr txBox="1"/>
          <p:nvPr/>
        </p:nvSpPr>
        <p:spPr>
          <a:xfrm>
            <a:off x="2865292" y="136448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D468777A-36B9-95CE-3605-CD8D29AA055C}"/>
                  </a:ext>
                </a:extLst>
              </p:cNvPr>
              <p:cNvSpPr txBox="1"/>
              <p:nvPr/>
            </p:nvSpPr>
            <p:spPr>
              <a:xfrm>
                <a:off x="6422110" y="1358339"/>
                <a:ext cx="96520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D468777A-36B9-95CE-3605-CD8D29AA0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1358339"/>
                <a:ext cx="965201" cy="584775"/>
              </a:xfrm>
              <a:prstGeom prst="rect">
                <a:avLst/>
              </a:prstGeom>
              <a:blipFill>
                <a:blip r:embed="rId6"/>
                <a:stretch>
                  <a:fillRect l="-15723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feld 50">
            <a:extLst>
              <a:ext uri="{FF2B5EF4-FFF2-40B4-BE49-F238E27FC236}">
                <a16:creationId xmlns:a16="http://schemas.microsoft.com/office/drawing/2014/main" id="{1513CEAB-B551-5650-3D20-FD3D9E89AD23}"/>
              </a:ext>
            </a:extLst>
          </p:cNvPr>
          <p:cNvSpPr txBox="1"/>
          <p:nvPr/>
        </p:nvSpPr>
        <p:spPr>
          <a:xfrm>
            <a:off x="4301387" y="1742478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8E03BE35-F677-4D0A-B7CD-8DCD4CFBBE18}"/>
                  </a:ext>
                </a:extLst>
              </p:cNvPr>
              <p:cNvSpPr txBox="1"/>
              <p:nvPr/>
            </p:nvSpPr>
            <p:spPr>
              <a:xfrm>
                <a:off x="6422110" y="1737311"/>
                <a:ext cx="9827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8E03BE35-F677-4D0A-B7CD-8DCD4CFBB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10" y="1737311"/>
                <a:ext cx="982770" cy="584775"/>
              </a:xfrm>
              <a:prstGeom prst="rect">
                <a:avLst/>
              </a:prstGeom>
              <a:blipFill>
                <a:blip r:embed="rId7"/>
                <a:stretch>
                  <a:fillRect l="-15432" t="-12500" b="-343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DF33B5A9-11CC-CE17-0E09-7A6783BE614B}"/>
                  </a:ext>
                </a:extLst>
              </p:cNvPr>
              <p:cNvSpPr txBox="1"/>
              <p:nvPr/>
            </p:nvSpPr>
            <p:spPr>
              <a:xfrm>
                <a:off x="657705" y="129660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DF33B5A9-11CC-CE17-0E09-7A6783BE6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129660"/>
                <a:ext cx="71872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7DBBA8C3-6707-B652-E409-0D1208E33846}"/>
                  </a:ext>
                </a:extLst>
              </p:cNvPr>
              <p:cNvSpPr txBox="1"/>
              <p:nvPr/>
            </p:nvSpPr>
            <p:spPr>
              <a:xfrm>
                <a:off x="657705" y="558285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7DBBA8C3-6707-B652-E409-0D1208E33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558285"/>
                <a:ext cx="718723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C0A04842-A924-2DDF-1DBF-4EAFAC2D90B0}"/>
                  </a:ext>
                </a:extLst>
              </p:cNvPr>
              <p:cNvSpPr txBox="1"/>
              <p:nvPr/>
            </p:nvSpPr>
            <p:spPr>
              <a:xfrm>
                <a:off x="657705" y="966735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C0A04842-A924-2DDF-1DBF-4EAFAC2D9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5" y="966735"/>
                <a:ext cx="718723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60172FA9-7C84-5FAC-79A7-07FC39BEB87C}"/>
                  </a:ext>
                </a:extLst>
              </p:cNvPr>
              <p:cNvSpPr txBox="1"/>
              <p:nvPr/>
            </p:nvSpPr>
            <p:spPr>
              <a:xfrm>
                <a:off x="2102223" y="966734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60172FA9-7C84-5FAC-79A7-07FC39BEB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3" y="966734"/>
                <a:ext cx="697883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AA5E26B-C94C-6E08-E227-5DE443A3FCED}"/>
                  </a:ext>
                </a:extLst>
              </p:cNvPr>
              <p:cNvSpPr txBox="1"/>
              <p:nvPr/>
            </p:nvSpPr>
            <p:spPr>
              <a:xfrm>
                <a:off x="2102224" y="1358338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AA5E26B-C94C-6E08-E227-5DE443A3F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224" y="1358338"/>
                <a:ext cx="697883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8548E88D-424A-2A99-E2DF-FF568FD68C30}"/>
                  </a:ext>
                </a:extLst>
              </p:cNvPr>
              <p:cNvSpPr txBox="1"/>
              <p:nvPr/>
            </p:nvSpPr>
            <p:spPr>
              <a:xfrm>
                <a:off x="3490991" y="1358338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8548E88D-424A-2A99-E2DF-FF568FD68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1358338"/>
                <a:ext cx="728341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ED66C08D-5D75-F037-B5B6-BFD9C3DE8DC8}"/>
                  </a:ext>
                </a:extLst>
              </p:cNvPr>
              <p:cNvSpPr txBox="1"/>
              <p:nvPr/>
            </p:nvSpPr>
            <p:spPr>
              <a:xfrm>
                <a:off x="3490991" y="1742477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ED66C08D-5D75-F037-B5B6-BFD9C3DE8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91" y="1742477"/>
                <a:ext cx="728341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5E667EAD-4BFA-16E2-B191-447FD2093219}"/>
                  </a:ext>
                </a:extLst>
              </p:cNvPr>
              <p:cNvSpPr txBox="1"/>
              <p:nvPr/>
            </p:nvSpPr>
            <p:spPr>
              <a:xfrm>
                <a:off x="4949738" y="1706967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5E667EAD-4BFA-16E2-B191-447FD2093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738" y="1706967"/>
                <a:ext cx="701089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77B1AFE7-B905-3542-6C44-130D04ADDACF}"/>
                  </a:ext>
                </a:extLst>
              </p:cNvPr>
              <p:cNvSpPr txBox="1"/>
              <p:nvPr/>
            </p:nvSpPr>
            <p:spPr>
              <a:xfrm>
                <a:off x="4981497" y="129659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77B1AFE7-B905-3542-6C44-130D04ADD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497" y="129659"/>
                <a:ext cx="701089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F2BF8144-36B5-B875-F2A2-94DCEC68D2E6}"/>
                  </a:ext>
                </a:extLst>
              </p:cNvPr>
              <p:cNvSpPr txBox="1"/>
              <p:nvPr/>
            </p:nvSpPr>
            <p:spPr>
              <a:xfrm>
                <a:off x="4144164" y="5912119"/>
                <a:ext cx="7187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F2BF8144-36B5-B875-F2A2-94DCEC68D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164" y="5912119"/>
                <a:ext cx="718723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4FED8C40-E222-B620-6BAB-3EEBFD30DF49}"/>
                  </a:ext>
                </a:extLst>
              </p:cNvPr>
              <p:cNvSpPr txBox="1"/>
              <p:nvPr/>
            </p:nvSpPr>
            <p:spPr>
              <a:xfrm>
                <a:off x="5990454" y="5912118"/>
                <a:ext cx="697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4FED8C40-E222-B620-6BAB-3EEBFD30D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454" y="5912118"/>
                <a:ext cx="697883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75AA69F8-8869-BCBD-3FAC-356AA6122196}"/>
                  </a:ext>
                </a:extLst>
              </p:cNvPr>
              <p:cNvSpPr txBox="1"/>
              <p:nvPr/>
            </p:nvSpPr>
            <p:spPr>
              <a:xfrm>
                <a:off x="7771629" y="5912118"/>
                <a:ext cx="7283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75AA69F8-8869-BCBD-3FAC-356AA6122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629" y="5912118"/>
                <a:ext cx="728341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FAFF8B9E-87D0-2146-557C-FF61CA422FEB}"/>
                  </a:ext>
                </a:extLst>
              </p:cNvPr>
              <p:cNvSpPr txBox="1"/>
              <p:nvPr/>
            </p:nvSpPr>
            <p:spPr>
              <a:xfrm>
                <a:off x="9583262" y="5869701"/>
                <a:ext cx="7010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FAFF8B9E-87D0-2146-557C-FF61CA422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262" y="5869701"/>
                <a:ext cx="701089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4F94DE45-E65E-CCE8-A985-CD8FC1DE71AB}"/>
              </a:ext>
            </a:extLst>
          </p:cNvPr>
          <p:cNvCxnSpPr>
            <a:cxnSpLocks/>
          </p:cNvCxnSpPr>
          <p:nvPr/>
        </p:nvCxnSpPr>
        <p:spPr>
          <a:xfrm>
            <a:off x="7846928" y="62463"/>
            <a:ext cx="0" cy="5157237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600174A-33DA-F51B-53EB-289CD7368380}"/>
                  </a:ext>
                </a:extLst>
              </p:cNvPr>
              <p:cNvSpPr txBox="1"/>
              <p:nvPr/>
            </p:nvSpPr>
            <p:spPr>
              <a:xfrm>
                <a:off x="4621445" y="2600109"/>
                <a:ext cx="2584747" cy="1591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de-DE" sz="3200" dirty="0"/>
                  <a:t>      ≥  0</a:t>
                </a:r>
                <a:endParaRPr lang="de-DE" sz="3200" b="1" dirty="0"/>
              </a:p>
              <a:p>
                <a:pPr algn="r"/>
                <a:endParaRPr lang="de-DE" sz="3200" b="1" dirty="0"/>
              </a:p>
              <a:p>
                <a:pPr algn="r"/>
                <a:endParaRPr lang="de-DE" sz="3200" b="1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600174A-33DA-F51B-53EB-289CD7368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445" y="2600109"/>
                <a:ext cx="2584747" cy="1591269"/>
              </a:xfrm>
              <a:prstGeom prst="rect">
                <a:avLst/>
              </a:prstGeom>
              <a:blipFill>
                <a:blip r:embed="rId21"/>
                <a:stretch>
                  <a:fillRect t="-4598" r="-613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9A07F0ED-E4EB-FF97-1B3E-D59E047AA9D2}"/>
                  </a:ext>
                </a:extLst>
              </p:cNvPr>
              <p:cNvSpPr txBox="1"/>
              <p:nvPr/>
            </p:nvSpPr>
            <p:spPr>
              <a:xfrm>
                <a:off x="4618800" y="2457415"/>
                <a:ext cx="2584747" cy="10988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endParaRPr lang="de-DE" sz="3200" b="1" dirty="0"/>
              </a:p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de-DE" sz="3200" dirty="0"/>
                  <a:t>      ≤  1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9A07F0ED-E4EB-FF97-1B3E-D59E047AA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800" y="2457415"/>
                <a:ext cx="2584747" cy="1098827"/>
              </a:xfrm>
              <a:prstGeom prst="rect">
                <a:avLst/>
              </a:prstGeom>
              <a:blipFill>
                <a:blip r:embed="rId22"/>
                <a:stretch>
                  <a:fillRect r="-5896" b="-161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09729CA-D16B-829B-CCB9-5476B5C29F56}"/>
                  </a:ext>
                </a:extLst>
              </p:cNvPr>
              <p:cNvSpPr txBox="1"/>
              <p:nvPr/>
            </p:nvSpPr>
            <p:spPr>
              <a:xfrm>
                <a:off x="4620880" y="3657384"/>
                <a:ext cx="2582695" cy="606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1,2,3,4,5</m:t>
                        </m:r>
                      </m:sub>
                    </m:sSub>
                  </m:oMath>
                </a14:m>
                <a:r>
                  <a:rPr lang="de-DE" sz="3200" dirty="0"/>
                  <a:t>     ≥  0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09729CA-D16B-829B-CCB9-5476B5C29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880" y="3657384"/>
                <a:ext cx="2582695" cy="606384"/>
              </a:xfrm>
              <a:prstGeom prst="rect">
                <a:avLst/>
              </a:prstGeom>
              <a:blipFill>
                <a:blip r:embed="rId23"/>
                <a:stretch>
                  <a:fillRect t="-12121" r="-5896" b="-303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D4BA4DF-6693-2890-734E-18FCA4B5A61D}"/>
                  </a:ext>
                </a:extLst>
              </p:cNvPr>
              <p:cNvSpPr txBox="1"/>
              <p:nvPr/>
            </p:nvSpPr>
            <p:spPr>
              <a:xfrm>
                <a:off x="4620880" y="3993727"/>
                <a:ext cx="2582695" cy="606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3200" b="0" i="0" smtClean="0">
                            <a:latin typeface="Cambria Math" panose="02040503050406030204" pitchFamily="18" charset="0"/>
                          </a:rPr>
                          <m:t>1,2,3,4,5</m:t>
                        </m:r>
                      </m:sub>
                    </m:sSub>
                  </m:oMath>
                </a14:m>
                <a:r>
                  <a:rPr lang="de-DE" sz="3200" dirty="0"/>
                  <a:t>     ≤  1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D4BA4DF-6693-2890-734E-18FCA4B5A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880" y="3993727"/>
                <a:ext cx="2582695" cy="606384"/>
              </a:xfrm>
              <a:prstGeom prst="rect">
                <a:avLst/>
              </a:prstGeom>
              <a:blipFill>
                <a:blip r:embed="rId24"/>
                <a:stretch>
                  <a:fillRect t="-12000" r="-5896" b="-29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3B3F1183-5311-F6DD-6535-87434D70C970}"/>
              </a:ext>
            </a:extLst>
          </p:cNvPr>
          <p:cNvSpPr txBox="1"/>
          <p:nvPr/>
        </p:nvSpPr>
        <p:spPr>
          <a:xfrm>
            <a:off x="7958157" y="148536"/>
            <a:ext cx="419377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/>
              <a:t>- Einsetzten des Simplex</a:t>
            </a:r>
            <a:br>
              <a:rPr lang="de-DE" sz="3200" dirty="0"/>
            </a:br>
            <a:r>
              <a:rPr lang="de-DE" sz="3200" dirty="0">
                <a:solidFill>
                  <a:schemeClr val="bg1"/>
                </a:solidFill>
              </a:rPr>
              <a:t>..</a:t>
            </a:r>
            <a:r>
              <a:rPr lang="de-DE" sz="3200" dirty="0"/>
              <a:t>Algorithmus</a:t>
            </a:r>
          </a:p>
          <a:p>
            <a:endParaRPr lang="de-DE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1AD6B413-6617-5C00-6600-82C67D095120}"/>
                  </a:ext>
                </a:extLst>
              </p:cNvPr>
              <p:cNvSpPr txBox="1"/>
              <p:nvPr/>
            </p:nvSpPr>
            <p:spPr>
              <a:xfrm>
                <a:off x="7958157" y="1520136"/>
                <a:ext cx="4173643" cy="35394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3200" dirty="0"/>
                  <a:t>- Findet dieser keine</a:t>
                </a:r>
                <a:br>
                  <a:rPr lang="de-DE" sz="3200" dirty="0"/>
                </a:br>
                <a:r>
                  <a:rPr lang="de-DE" sz="3200" dirty="0">
                    <a:solidFill>
                      <a:schemeClr val="bg1"/>
                    </a:solidFill>
                  </a:rPr>
                  <a:t>..</a:t>
                </a:r>
                <a:r>
                  <a:rPr lang="de-DE" sz="3200" dirty="0"/>
                  <a:t>glatte Lösung:</a:t>
                </a:r>
                <a:br>
                  <a:rPr lang="de-DE" sz="3200" dirty="0"/>
                </a:br>
                <a:r>
                  <a:rPr lang="de-DE" sz="3200" dirty="0"/>
                  <a:t>    -Fixieren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auf 0</a:t>
                </a:r>
                <a:br>
                  <a:rPr lang="de-DE" sz="3200" dirty="0"/>
                </a:br>
                <a:r>
                  <a:rPr lang="de-DE" sz="3200" dirty="0">
                    <a:solidFill>
                      <a:schemeClr val="bg1"/>
                    </a:solidFill>
                  </a:rPr>
                  <a:t>….  </a:t>
                </a:r>
                <a:r>
                  <a:rPr lang="de-DE" sz="3200" dirty="0"/>
                  <a:t>-&gt; Erneut Simplex</a:t>
                </a:r>
                <a:br>
                  <a:rPr lang="de-DE" sz="3200" dirty="0"/>
                </a:br>
                <a:r>
                  <a:rPr lang="de-DE" sz="3200" dirty="0"/>
                  <a:t>    -Fixieren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DE" sz="3200" dirty="0"/>
                  <a:t> auf 1</a:t>
                </a:r>
                <a:br>
                  <a:rPr lang="de-DE" sz="3200" dirty="0"/>
                </a:br>
                <a:r>
                  <a:rPr lang="de-DE" sz="3200" dirty="0">
                    <a:solidFill>
                      <a:schemeClr val="bg1"/>
                    </a:solidFill>
                  </a:rPr>
                  <a:t>….  </a:t>
                </a:r>
                <a:r>
                  <a:rPr lang="de-DE" sz="3200" dirty="0"/>
                  <a:t>-&gt; Erneut Simplex</a:t>
                </a:r>
              </a:p>
              <a:p>
                <a:endParaRPr lang="de-DE" sz="3200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1AD6B413-6617-5C00-6600-82C67D095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157" y="1520136"/>
                <a:ext cx="4173643" cy="3539430"/>
              </a:xfrm>
              <a:prstGeom prst="rect">
                <a:avLst/>
              </a:prstGeom>
              <a:blipFill>
                <a:blip r:embed="rId25"/>
                <a:stretch>
                  <a:fillRect l="-3650" t="-2238" r="-292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895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85E1D-190F-0FDF-325D-7DA2D8709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3531B7B-C388-9FF6-74A8-ADFD2AEDF1D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52475" y="323849"/>
                <a:ext cx="10744200" cy="1847851"/>
              </a:xfrm>
            </p:spPr>
            <p:txBody>
              <a:bodyPr>
                <a:normAutofit/>
              </a:bodyPr>
              <a:lstStyle/>
              <a:p>
                <a:r>
                  <a:rPr lang="de-DE" sz="3200" dirty="0"/>
                  <a:t>Solange keine glatte Lösung gefunden wurde, werden immer weiter Variablen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de-DE" sz="3200" dirty="0"/>
                  <a:t> fixiert: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3531B7B-C388-9FF6-74A8-ADFD2AEDF1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52475" y="323849"/>
                <a:ext cx="10744200" cy="1847851"/>
              </a:xfrm>
              <a:blipFill>
                <a:blip r:embed="rId2"/>
                <a:stretch>
                  <a:fillRect l="-14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lipse 3">
            <a:extLst>
              <a:ext uri="{FF2B5EF4-FFF2-40B4-BE49-F238E27FC236}">
                <a16:creationId xmlns:a16="http://schemas.microsoft.com/office/drawing/2014/main" id="{B221AAAF-E7BC-1282-0206-D5658B73A50B}"/>
              </a:ext>
            </a:extLst>
          </p:cNvPr>
          <p:cNvSpPr>
            <a:spLocks noChangeAspect="1"/>
          </p:cNvSpPr>
          <p:nvPr/>
        </p:nvSpPr>
        <p:spPr>
          <a:xfrm>
            <a:off x="5826000" y="1730250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b="1" dirty="0">
              <a:solidFill>
                <a:schemeClr val="tx1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F1F88F3-78FC-5A68-9F4C-C1AA029D382E}"/>
              </a:ext>
            </a:extLst>
          </p:cNvPr>
          <p:cNvSpPr>
            <a:spLocks noChangeAspect="1"/>
          </p:cNvSpPr>
          <p:nvPr/>
        </p:nvSpPr>
        <p:spPr>
          <a:xfrm>
            <a:off x="3320926" y="2768475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b="1" dirty="0">
              <a:solidFill>
                <a:schemeClr val="tx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BAD1739-169E-3083-DC29-FC5DF178496B}"/>
              </a:ext>
            </a:extLst>
          </p:cNvPr>
          <p:cNvSpPr>
            <a:spLocks noChangeAspect="1"/>
          </p:cNvSpPr>
          <p:nvPr/>
        </p:nvSpPr>
        <p:spPr>
          <a:xfrm>
            <a:off x="8359650" y="2768475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b="1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A6CD665-471E-690B-BAAF-0B15DB7A64D3}"/>
              </a:ext>
            </a:extLst>
          </p:cNvPr>
          <p:cNvSpPr>
            <a:spLocks noChangeAspect="1"/>
          </p:cNvSpPr>
          <p:nvPr/>
        </p:nvSpPr>
        <p:spPr>
          <a:xfrm>
            <a:off x="4654426" y="4146301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b="1" dirty="0">
              <a:solidFill>
                <a:schemeClr val="tx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E720CC9-D691-0004-11DE-770FD688E5A1}"/>
              </a:ext>
            </a:extLst>
          </p:cNvPr>
          <p:cNvSpPr>
            <a:spLocks noChangeAspect="1"/>
          </p:cNvSpPr>
          <p:nvPr/>
        </p:nvSpPr>
        <p:spPr>
          <a:xfrm>
            <a:off x="1949326" y="4146301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b="1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C0D7625-F4F9-0C14-1266-AA8A2C1F2007}"/>
              </a:ext>
            </a:extLst>
          </p:cNvPr>
          <p:cNvSpPr>
            <a:spLocks noChangeAspect="1"/>
          </p:cNvSpPr>
          <p:nvPr/>
        </p:nvSpPr>
        <p:spPr>
          <a:xfrm>
            <a:off x="9702676" y="4146301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b="1" dirty="0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F3322F6-0486-DA45-A078-08F325539484}"/>
              </a:ext>
            </a:extLst>
          </p:cNvPr>
          <p:cNvSpPr>
            <a:spLocks noChangeAspect="1"/>
          </p:cNvSpPr>
          <p:nvPr/>
        </p:nvSpPr>
        <p:spPr>
          <a:xfrm>
            <a:off x="6997576" y="4146301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b="1" dirty="0">
              <a:solidFill>
                <a:schemeClr val="tx1"/>
              </a:solidFill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D586997-C816-FCAF-456B-F34A78716A17}"/>
              </a:ext>
            </a:extLst>
          </p:cNvPr>
          <p:cNvCxnSpPr>
            <a:cxnSpLocks/>
            <a:stCxn id="4" idx="2"/>
            <a:endCxn id="6" idx="7"/>
          </p:cNvCxnSpPr>
          <p:nvPr/>
        </p:nvCxnSpPr>
        <p:spPr>
          <a:xfrm flipH="1">
            <a:off x="3781845" y="2000250"/>
            <a:ext cx="2044155" cy="847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5271B99-6217-458A-F6CB-16ECBE734181}"/>
              </a:ext>
            </a:extLst>
          </p:cNvPr>
          <p:cNvCxnSpPr>
            <a:cxnSpLocks/>
            <a:stCxn id="4" idx="6"/>
            <a:endCxn id="7" idx="1"/>
          </p:cNvCxnSpPr>
          <p:nvPr/>
        </p:nvCxnSpPr>
        <p:spPr>
          <a:xfrm>
            <a:off x="6366000" y="2000250"/>
            <a:ext cx="2072731" cy="847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08AF24D0-401B-DEE1-6E71-B9515AFBBF5B}"/>
              </a:ext>
            </a:extLst>
          </p:cNvPr>
          <p:cNvCxnSpPr>
            <a:cxnSpLocks/>
            <a:stCxn id="6" idx="5"/>
            <a:endCxn id="10" idx="1"/>
          </p:cNvCxnSpPr>
          <p:nvPr/>
        </p:nvCxnSpPr>
        <p:spPr>
          <a:xfrm>
            <a:off x="3781845" y="3229394"/>
            <a:ext cx="951662" cy="995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CDBE3B9C-AC9E-B1EC-B8C6-004343C98A0A}"/>
              </a:ext>
            </a:extLst>
          </p:cNvPr>
          <p:cNvCxnSpPr>
            <a:cxnSpLocks/>
            <a:stCxn id="6" idx="3"/>
            <a:endCxn id="11" idx="7"/>
          </p:cNvCxnSpPr>
          <p:nvPr/>
        </p:nvCxnSpPr>
        <p:spPr>
          <a:xfrm flipH="1">
            <a:off x="2410245" y="3229394"/>
            <a:ext cx="989762" cy="995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618C7762-37AD-57F3-4654-23448FCC7690}"/>
              </a:ext>
            </a:extLst>
          </p:cNvPr>
          <p:cNvCxnSpPr>
            <a:cxnSpLocks/>
            <a:stCxn id="7" idx="5"/>
            <a:endCxn id="12" idx="1"/>
          </p:cNvCxnSpPr>
          <p:nvPr/>
        </p:nvCxnSpPr>
        <p:spPr>
          <a:xfrm>
            <a:off x="8820569" y="3229394"/>
            <a:ext cx="961188" cy="995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E39EFDAF-FC42-86B0-A6B1-05CB5789C016}"/>
              </a:ext>
            </a:extLst>
          </p:cNvPr>
          <p:cNvCxnSpPr>
            <a:cxnSpLocks/>
            <a:stCxn id="7" idx="3"/>
            <a:endCxn id="13" idx="7"/>
          </p:cNvCxnSpPr>
          <p:nvPr/>
        </p:nvCxnSpPr>
        <p:spPr>
          <a:xfrm flipH="1">
            <a:off x="7458495" y="3229394"/>
            <a:ext cx="980236" cy="995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18FF2991-21C7-A112-CE2E-77F68CB79C37}"/>
              </a:ext>
            </a:extLst>
          </p:cNvPr>
          <p:cNvCxnSpPr>
            <a:cxnSpLocks/>
            <a:stCxn id="13" idx="3"/>
          </p:cNvCxnSpPr>
          <p:nvPr/>
        </p:nvCxnSpPr>
        <p:spPr>
          <a:xfrm flipH="1">
            <a:off x="6638925" y="4607220"/>
            <a:ext cx="432000" cy="86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26D85977-D2C8-FBC7-D391-7ACC5E5AB5D8}"/>
              </a:ext>
            </a:extLst>
          </p:cNvPr>
          <p:cNvCxnSpPr>
            <a:cxnSpLocks/>
          </p:cNvCxnSpPr>
          <p:nvPr/>
        </p:nvCxnSpPr>
        <p:spPr>
          <a:xfrm flipH="1">
            <a:off x="4286708" y="4595760"/>
            <a:ext cx="432000" cy="86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D1168AE-3985-9BB9-1385-1A0A82C353B6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7458495" y="4607220"/>
            <a:ext cx="432000" cy="86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55B58D46-C919-8D8D-CEF5-B244E96BF336}"/>
              </a:ext>
            </a:extLst>
          </p:cNvPr>
          <p:cNvCxnSpPr>
            <a:cxnSpLocks/>
            <a:stCxn id="10" idx="5"/>
          </p:cNvCxnSpPr>
          <p:nvPr/>
        </p:nvCxnSpPr>
        <p:spPr>
          <a:xfrm>
            <a:off x="5115344" y="4607220"/>
            <a:ext cx="432000" cy="86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5F6E67CC-A901-2846-E714-DB843D0E1211}"/>
              </a:ext>
            </a:extLst>
          </p:cNvPr>
          <p:cNvCxnSpPr>
            <a:cxnSpLocks/>
            <a:stCxn id="11" idx="5"/>
          </p:cNvCxnSpPr>
          <p:nvPr/>
        </p:nvCxnSpPr>
        <p:spPr>
          <a:xfrm>
            <a:off x="2410244" y="4607220"/>
            <a:ext cx="432000" cy="86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F1745A53-050E-33DD-7EF0-E4F0F1C6CE9E}"/>
              </a:ext>
            </a:extLst>
          </p:cNvPr>
          <p:cNvCxnSpPr>
            <a:cxnSpLocks/>
          </p:cNvCxnSpPr>
          <p:nvPr/>
        </p:nvCxnSpPr>
        <p:spPr>
          <a:xfrm flipH="1">
            <a:off x="1598761" y="4588665"/>
            <a:ext cx="432000" cy="86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C4A69F58-CD53-4EE8-27F3-934A6671B4FF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10163594" y="4607220"/>
            <a:ext cx="432000" cy="86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5E4A0554-1DAE-73D0-E636-760ACE9352D0}"/>
              </a:ext>
            </a:extLst>
          </p:cNvPr>
          <p:cNvCxnSpPr>
            <a:cxnSpLocks/>
          </p:cNvCxnSpPr>
          <p:nvPr/>
        </p:nvCxnSpPr>
        <p:spPr>
          <a:xfrm flipH="1">
            <a:off x="9340726" y="4607220"/>
            <a:ext cx="432000" cy="86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itel 1">
            <a:extLst>
              <a:ext uri="{FF2B5EF4-FFF2-40B4-BE49-F238E27FC236}">
                <a16:creationId xmlns:a16="http://schemas.microsoft.com/office/drawing/2014/main" id="{D2FF86CB-526D-8240-ACE1-5BC912B3636C}"/>
              </a:ext>
            </a:extLst>
          </p:cNvPr>
          <p:cNvSpPr txBox="1">
            <a:spLocks/>
          </p:cNvSpPr>
          <p:nvPr/>
        </p:nvSpPr>
        <p:spPr>
          <a:xfrm>
            <a:off x="5852693" y="5667376"/>
            <a:ext cx="543764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D1087AB0-7730-75B3-48AF-D8008EEDFE67}"/>
                  </a:ext>
                </a:extLst>
              </p:cNvPr>
              <p:cNvSpPr txBox="1"/>
              <p:nvPr/>
            </p:nvSpPr>
            <p:spPr>
              <a:xfrm>
                <a:off x="3437668" y="1966828"/>
                <a:ext cx="14805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D1087AB0-7730-75B3-48AF-D8008EEDF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668" y="1966828"/>
                <a:ext cx="148053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E73B160E-390F-87A0-63B9-6B0F8956BE28}"/>
                  </a:ext>
                </a:extLst>
              </p:cNvPr>
              <p:cNvSpPr txBox="1"/>
              <p:nvPr/>
            </p:nvSpPr>
            <p:spPr>
              <a:xfrm>
                <a:off x="7429921" y="1968763"/>
                <a:ext cx="14805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E73B160E-390F-87A0-63B9-6B0F8956B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921" y="1968763"/>
                <a:ext cx="148053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DA0A0BF1-E0AB-1E5D-00CD-1B14F5AB860E}"/>
                  </a:ext>
                </a:extLst>
              </p:cNvPr>
              <p:cNvSpPr txBox="1"/>
              <p:nvPr/>
            </p:nvSpPr>
            <p:spPr>
              <a:xfrm>
                <a:off x="4242764" y="3229394"/>
                <a:ext cx="14741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DA0A0BF1-E0AB-1E5D-00CD-1B14F5AB8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764" y="3229394"/>
                <a:ext cx="147412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0F661768-0A87-E428-DD2A-8511A2EF805D}"/>
                  </a:ext>
                </a:extLst>
              </p:cNvPr>
              <p:cNvSpPr txBox="1"/>
              <p:nvPr/>
            </p:nvSpPr>
            <p:spPr>
              <a:xfrm>
                <a:off x="1674206" y="3236984"/>
                <a:ext cx="14741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0F661768-0A87-E428-DD2A-8511A2EF8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206" y="3236984"/>
                <a:ext cx="1474121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A369BF57-4B4C-B0DD-17F5-9B5BEC6FBDC6}"/>
                  </a:ext>
                </a:extLst>
              </p:cNvPr>
              <p:cNvSpPr txBox="1"/>
              <p:nvPr/>
            </p:nvSpPr>
            <p:spPr>
              <a:xfrm>
                <a:off x="9243389" y="3229394"/>
                <a:ext cx="14741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A369BF57-4B4C-B0DD-17F5-9B5BEC6FB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389" y="3229394"/>
                <a:ext cx="1474121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CDF4F041-FBE3-5B66-BE3E-907803E2CA9E}"/>
                  </a:ext>
                </a:extLst>
              </p:cNvPr>
              <p:cNvSpPr txBox="1"/>
              <p:nvPr/>
            </p:nvSpPr>
            <p:spPr>
              <a:xfrm>
                <a:off x="6674831" y="3236984"/>
                <a:ext cx="14741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de-DE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sz="3200" dirty="0"/>
                  <a:t> </a:t>
                </a:r>
                <a:endParaRPr lang="de-DE" sz="3200" b="1" dirty="0"/>
              </a:p>
            </p:txBody>
          </p:sp>
        </mc:Choice>
        <mc:Fallback xmlns="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CDF4F041-FBE3-5B66-BE3E-907803E2C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831" y="3236984"/>
                <a:ext cx="1474121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1490204"/>
      </p:ext>
    </p:extLst>
  </p:cSld>
  <p:clrMapOvr>
    <a:masterClrMapping/>
  </p:clrMapOvr>
  <p:transition spd="slow">
    <p:push dir="u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8216F266-99BA-2B64-AF62-F2347CEC36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843213" y="835026"/>
                <a:ext cx="6505575" cy="2327273"/>
              </a:xfrm>
            </p:spPr>
            <p:txBody>
              <a:bodyPr>
                <a:normAutofit/>
              </a:bodyPr>
              <a:lstStyle/>
              <a:p>
                <a:r>
                  <a:rPr lang="de-DE" sz="3200" dirty="0"/>
                  <a:t>Simplex-Algorithmus hat die </a:t>
                </a:r>
                <a:r>
                  <a:rPr lang="de-DE" sz="3200" dirty="0" err="1"/>
                  <a:t>Worst</a:t>
                </a:r>
                <a:r>
                  <a:rPr lang="de-DE" sz="3200" dirty="0"/>
                  <a:t> Case Komplexität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32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de-DE" sz="3200" dirty="0"/>
                  <a:t>)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8216F266-99BA-2B64-AF62-F2347CEC36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843213" y="835026"/>
                <a:ext cx="6505575" cy="2327273"/>
              </a:xfrm>
              <a:blipFill>
                <a:blip r:embed="rId2"/>
                <a:stretch>
                  <a:fillRect l="-23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el 1">
            <a:extLst>
              <a:ext uri="{FF2B5EF4-FFF2-40B4-BE49-F238E27FC236}">
                <a16:creationId xmlns:a16="http://schemas.microsoft.com/office/drawing/2014/main" id="{0E379EEE-17F0-B74A-CEAD-CEBF1DE1A0A1}"/>
              </a:ext>
            </a:extLst>
          </p:cNvPr>
          <p:cNvSpPr txBox="1">
            <a:spLocks/>
          </p:cNvSpPr>
          <p:nvPr/>
        </p:nvSpPr>
        <p:spPr>
          <a:xfrm>
            <a:off x="2124074" y="-850901"/>
            <a:ext cx="7943852" cy="337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400" b="1" dirty="0"/>
              <a:t>Komplexität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F54F262-F4BA-32B0-1533-3A92E642AC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43213" y="2244726"/>
                <a:ext cx="6505575" cy="232727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de-DE" sz="3200" dirty="0"/>
                  <a:t>Im Worst Case wird dieser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32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sz="320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de-DE" sz="3200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de-DE" sz="3200" dirty="0"/>
                  <a:t>1 mal durchgeführt</a:t>
                </a: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F54F262-F4BA-32B0-1533-3A92E642A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213" y="2244726"/>
                <a:ext cx="6505575" cy="2327273"/>
              </a:xfrm>
              <a:prstGeom prst="rect">
                <a:avLst/>
              </a:prstGeom>
              <a:blipFill>
                <a:blip r:embed="rId3"/>
                <a:stretch>
                  <a:fillRect l="-23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050625A0-AB7E-523B-E1F9-3B26F9130F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43212" y="3559176"/>
                <a:ext cx="6505575" cy="232727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de-DE" sz="3200" dirty="0"/>
                  <a:t>Also erhalten wir eine Gesamt-Komplexität von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32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de-DE" sz="3200" dirty="0"/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32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de-DE" sz="3200" dirty="0"/>
                  <a:t>)</a:t>
                </a:r>
              </a:p>
            </p:txBody>
          </p:sp>
        </mc:Choice>
        <mc:Fallback xmlns="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050625A0-AB7E-523B-E1F9-3B26F9130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212" y="3559176"/>
                <a:ext cx="6505575" cy="2327273"/>
              </a:xfrm>
              <a:prstGeom prst="rect">
                <a:avLst/>
              </a:prstGeom>
              <a:blipFill>
                <a:blip r:embed="rId4"/>
                <a:stretch>
                  <a:fillRect l="-23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097166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3399</Words>
  <Application>Microsoft Office PowerPoint</Application>
  <PresentationFormat>Breitbild</PresentationFormat>
  <Paragraphs>1130</Paragraphs>
  <Slides>88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88</vt:i4>
      </vt:variant>
    </vt:vector>
  </HeadingPairs>
  <TitlesOfParts>
    <vt:vector size="93" baseType="lpstr">
      <vt:lpstr>Aptos</vt:lpstr>
      <vt:lpstr>Aptos Display</vt:lpstr>
      <vt:lpstr>Arial</vt:lpstr>
      <vt:lpstr>Cambria Math</vt:lpstr>
      <vt:lpstr>Office</vt:lpstr>
      <vt:lpstr>3 Lösungs-Ansätze</vt:lpstr>
      <vt:lpstr>PowerPoint-Präsentation</vt:lpstr>
      <vt:lpstr>PowerPoint-Präsentation</vt:lpstr>
      <vt:lpstr>PowerPoint-Präsentation</vt:lpstr>
      <vt:lpstr>PowerPoint-Präsentation</vt:lpstr>
      <vt:lpstr>Säulen-Pruning</vt:lpstr>
      <vt:lpstr>Säulen-Pruning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1. Logik Ansatz</vt:lpstr>
      <vt:lpstr>PowerPoint-Präsentation</vt:lpstr>
      <vt:lpstr>PowerPoint-Präsentation</vt:lpstr>
      <vt:lpstr>PowerPoint-Präsentation</vt:lpstr>
      <vt:lpstr>2. Lattice Ansatz</vt:lpstr>
      <vt:lpstr>PowerPoint-Präsentation</vt:lpstr>
      <vt:lpstr>PowerPoint-Präsentation</vt:lpstr>
      <vt:lpstr>PowerPoint-Präsentation</vt:lpstr>
      <vt:lpstr>174.224.571.863.520.493.293.247.799.005.065.324.265.471  =1,74〖 ∗10〗^41 Möglichkeiten</vt:lpstr>
      <vt:lpstr>2.1 Lattice Ansatz Prozentual</vt:lpstr>
      <vt:lpstr>Validierung</vt:lpstr>
      <vt:lpstr>Gegeben:     -Gewünschte Abdeckungsrate 〖 p〗_ideal                       -Zu prüfende Knoten Menge     v</vt:lpstr>
      <vt:lpstr>Top Down</vt:lpstr>
      <vt:lpstr>1.) Starte mit Top Level Kandidaten X = S  2.) Generiere Kandidaten ∀A∈S:X/A nur wenn ……alle Spezialisierungen Valide sind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Ergebnis:</vt:lpstr>
      <vt:lpstr>Bottom Up</vt:lpstr>
      <vt:lpstr>1.) Starte mit unären Kandidaten ∀A∈S  2.) Generiere Kandidaten X nur wenn ∀A∈S:X/A       invalide sind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Abd(A,D) = 0.8</vt:lpstr>
      <vt:lpstr>Abd(A,D) = 0.8</vt:lpstr>
      <vt:lpstr>Bottom Up gleicht hier im Kontext einer Art Brute Force Ansatz </vt:lpstr>
      <vt:lpstr>Random Walk</vt:lpstr>
      <vt:lpstr>1.) Starte mit zufälligem Kandidaten X  2.) Ist X valide: Top Down, sonst: Bottom Up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Ergebnis:</vt:lpstr>
      <vt:lpstr>2.1 Lattice Ansatz Absolut</vt:lpstr>
      <vt:lpstr>PowerPoint-Präsentation</vt:lpstr>
      <vt:lpstr>PowerPoint-Präsentation</vt:lpstr>
      <vt:lpstr>≈11.811.992.587.857.559.144.487.432.770.927.051.864.5000  =1,18〖 ∗10〗^40 Möglichkeiten</vt:lpstr>
      <vt:lpstr>PowerPoint-Präsentation</vt:lpstr>
      <vt:lpstr>PowerPoint-Präsentation</vt:lpstr>
      <vt:lpstr>PowerPoint-Präsentation</vt:lpstr>
      <vt:lpstr>Tabu Search</vt:lpstr>
      <vt:lpstr>Initialisiere θ_0 ; k = 0 while(Abbruchkriterium nicht erfüllt){  Identifiziere N(θ_k )  Wähle θ_c⊂ N(θ_k )  if(θ_c akzeptiert){    θ_(k+1)= θ_c  }else{    θ_(k+1)= θ_k  }  k++; }</vt:lpstr>
      <vt:lpstr>1.) Kandidaten-Raum R ̅  wird generiert über das Tauschen von Bits 2.) Kandidat θ_C = Bit-Folge mit höchsten Abd Score in R ̅   3.) θ_C wird immer akzeptiert 4.) Vollzogener Bit-Tausch landet auf Tabu Liste für n Runden 5.) Optimaler Kandidat wird im Hintergrund mitgeschrieben 6.) Bricht ab, wenn m Runden lang kein neues Optimum gefunden ……wurde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Das Optimum wurde gefunden -&gt; Der Algorithmus würde nun noch n Runden durchrechnen. Er ….würde kein neues Optimum finden und terminieren</vt:lpstr>
      <vt:lpstr>3. Lineare Optimierung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Simplex Algorithmus Branch and Bound</vt:lpstr>
      <vt:lpstr>PowerPoint-Präsentation</vt:lpstr>
      <vt:lpstr>PowerPoint-Präsentation</vt:lpstr>
      <vt:lpstr>Solange keine glatte Lösung gefunden wurde, werden immer weiter Variablen x_i fixiert:</vt:lpstr>
      <vt:lpstr>Simplex-Algorithmus hat die Worst Case Komplexität O(2^n)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 Nuhn</dc:creator>
  <cp:lastModifiedBy>Philipp Nuhn</cp:lastModifiedBy>
  <cp:revision>4</cp:revision>
  <dcterms:created xsi:type="dcterms:W3CDTF">2025-09-22T05:33:28Z</dcterms:created>
  <dcterms:modified xsi:type="dcterms:W3CDTF">2025-09-26T12:55:11Z</dcterms:modified>
</cp:coreProperties>
</file>