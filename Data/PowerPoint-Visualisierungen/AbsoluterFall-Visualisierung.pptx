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2"/>
  </p:notesMasterIdLst>
  <p:sldIdLst>
    <p:sldId id="257" r:id="rId2"/>
    <p:sldId id="256" r:id="rId3"/>
    <p:sldId id="400" r:id="rId4"/>
    <p:sldId id="401" r:id="rId5"/>
    <p:sldId id="258" r:id="rId6"/>
    <p:sldId id="259" r:id="rId7"/>
    <p:sldId id="260" r:id="rId8"/>
    <p:sldId id="265" r:id="rId9"/>
    <p:sldId id="261" r:id="rId10"/>
    <p:sldId id="262" r:id="rId11"/>
    <p:sldId id="266" r:id="rId12"/>
    <p:sldId id="264" r:id="rId13"/>
    <p:sldId id="263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403" r:id="rId28"/>
    <p:sldId id="405" r:id="rId29"/>
    <p:sldId id="280" r:id="rId30"/>
    <p:sldId id="283" r:id="rId31"/>
    <p:sldId id="284" r:id="rId32"/>
    <p:sldId id="281" r:id="rId33"/>
    <p:sldId id="282" r:id="rId34"/>
    <p:sldId id="288" r:id="rId35"/>
    <p:sldId id="285" r:id="rId36"/>
    <p:sldId id="287" r:id="rId37"/>
    <p:sldId id="289" r:id="rId38"/>
    <p:sldId id="290" r:id="rId39"/>
    <p:sldId id="291" r:id="rId40"/>
    <p:sldId id="292" r:id="rId41"/>
    <p:sldId id="293" r:id="rId42"/>
    <p:sldId id="294" r:id="rId43"/>
    <p:sldId id="286" r:id="rId44"/>
    <p:sldId id="295" r:id="rId45"/>
    <p:sldId id="296" r:id="rId46"/>
    <p:sldId id="298" r:id="rId47"/>
    <p:sldId id="297" r:id="rId48"/>
    <p:sldId id="326" r:id="rId49"/>
    <p:sldId id="327" r:id="rId50"/>
    <p:sldId id="329" r:id="rId51"/>
    <p:sldId id="330" r:id="rId52"/>
    <p:sldId id="331" r:id="rId53"/>
    <p:sldId id="332" r:id="rId54"/>
    <p:sldId id="333" r:id="rId55"/>
    <p:sldId id="334" r:id="rId56"/>
    <p:sldId id="335" r:id="rId57"/>
    <p:sldId id="336" r:id="rId58"/>
    <p:sldId id="337" r:id="rId59"/>
    <p:sldId id="338" r:id="rId60"/>
    <p:sldId id="339" r:id="rId61"/>
    <p:sldId id="340" r:id="rId62"/>
    <p:sldId id="341" r:id="rId63"/>
    <p:sldId id="366" r:id="rId64"/>
    <p:sldId id="342" r:id="rId65"/>
    <p:sldId id="343" r:id="rId66"/>
    <p:sldId id="344" r:id="rId67"/>
    <p:sldId id="345" r:id="rId68"/>
    <p:sldId id="346" r:id="rId69"/>
    <p:sldId id="347" r:id="rId70"/>
    <p:sldId id="348" r:id="rId71"/>
    <p:sldId id="349" r:id="rId72"/>
    <p:sldId id="350" r:id="rId73"/>
    <p:sldId id="351" r:id="rId74"/>
    <p:sldId id="352" r:id="rId75"/>
    <p:sldId id="353" r:id="rId76"/>
    <p:sldId id="354" r:id="rId77"/>
    <p:sldId id="355" r:id="rId78"/>
    <p:sldId id="356" r:id="rId79"/>
    <p:sldId id="357" r:id="rId80"/>
    <p:sldId id="358" r:id="rId81"/>
    <p:sldId id="359" r:id="rId82"/>
    <p:sldId id="360" r:id="rId83"/>
    <p:sldId id="361" r:id="rId84"/>
    <p:sldId id="362" r:id="rId85"/>
    <p:sldId id="363" r:id="rId86"/>
    <p:sldId id="364" r:id="rId87"/>
    <p:sldId id="365" r:id="rId88"/>
    <p:sldId id="407" r:id="rId89"/>
    <p:sldId id="409" r:id="rId90"/>
    <p:sldId id="379" r:id="rId91"/>
    <p:sldId id="380" r:id="rId92"/>
    <p:sldId id="381" r:id="rId93"/>
    <p:sldId id="382" r:id="rId94"/>
    <p:sldId id="383" r:id="rId95"/>
    <p:sldId id="384" r:id="rId96"/>
    <p:sldId id="386" r:id="rId97"/>
    <p:sldId id="387" r:id="rId98"/>
    <p:sldId id="388" r:id="rId99"/>
    <p:sldId id="389" r:id="rId100"/>
    <p:sldId id="390" r:id="rId101"/>
    <p:sldId id="391" r:id="rId102"/>
    <p:sldId id="394" r:id="rId103"/>
    <p:sldId id="395" r:id="rId104"/>
    <p:sldId id="396" r:id="rId105"/>
    <p:sldId id="397" r:id="rId106"/>
    <p:sldId id="399" r:id="rId107"/>
    <p:sldId id="411" r:id="rId108"/>
    <p:sldId id="413" r:id="rId109"/>
    <p:sldId id="367" r:id="rId110"/>
    <p:sldId id="368" r:id="rId111"/>
    <p:sldId id="369" r:id="rId112"/>
    <p:sldId id="371" r:id="rId113"/>
    <p:sldId id="372" r:id="rId114"/>
    <p:sldId id="373" r:id="rId115"/>
    <p:sldId id="374" r:id="rId116"/>
    <p:sldId id="375" r:id="rId117"/>
    <p:sldId id="376" r:id="rId118"/>
    <p:sldId id="377" r:id="rId119"/>
    <p:sldId id="378" r:id="rId120"/>
    <p:sldId id="398" r:id="rId1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51248F0-003B-4946-AB6E-B9DEF72416DB}">
          <p14:sldIdLst>
            <p14:sldId id="257"/>
            <p14:sldId id="256"/>
            <p14:sldId id="400"/>
            <p14:sldId id="401"/>
            <p14:sldId id="258"/>
            <p14:sldId id="259"/>
            <p14:sldId id="260"/>
            <p14:sldId id="265"/>
            <p14:sldId id="261"/>
            <p14:sldId id="262"/>
            <p14:sldId id="266"/>
            <p14:sldId id="264"/>
            <p14:sldId id="263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403"/>
            <p14:sldId id="405"/>
            <p14:sldId id="280"/>
            <p14:sldId id="283"/>
            <p14:sldId id="284"/>
            <p14:sldId id="281"/>
            <p14:sldId id="282"/>
            <p14:sldId id="288"/>
            <p14:sldId id="285"/>
            <p14:sldId id="287"/>
            <p14:sldId id="289"/>
            <p14:sldId id="290"/>
            <p14:sldId id="291"/>
            <p14:sldId id="292"/>
            <p14:sldId id="293"/>
            <p14:sldId id="294"/>
            <p14:sldId id="286"/>
            <p14:sldId id="295"/>
            <p14:sldId id="296"/>
            <p14:sldId id="298"/>
            <p14:sldId id="297"/>
            <p14:sldId id="326"/>
            <p14:sldId id="327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66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407"/>
            <p14:sldId id="409"/>
            <p14:sldId id="379"/>
            <p14:sldId id="380"/>
            <p14:sldId id="381"/>
            <p14:sldId id="382"/>
          </p14:sldIdLst>
        </p14:section>
        <p14:section name="Abschnitt ohne Titel" id="{4D0C6733-8981-492D-AE43-EF3F13E4F4F9}">
          <p14:sldIdLst>
            <p14:sldId id="383"/>
            <p14:sldId id="384"/>
            <p14:sldId id="386"/>
            <p14:sldId id="387"/>
            <p14:sldId id="388"/>
            <p14:sldId id="389"/>
            <p14:sldId id="390"/>
            <p14:sldId id="391"/>
            <p14:sldId id="394"/>
            <p14:sldId id="395"/>
            <p14:sldId id="396"/>
            <p14:sldId id="397"/>
            <p14:sldId id="399"/>
            <p14:sldId id="411"/>
            <p14:sldId id="413"/>
            <p14:sldId id="367"/>
            <p14:sldId id="368"/>
            <p14:sldId id="369"/>
            <p14:sldId id="371"/>
            <p14:sldId id="372"/>
            <p14:sldId id="373"/>
            <p14:sldId id="374"/>
            <p14:sldId id="375"/>
            <p14:sldId id="376"/>
            <p14:sldId id="377"/>
            <p14:sldId id="378"/>
            <p14:sldId id="39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  <a:srgbClr val="0000FF"/>
    <a:srgbClr val="FF6600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201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0FDAB7-8FEB-499D-BED1-C2EA35735DE2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4E0589-CFF1-40F0-8B13-A5BD8A0B1C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076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E0589-CFF1-40F0-8B13-A5BD8A0B1CA7}" type="slidenum">
              <a:rPr lang="de-DE" smtClean="0"/>
              <a:t>93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4558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45E63-B210-4E2B-0470-FD8CC16A6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AE93AF2-C4AA-7DF3-B16B-C14FE22186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EAE4B3C-B9E1-2522-3F8A-800840E0AF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9553B6-D33C-1396-A7F5-AFBB62853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E0589-CFF1-40F0-8B13-A5BD8A0B1CA7}" type="slidenum">
              <a:rPr lang="de-DE" smtClean="0"/>
              <a:t>94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902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41A4-D75F-2439-3C7B-F3F50E5CB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472AE1-2BED-1492-BA22-C6965144E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9D50E3A3-9387-990F-5908-D69B08F15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4C92F0-B0CF-16B1-50E9-8AFB86BB35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E0589-CFF1-40F0-8B13-A5BD8A0B1CA7}" type="slidenum">
              <a:rPr lang="de-DE" smtClean="0"/>
              <a:t>95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67881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90BC10-7D1E-03D1-8E4F-2737C3BE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E31E568-01AD-0E11-EB53-27490486F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25D2F95-8F0D-BA6C-00C6-1AD2497816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B0872A5-810E-0986-2A57-BD31468435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E0589-CFF1-40F0-8B13-A5BD8A0B1CA7}" type="slidenum">
              <a:rPr lang="de-DE" smtClean="0"/>
              <a:t>96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0344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8366D-FFE1-048F-A9E6-42EFAC5A7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9E57E22-66F0-2CDE-0604-01582CCD2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A790A7-E17D-1CF3-73C0-F6E02E3C0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B541C80-C738-B2D3-4151-857EBB2B6A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E0589-CFF1-40F0-8B13-A5BD8A0B1CA7}" type="slidenum">
              <a:rPr lang="de-DE" smtClean="0"/>
              <a:t>97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3787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7ED7F-D023-84F9-5DDF-BF8939D11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7B82493-95DA-3563-2959-0CAB366B9B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267C958-7E9F-99DF-CAE4-02DA9E47CD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1CBB964-6566-45B4-21E7-6A57470D1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E0589-CFF1-40F0-8B13-A5BD8A0B1CA7}" type="slidenum">
              <a:rPr lang="de-DE" smtClean="0"/>
              <a:t>98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08021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6D869-1680-50EA-F293-5EA163723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C24752C-F912-765D-9BCF-7F27004426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D55DF2A0-5DF4-8A97-A9E6-0DEBF16157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6E4746-A1B4-07E9-C54F-E4ECE3972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E0589-CFF1-40F0-8B13-A5BD8A0B1CA7}" type="slidenum">
              <a:rPr lang="de-DE" smtClean="0"/>
              <a:t>99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8405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FBB7-41F0-05C9-49A2-BBEBD6844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9AE72B7-A843-46FD-D870-8ED4ADD7B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53ABC0A3-A7D1-47D5-8D9E-1532F91A2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8C96102-F7CC-EEA9-88A3-BB48EC05C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4E0589-CFF1-40F0-8B13-A5BD8A0B1CA7}" type="slidenum">
              <a:rPr lang="de-DE" smtClean="0"/>
              <a:t>100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507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CD4391-9EEC-F592-8C59-A4E303E920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F9FE4FB-8ED5-8184-7BAB-9A30536A5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A0FA93-028F-7744-D9D7-EA6D6807E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86C6E0-D95B-69D2-A915-9FBD0782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690B099-6701-0458-D74C-4A3973B81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0401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F3A6BF-054F-80D4-31C0-E113CD7D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97CB33-6C47-FFF5-F8FA-852D03BEF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6D03F6-F2C4-B13A-6D09-3A0D6852F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701523-037B-B2F4-0C23-B8085F52D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A07970-4FB8-B993-CC31-AEB9DCC5D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0813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C4B6EC-F932-1B93-60B5-ABBEE8155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4A2944C-B857-35BD-7C60-0994FEA83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142584-626C-EA36-2345-8334C9E7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B0F88D-AE67-0526-C36A-46B88F9E9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828C75-FB6F-851F-A6AF-037F0E80C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7990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181C08-9507-4BD3-91F7-720595D0D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0FB970F-3614-8DFE-6E24-A8459D2ACB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5460C7B-1F37-4C2E-7434-3C5484B87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32004A-0C94-C431-8663-C38FB994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D6D6BD7-DDD6-9D83-1A4C-737177103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FDA75FA-60A6-24A9-1ECC-E2E565DF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3383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9BCA50-5CDA-FD35-0D14-BB5F8C53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A614658-4077-7D45-D4F2-A380F09F9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77C8C69-4EF2-6457-54BD-3DB877B017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8C02458-5438-EAAB-C8B0-DC5F552161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A8D84AD-9686-2FE0-010D-E2A828BCD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B244DB8-BBA0-42D3-B7CF-1EFC1FB6F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BD167A5-1422-67B5-D1BE-82E41FFF0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8F28DCED-1D2F-3F69-D94A-D080BA222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4359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28A9FE-12F3-29A1-0980-1625B63AB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5AEA0D1-C52A-697C-CDA3-0E1A81C8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A2C0AC-7F8B-DE09-C2AB-44E90A1F7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133623-CD33-D44B-0CB7-1C9F61A7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055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5DF99F7-5449-A4C3-E161-68315726D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D963B37-0002-43E4-82C5-70F9A8596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542AD0F-0897-7B51-0305-D66403C80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892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A57B80-BCFB-463D-BE3F-63187E8F9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722E4A4-16EA-22E9-6ED1-F2EA7CE00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C6CF7DA-04CA-82DA-AACA-A77E64A24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32BDFAC-35EF-D159-E6E0-3E0065EA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0257FFF-BFE3-7648-0874-40543795E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0E3A697-8149-FA36-FBCD-D5757692C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337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0A296-47E5-E5E3-DFD7-E3732F51C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6CC9344-EF1B-54E4-2C77-B811B4755A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46BCEB-8510-60EA-2515-571F08206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6E1B7FC-9BCA-B4DE-90E4-A9A4B0078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A0847A-2024-61E9-F226-C88C16EDD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1ADDF4C-D9A5-3FA4-3FF1-3ABD9F7B6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4152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4EA18F-35A8-1B55-E9FA-C71CB5FDD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DD6BAEE-EB5C-1826-5296-1EA162D113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AA9A55-9EAA-7233-F09E-1A8639043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32A3C9-108A-AAE4-E2FE-191299BCD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F696DEF-3461-73D7-0B6B-2537C660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9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330B5F9-434A-2C58-FF39-984A309957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75B63B0-34E5-5E5A-1DCF-C8D0031FF3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CB7B798-9DC1-6C68-821C-C4A529013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52C03C-2CFD-ED33-3310-62A1A5CF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1146C3-D93B-E0A6-CBEB-F92B04DB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9753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4C22809-3FB1-E991-2A2D-8B7158A30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DD48235-B7EE-A5B2-60F9-9AB88E54C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60735BB-DE61-3ABE-AC30-D9529F679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1DE38D-FCC4-4E5E-A68F-172B713C2C50}" type="datetimeFigureOut">
              <a:rPr lang="de-DE" smtClean="0"/>
              <a:t>18.12.2025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AE502D-B589-736E-3B97-4EEF1A464B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BC86DB9-FADF-7E5D-B25E-F825C3784E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90095-792F-48AE-8129-7F82D12E31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8585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" Type="http://schemas.openxmlformats.org/officeDocument/2006/relationships/image" Target="../media/image510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/Relationships>
</file>

<file path=ppt/slides/_rels/slide4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2" Type="http://schemas.openxmlformats.org/officeDocument/2006/relationships/image" Target="../media/image510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3" Type="http://schemas.openxmlformats.org/officeDocument/2006/relationships/image" Target="../media/image10.png"/><Relationship Id="rId21" Type="http://schemas.openxmlformats.org/officeDocument/2006/relationships/image" Target="../media/image28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2" Type="http://schemas.openxmlformats.org/officeDocument/2006/relationships/image" Target="../media/image510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8" Type="http://schemas.openxmlformats.org/officeDocument/2006/relationships/image" Target="../media/image15.png"/></Relationships>
</file>

<file path=ppt/slides/_rels/slide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18" Type="http://schemas.openxmlformats.org/officeDocument/2006/relationships/image" Target="../media/image25.png"/><Relationship Id="rId26" Type="http://schemas.openxmlformats.org/officeDocument/2006/relationships/image" Target="../media/image33.png"/><Relationship Id="rId21" Type="http://schemas.openxmlformats.org/officeDocument/2006/relationships/image" Target="../media/image28.png"/><Relationship Id="rId34" Type="http://schemas.openxmlformats.org/officeDocument/2006/relationships/image" Target="../media/image41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17" Type="http://schemas.openxmlformats.org/officeDocument/2006/relationships/image" Target="../media/image24.png"/><Relationship Id="rId25" Type="http://schemas.openxmlformats.org/officeDocument/2006/relationships/image" Target="../media/image32.png"/><Relationship Id="rId33" Type="http://schemas.openxmlformats.org/officeDocument/2006/relationships/image" Target="../media/image40.png"/><Relationship Id="rId2" Type="http://schemas.openxmlformats.org/officeDocument/2006/relationships/image" Target="../media/image510.png"/><Relationship Id="rId16" Type="http://schemas.openxmlformats.org/officeDocument/2006/relationships/image" Target="../media/image23.png"/><Relationship Id="rId20" Type="http://schemas.openxmlformats.org/officeDocument/2006/relationships/image" Target="../media/image27.pn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24" Type="http://schemas.openxmlformats.org/officeDocument/2006/relationships/image" Target="../media/image31.png"/><Relationship Id="rId32" Type="http://schemas.openxmlformats.org/officeDocument/2006/relationships/image" Target="../media/image39.png"/><Relationship Id="rId37" Type="http://schemas.openxmlformats.org/officeDocument/2006/relationships/image" Target="../media/image44.png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23" Type="http://schemas.openxmlformats.org/officeDocument/2006/relationships/image" Target="../media/image30.png"/><Relationship Id="rId28" Type="http://schemas.openxmlformats.org/officeDocument/2006/relationships/image" Target="../media/image35.png"/><Relationship Id="rId36" Type="http://schemas.openxmlformats.org/officeDocument/2006/relationships/image" Target="../media/image43.png"/><Relationship Id="rId10" Type="http://schemas.openxmlformats.org/officeDocument/2006/relationships/image" Target="../media/image17.png"/><Relationship Id="rId19" Type="http://schemas.openxmlformats.org/officeDocument/2006/relationships/image" Target="../media/image26.png"/><Relationship Id="rId31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Relationship Id="rId14" Type="http://schemas.openxmlformats.org/officeDocument/2006/relationships/image" Target="../media/image21.png"/><Relationship Id="rId22" Type="http://schemas.openxmlformats.org/officeDocument/2006/relationships/image" Target="../media/image29.png"/><Relationship Id="rId27" Type="http://schemas.openxmlformats.org/officeDocument/2006/relationships/image" Target="../media/image34.png"/><Relationship Id="rId30" Type="http://schemas.openxmlformats.org/officeDocument/2006/relationships/image" Target="../media/image37.png"/><Relationship Id="rId35" Type="http://schemas.openxmlformats.org/officeDocument/2006/relationships/image" Target="../media/image42.png"/><Relationship Id="rId8" Type="http://schemas.openxmlformats.org/officeDocument/2006/relationships/image" Target="../media/image15.png"/><Relationship Id="rId3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png"/><Relationship Id="rId18" Type="http://schemas.openxmlformats.org/officeDocument/2006/relationships/image" Target="../media/image61.png"/><Relationship Id="rId26" Type="http://schemas.openxmlformats.org/officeDocument/2006/relationships/image" Target="../media/image69.png"/><Relationship Id="rId3" Type="http://schemas.openxmlformats.org/officeDocument/2006/relationships/image" Target="../media/image46.png"/><Relationship Id="rId21" Type="http://schemas.openxmlformats.org/officeDocument/2006/relationships/image" Target="../media/image64.png"/><Relationship Id="rId34" Type="http://schemas.openxmlformats.org/officeDocument/2006/relationships/image" Target="../media/image43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17" Type="http://schemas.openxmlformats.org/officeDocument/2006/relationships/image" Target="../media/image60.png"/><Relationship Id="rId25" Type="http://schemas.openxmlformats.org/officeDocument/2006/relationships/image" Target="../media/image68.png"/><Relationship Id="rId33" Type="http://schemas.openxmlformats.org/officeDocument/2006/relationships/image" Target="../media/image76.png"/><Relationship Id="rId2" Type="http://schemas.openxmlformats.org/officeDocument/2006/relationships/image" Target="../media/image45.png"/><Relationship Id="rId16" Type="http://schemas.openxmlformats.org/officeDocument/2006/relationships/image" Target="../media/image59.png"/><Relationship Id="rId20" Type="http://schemas.openxmlformats.org/officeDocument/2006/relationships/image" Target="../media/image63.pn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24" Type="http://schemas.openxmlformats.org/officeDocument/2006/relationships/image" Target="../media/image67.png"/><Relationship Id="rId32" Type="http://schemas.openxmlformats.org/officeDocument/2006/relationships/image" Target="../media/image75.png"/><Relationship Id="rId5" Type="http://schemas.openxmlformats.org/officeDocument/2006/relationships/image" Target="../media/image48.png"/><Relationship Id="rId15" Type="http://schemas.openxmlformats.org/officeDocument/2006/relationships/image" Target="../media/image58.png"/><Relationship Id="rId23" Type="http://schemas.openxmlformats.org/officeDocument/2006/relationships/image" Target="../media/image66.png"/><Relationship Id="rId28" Type="http://schemas.openxmlformats.org/officeDocument/2006/relationships/image" Target="../media/image71.png"/><Relationship Id="rId10" Type="http://schemas.openxmlformats.org/officeDocument/2006/relationships/image" Target="../media/image53.png"/><Relationship Id="rId19" Type="http://schemas.openxmlformats.org/officeDocument/2006/relationships/image" Target="../media/image62.png"/><Relationship Id="rId31" Type="http://schemas.openxmlformats.org/officeDocument/2006/relationships/image" Target="../media/image74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Relationship Id="rId14" Type="http://schemas.openxmlformats.org/officeDocument/2006/relationships/image" Target="../media/image57.png"/><Relationship Id="rId22" Type="http://schemas.openxmlformats.org/officeDocument/2006/relationships/image" Target="../media/image65.png"/><Relationship Id="rId27" Type="http://schemas.openxmlformats.org/officeDocument/2006/relationships/image" Target="../media/image70.png"/><Relationship Id="rId30" Type="http://schemas.openxmlformats.org/officeDocument/2006/relationships/image" Target="../media/image73.png"/><Relationship Id="rId8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80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image" Target="../media/image81.png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13" Type="http://schemas.openxmlformats.org/officeDocument/2006/relationships/image" Target="../media/image91.png"/><Relationship Id="rId18" Type="http://schemas.openxmlformats.org/officeDocument/2006/relationships/image" Target="../media/image96.png"/><Relationship Id="rId3" Type="http://schemas.openxmlformats.org/officeDocument/2006/relationships/image" Target="../media/image80.png"/><Relationship Id="rId7" Type="http://schemas.openxmlformats.org/officeDocument/2006/relationships/image" Target="../media/image85.png"/><Relationship Id="rId12" Type="http://schemas.openxmlformats.org/officeDocument/2006/relationships/image" Target="../media/image90.png"/><Relationship Id="rId17" Type="http://schemas.openxmlformats.org/officeDocument/2006/relationships/image" Target="../media/image95.png"/><Relationship Id="rId2" Type="http://schemas.openxmlformats.org/officeDocument/2006/relationships/image" Target="../media/image81.png"/><Relationship Id="rId16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11" Type="http://schemas.openxmlformats.org/officeDocument/2006/relationships/image" Target="../media/image89.png"/><Relationship Id="rId5" Type="http://schemas.openxmlformats.org/officeDocument/2006/relationships/image" Target="../media/image83.png"/><Relationship Id="rId15" Type="http://schemas.openxmlformats.org/officeDocument/2006/relationships/image" Target="../media/image93.png"/><Relationship Id="rId10" Type="http://schemas.openxmlformats.org/officeDocument/2006/relationships/image" Target="../media/image88.png"/><Relationship Id="rId19" Type="http://schemas.openxmlformats.org/officeDocument/2006/relationships/image" Target="../media/image97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Relationship Id="rId14" Type="http://schemas.openxmlformats.org/officeDocument/2006/relationships/image" Target="../media/image9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2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" Type="http://schemas.openxmlformats.org/officeDocument/2006/relationships/image" Target="../media/image81.pn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1.png"/><Relationship Id="rId5" Type="http://schemas.openxmlformats.org/officeDocument/2006/relationships/image" Target="../media/image84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3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62.png"/><Relationship Id="rId26" Type="http://schemas.openxmlformats.org/officeDocument/2006/relationships/image" Target="../media/image101.png"/><Relationship Id="rId3" Type="http://schemas.openxmlformats.org/officeDocument/2006/relationships/image" Target="../media/image82.png"/><Relationship Id="rId21" Type="http://schemas.openxmlformats.org/officeDocument/2006/relationships/image" Target="../media/image98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69.png"/><Relationship Id="rId2" Type="http://schemas.openxmlformats.org/officeDocument/2006/relationships/image" Target="../media/image81.png"/><Relationship Id="rId16" Type="http://schemas.openxmlformats.org/officeDocument/2006/relationships/image" Target="../media/image96.png"/><Relationship Id="rId20" Type="http://schemas.openxmlformats.org/officeDocument/2006/relationships/image" Target="../media/image64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1.png"/><Relationship Id="rId24" Type="http://schemas.openxmlformats.org/officeDocument/2006/relationships/image" Target="../media/image68.png"/><Relationship Id="rId5" Type="http://schemas.openxmlformats.org/officeDocument/2006/relationships/image" Target="../media/image84.png"/><Relationship Id="rId15" Type="http://schemas.openxmlformats.org/officeDocument/2006/relationships/image" Target="../media/image95.png"/><Relationship Id="rId23" Type="http://schemas.openxmlformats.org/officeDocument/2006/relationships/image" Target="../media/image100.png"/><Relationship Id="rId28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image" Target="../media/image63.png"/><Relationship Id="rId31" Type="http://schemas.openxmlformats.org/officeDocument/2006/relationships/image" Target="../media/image105.png"/><Relationship Id="rId4" Type="http://schemas.openxmlformats.org/officeDocument/2006/relationships/image" Target="../media/image83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99.png"/><Relationship Id="rId27" Type="http://schemas.openxmlformats.org/officeDocument/2006/relationships/image" Target="../media/image102.png"/><Relationship Id="rId30" Type="http://schemas.openxmlformats.org/officeDocument/2006/relationships/image" Target="../media/image75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62.png"/><Relationship Id="rId26" Type="http://schemas.openxmlformats.org/officeDocument/2006/relationships/image" Target="../media/image101.png"/><Relationship Id="rId3" Type="http://schemas.openxmlformats.org/officeDocument/2006/relationships/image" Target="../media/image82.png"/><Relationship Id="rId21" Type="http://schemas.openxmlformats.org/officeDocument/2006/relationships/image" Target="../media/image98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69.png"/><Relationship Id="rId2" Type="http://schemas.openxmlformats.org/officeDocument/2006/relationships/image" Target="../media/image81.png"/><Relationship Id="rId16" Type="http://schemas.openxmlformats.org/officeDocument/2006/relationships/image" Target="../media/image96.png"/><Relationship Id="rId20" Type="http://schemas.openxmlformats.org/officeDocument/2006/relationships/image" Target="../media/image64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1.png"/><Relationship Id="rId24" Type="http://schemas.openxmlformats.org/officeDocument/2006/relationships/image" Target="../media/image68.png"/><Relationship Id="rId5" Type="http://schemas.openxmlformats.org/officeDocument/2006/relationships/image" Target="../media/image84.png"/><Relationship Id="rId15" Type="http://schemas.openxmlformats.org/officeDocument/2006/relationships/image" Target="../media/image95.png"/><Relationship Id="rId23" Type="http://schemas.openxmlformats.org/officeDocument/2006/relationships/image" Target="../media/image100.png"/><Relationship Id="rId28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image" Target="../media/image63.png"/><Relationship Id="rId31" Type="http://schemas.openxmlformats.org/officeDocument/2006/relationships/image" Target="../media/image105.png"/><Relationship Id="rId4" Type="http://schemas.openxmlformats.org/officeDocument/2006/relationships/image" Target="../media/image83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99.png"/><Relationship Id="rId27" Type="http://schemas.openxmlformats.org/officeDocument/2006/relationships/image" Target="../media/image102.png"/><Relationship Id="rId30" Type="http://schemas.openxmlformats.org/officeDocument/2006/relationships/image" Target="../media/image75.png"/></Relationships>
</file>

<file path=ppt/slides/_rels/slide5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3.png"/><Relationship Id="rId18" Type="http://schemas.openxmlformats.org/officeDocument/2006/relationships/image" Target="../media/image62.png"/><Relationship Id="rId26" Type="http://schemas.openxmlformats.org/officeDocument/2006/relationships/image" Target="../media/image101.png"/><Relationship Id="rId3" Type="http://schemas.openxmlformats.org/officeDocument/2006/relationships/image" Target="../media/image82.png"/><Relationship Id="rId21" Type="http://schemas.openxmlformats.org/officeDocument/2006/relationships/image" Target="../media/image98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69.png"/><Relationship Id="rId33" Type="http://schemas.openxmlformats.org/officeDocument/2006/relationships/image" Target="../media/image107.png"/><Relationship Id="rId2" Type="http://schemas.openxmlformats.org/officeDocument/2006/relationships/image" Target="../media/image81.png"/><Relationship Id="rId16" Type="http://schemas.openxmlformats.org/officeDocument/2006/relationships/image" Target="../media/image96.png"/><Relationship Id="rId20" Type="http://schemas.openxmlformats.org/officeDocument/2006/relationships/image" Target="../media/image64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1.png"/><Relationship Id="rId24" Type="http://schemas.openxmlformats.org/officeDocument/2006/relationships/image" Target="../media/image68.png"/><Relationship Id="rId32" Type="http://schemas.openxmlformats.org/officeDocument/2006/relationships/image" Target="../media/image106.png"/><Relationship Id="rId5" Type="http://schemas.openxmlformats.org/officeDocument/2006/relationships/image" Target="../media/image84.png"/><Relationship Id="rId15" Type="http://schemas.openxmlformats.org/officeDocument/2006/relationships/image" Target="../media/image95.png"/><Relationship Id="rId23" Type="http://schemas.openxmlformats.org/officeDocument/2006/relationships/image" Target="../media/image100.png"/><Relationship Id="rId28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image" Target="../media/image63.png"/><Relationship Id="rId31" Type="http://schemas.openxmlformats.org/officeDocument/2006/relationships/image" Target="../media/image105.png"/><Relationship Id="rId4" Type="http://schemas.openxmlformats.org/officeDocument/2006/relationships/image" Target="../media/image83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99.png"/><Relationship Id="rId27" Type="http://schemas.openxmlformats.org/officeDocument/2006/relationships/image" Target="../media/image102.png"/><Relationship Id="rId30" Type="http://schemas.openxmlformats.org/officeDocument/2006/relationships/image" Target="../media/image75.png"/><Relationship Id="rId8" Type="http://schemas.openxmlformats.org/officeDocument/2006/relationships/image" Target="../media/image88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18" Type="http://schemas.openxmlformats.org/officeDocument/2006/relationships/image" Target="../media/image62.png"/><Relationship Id="rId26" Type="http://schemas.openxmlformats.org/officeDocument/2006/relationships/image" Target="../media/image101.png"/><Relationship Id="rId3" Type="http://schemas.openxmlformats.org/officeDocument/2006/relationships/image" Target="../media/image82.png"/><Relationship Id="rId21" Type="http://schemas.openxmlformats.org/officeDocument/2006/relationships/image" Target="../media/image98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17" Type="http://schemas.openxmlformats.org/officeDocument/2006/relationships/image" Target="../media/image97.png"/><Relationship Id="rId25" Type="http://schemas.openxmlformats.org/officeDocument/2006/relationships/image" Target="../media/image69.png"/><Relationship Id="rId2" Type="http://schemas.openxmlformats.org/officeDocument/2006/relationships/image" Target="../media/image81.png"/><Relationship Id="rId16" Type="http://schemas.openxmlformats.org/officeDocument/2006/relationships/image" Target="../media/image96.png"/><Relationship Id="rId20" Type="http://schemas.openxmlformats.org/officeDocument/2006/relationships/image" Target="../media/image64.png"/><Relationship Id="rId29" Type="http://schemas.openxmlformats.org/officeDocument/2006/relationships/image" Target="../media/image10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1.png"/><Relationship Id="rId24" Type="http://schemas.openxmlformats.org/officeDocument/2006/relationships/image" Target="../media/image68.png"/><Relationship Id="rId32" Type="http://schemas.openxmlformats.org/officeDocument/2006/relationships/image" Target="../media/image106.png"/><Relationship Id="rId5" Type="http://schemas.openxmlformats.org/officeDocument/2006/relationships/image" Target="../media/image84.png"/><Relationship Id="rId15" Type="http://schemas.openxmlformats.org/officeDocument/2006/relationships/image" Target="../media/image95.png"/><Relationship Id="rId23" Type="http://schemas.openxmlformats.org/officeDocument/2006/relationships/image" Target="../media/image100.png"/><Relationship Id="rId28" Type="http://schemas.openxmlformats.org/officeDocument/2006/relationships/image" Target="../media/image103.png"/><Relationship Id="rId10" Type="http://schemas.openxmlformats.org/officeDocument/2006/relationships/image" Target="../media/image90.png"/><Relationship Id="rId19" Type="http://schemas.openxmlformats.org/officeDocument/2006/relationships/image" Target="../media/image63.png"/><Relationship Id="rId31" Type="http://schemas.openxmlformats.org/officeDocument/2006/relationships/image" Target="../media/image105.png"/><Relationship Id="rId4" Type="http://schemas.openxmlformats.org/officeDocument/2006/relationships/image" Target="../media/image83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Relationship Id="rId22" Type="http://schemas.openxmlformats.org/officeDocument/2006/relationships/image" Target="../media/image99.png"/><Relationship Id="rId27" Type="http://schemas.openxmlformats.org/officeDocument/2006/relationships/image" Target="../media/image102.png"/><Relationship Id="rId30" Type="http://schemas.openxmlformats.org/officeDocument/2006/relationships/image" Target="../media/image7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109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0.png"/><Relationship Id="rId5" Type="http://schemas.openxmlformats.org/officeDocument/2006/relationships/image" Target="../media/image79.png"/><Relationship Id="rId4" Type="http://schemas.openxmlformats.org/officeDocument/2006/relationships/image" Target="../media/image108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77.png"/><Relationship Id="rId7" Type="http://schemas.openxmlformats.org/officeDocument/2006/relationships/image" Target="../media/image109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0.png"/><Relationship Id="rId5" Type="http://schemas.openxmlformats.org/officeDocument/2006/relationships/image" Target="../media/image79.png"/><Relationship Id="rId4" Type="http://schemas.openxmlformats.org/officeDocument/2006/relationships/image" Target="../media/image108.png"/><Relationship Id="rId9" Type="http://schemas.openxmlformats.org/officeDocument/2006/relationships/image" Target="../media/image11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1.png"/><Relationship Id="rId18" Type="http://schemas.openxmlformats.org/officeDocument/2006/relationships/image" Target="../media/image97.png"/><Relationship Id="rId3" Type="http://schemas.openxmlformats.org/officeDocument/2006/relationships/image" Target="../media/image113.png"/><Relationship Id="rId7" Type="http://schemas.openxmlformats.org/officeDocument/2006/relationships/image" Target="../media/image86.png"/><Relationship Id="rId12" Type="http://schemas.openxmlformats.org/officeDocument/2006/relationships/image" Target="../media/image120.png"/><Relationship Id="rId17" Type="http://schemas.openxmlformats.org/officeDocument/2006/relationships/image" Target="../media/image124.png"/><Relationship Id="rId2" Type="http://schemas.openxmlformats.org/officeDocument/2006/relationships/image" Target="../media/image112.png"/><Relationship Id="rId16" Type="http://schemas.openxmlformats.org/officeDocument/2006/relationships/image" Target="../media/image123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90.png"/><Relationship Id="rId5" Type="http://schemas.openxmlformats.org/officeDocument/2006/relationships/image" Target="../media/image115.png"/><Relationship Id="rId15" Type="http://schemas.openxmlformats.org/officeDocument/2006/relationships/image" Target="../media/image94.png"/><Relationship Id="rId10" Type="http://schemas.openxmlformats.org/officeDocument/2006/relationships/image" Target="../media/image119.png"/><Relationship Id="rId19" Type="http://schemas.openxmlformats.org/officeDocument/2006/relationships/image" Target="../media/image1080.png"/><Relationship Id="rId4" Type="http://schemas.openxmlformats.org/officeDocument/2006/relationships/image" Target="../media/image114.png"/><Relationship Id="rId9" Type="http://schemas.openxmlformats.org/officeDocument/2006/relationships/image" Target="../media/image118.png"/><Relationship Id="rId14" Type="http://schemas.openxmlformats.org/officeDocument/2006/relationships/image" Target="../media/image122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21.png"/><Relationship Id="rId18" Type="http://schemas.openxmlformats.org/officeDocument/2006/relationships/image" Target="../media/image130.png"/><Relationship Id="rId3" Type="http://schemas.openxmlformats.org/officeDocument/2006/relationships/image" Target="../media/image126.png"/><Relationship Id="rId7" Type="http://schemas.openxmlformats.org/officeDocument/2006/relationships/image" Target="../media/image127.png"/><Relationship Id="rId12" Type="http://schemas.openxmlformats.org/officeDocument/2006/relationships/image" Target="../media/image120.png"/><Relationship Id="rId17" Type="http://schemas.openxmlformats.org/officeDocument/2006/relationships/image" Target="../media/image124.png"/><Relationship Id="rId2" Type="http://schemas.openxmlformats.org/officeDocument/2006/relationships/image" Target="../media/image125.png"/><Relationship Id="rId16" Type="http://schemas.openxmlformats.org/officeDocument/2006/relationships/image" Target="../media/image123.png"/><Relationship Id="rId20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8.png"/><Relationship Id="rId5" Type="http://schemas.openxmlformats.org/officeDocument/2006/relationships/image" Target="../media/image115.png"/><Relationship Id="rId15" Type="http://schemas.openxmlformats.org/officeDocument/2006/relationships/image" Target="../media/image129.png"/><Relationship Id="rId10" Type="http://schemas.openxmlformats.org/officeDocument/2006/relationships/image" Target="../media/image119.png"/><Relationship Id="rId19" Type="http://schemas.openxmlformats.org/officeDocument/2006/relationships/image" Target="../media/image131.png"/><Relationship Id="rId4" Type="http://schemas.openxmlformats.org/officeDocument/2006/relationships/image" Target="../media/image114.png"/><Relationship Id="rId9" Type="http://schemas.openxmlformats.org/officeDocument/2006/relationships/image" Target="../media/image118.png"/><Relationship Id="rId14" Type="http://schemas.openxmlformats.org/officeDocument/2006/relationships/image" Target="../media/image122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2.png"/><Relationship Id="rId3" Type="http://schemas.openxmlformats.org/officeDocument/2006/relationships/image" Target="../media/image126.png"/><Relationship Id="rId7" Type="http://schemas.openxmlformats.org/officeDocument/2006/relationships/image" Target="../media/image117.png"/><Relationship Id="rId12" Type="http://schemas.openxmlformats.org/officeDocument/2006/relationships/image" Target="../media/image121.png"/><Relationship Id="rId2" Type="http://schemas.openxmlformats.org/officeDocument/2006/relationships/image" Target="../media/image125.png"/><Relationship Id="rId16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0.png"/><Relationship Id="rId5" Type="http://schemas.openxmlformats.org/officeDocument/2006/relationships/image" Target="../media/image115.png"/><Relationship Id="rId15" Type="http://schemas.openxmlformats.org/officeDocument/2006/relationships/image" Target="../media/image123.png"/><Relationship Id="rId10" Type="http://schemas.openxmlformats.org/officeDocument/2006/relationships/image" Target="../media/image128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9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13" Type="http://schemas.openxmlformats.org/officeDocument/2006/relationships/image" Target="../media/image144.png"/><Relationship Id="rId18" Type="http://schemas.openxmlformats.org/officeDocument/2006/relationships/image" Target="../media/image149.png"/><Relationship Id="rId26" Type="http://schemas.openxmlformats.org/officeDocument/2006/relationships/image" Target="../media/image157.png"/><Relationship Id="rId3" Type="http://schemas.openxmlformats.org/officeDocument/2006/relationships/image" Target="../media/image134.png"/><Relationship Id="rId21" Type="http://schemas.openxmlformats.org/officeDocument/2006/relationships/image" Target="../media/image152.png"/><Relationship Id="rId7" Type="http://schemas.openxmlformats.org/officeDocument/2006/relationships/image" Target="../media/image138.png"/><Relationship Id="rId12" Type="http://schemas.openxmlformats.org/officeDocument/2006/relationships/image" Target="../media/image143.png"/><Relationship Id="rId17" Type="http://schemas.openxmlformats.org/officeDocument/2006/relationships/image" Target="../media/image148.png"/><Relationship Id="rId25" Type="http://schemas.openxmlformats.org/officeDocument/2006/relationships/image" Target="../media/image156.png"/><Relationship Id="rId2" Type="http://schemas.openxmlformats.org/officeDocument/2006/relationships/image" Target="../media/image133.png"/><Relationship Id="rId16" Type="http://schemas.openxmlformats.org/officeDocument/2006/relationships/image" Target="../media/image147.png"/><Relationship Id="rId20" Type="http://schemas.openxmlformats.org/officeDocument/2006/relationships/image" Target="../media/image151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7.png"/><Relationship Id="rId11" Type="http://schemas.openxmlformats.org/officeDocument/2006/relationships/image" Target="../media/image142.png"/><Relationship Id="rId24" Type="http://schemas.openxmlformats.org/officeDocument/2006/relationships/image" Target="../media/image155.png"/><Relationship Id="rId5" Type="http://schemas.openxmlformats.org/officeDocument/2006/relationships/image" Target="../media/image136.png"/><Relationship Id="rId15" Type="http://schemas.openxmlformats.org/officeDocument/2006/relationships/image" Target="../media/image146.png"/><Relationship Id="rId23" Type="http://schemas.openxmlformats.org/officeDocument/2006/relationships/image" Target="../media/image154.png"/><Relationship Id="rId28" Type="http://schemas.openxmlformats.org/officeDocument/2006/relationships/image" Target="../media/image159.png"/><Relationship Id="rId10" Type="http://schemas.openxmlformats.org/officeDocument/2006/relationships/image" Target="../media/image141.png"/><Relationship Id="rId19" Type="http://schemas.openxmlformats.org/officeDocument/2006/relationships/image" Target="../media/image150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Relationship Id="rId14" Type="http://schemas.openxmlformats.org/officeDocument/2006/relationships/image" Target="../media/image145.png"/><Relationship Id="rId22" Type="http://schemas.openxmlformats.org/officeDocument/2006/relationships/image" Target="../media/image153.png"/><Relationship Id="rId27" Type="http://schemas.openxmlformats.org/officeDocument/2006/relationships/image" Target="../media/image15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2.png"/><Relationship Id="rId18" Type="http://schemas.openxmlformats.org/officeDocument/2006/relationships/image" Target="../media/image1340.png"/><Relationship Id="rId26" Type="http://schemas.openxmlformats.org/officeDocument/2006/relationships/image" Target="../media/image1420.png"/><Relationship Id="rId3" Type="http://schemas.openxmlformats.org/officeDocument/2006/relationships/image" Target="../media/image126.png"/><Relationship Id="rId21" Type="http://schemas.openxmlformats.org/officeDocument/2006/relationships/image" Target="../media/image1370.png"/><Relationship Id="rId7" Type="http://schemas.openxmlformats.org/officeDocument/2006/relationships/image" Target="../media/image117.png"/><Relationship Id="rId12" Type="http://schemas.openxmlformats.org/officeDocument/2006/relationships/image" Target="../media/image121.png"/><Relationship Id="rId17" Type="http://schemas.openxmlformats.org/officeDocument/2006/relationships/image" Target="../media/image1330.png"/><Relationship Id="rId25" Type="http://schemas.openxmlformats.org/officeDocument/2006/relationships/image" Target="../media/image1410.png"/><Relationship Id="rId2" Type="http://schemas.openxmlformats.org/officeDocument/2006/relationships/image" Target="../media/image125.png"/><Relationship Id="rId16" Type="http://schemas.openxmlformats.org/officeDocument/2006/relationships/image" Target="../media/image130.png"/><Relationship Id="rId20" Type="http://schemas.openxmlformats.org/officeDocument/2006/relationships/image" Target="../media/image1360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0.png"/><Relationship Id="rId24" Type="http://schemas.openxmlformats.org/officeDocument/2006/relationships/image" Target="../media/image1400.png"/><Relationship Id="rId5" Type="http://schemas.openxmlformats.org/officeDocument/2006/relationships/image" Target="../media/image115.png"/><Relationship Id="rId15" Type="http://schemas.openxmlformats.org/officeDocument/2006/relationships/image" Target="../media/image123.png"/><Relationship Id="rId23" Type="http://schemas.openxmlformats.org/officeDocument/2006/relationships/image" Target="../media/image1390.png"/><Relationship Id="rId28" Type="http://schemas.openxmlformats.org/officeDocument/2006/relationships/image" Target="../media/image1440.png"/><Relationship Id="rId10" Type="http://schemas.openxmlformats.org/officeDocument/2006/relationships/image" Target="../media/image128.png"/><Relationship Id="rId19" Type="http://schemas.openxmlformats.org/officeDocument/2006/relationships/image" Target="../media/image135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9.png"/><Relationship Id="rId22" Type="http://schemas.openxmlformats.org/officeDocument/2006/relationships/image" Target="../media/image1380.png"/><Relationship Id="rId27" Type="http://schemas.openxmlformats.org/officeDocument/2006/relationships/image" Target="../media/image1430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2.png"/><Relationship Id="rId18" Type="http://schemas.openxmlformats.org/officeDocument/2006/relationships/image" Target="../media/image1340.png"/><Relationship Id="rId26" Type="http://schemas.openxmlformats.org/officeDocument/2006/relationships/image" Target="../media/image1420.png"/><Relationship Id="rId3" Type="http://schemas.openxmlformats.org/officeDocument/2006/relationships/image" Target="../media/image126.png"/><Relationship Id="rId21" Type="http://schemas.openxmlformats.org/officeDocument/2006/relationships/image" Target="../media/image1370.png"/><Relationship Id="rId7" Type="http://schemas.openxmlformats.org/officeDocument/2006/relationships/image" Target="../media/image117.png"/><Relationship Id="rId12" Type="http://schemas.openxmlformats.org/officeDocument/2006/relationships/image" Target="../media/image121.png"/><Relationship Id="rId17" Type="http://schemas.openxmlformats.org/officeDocument/2006/relationships/image" Target="../media/image1330.png"/><Relationship Id="rId25" Type="http://schemas.openxmlformats.org/officeDocument/2006/relationships/image" Target="../media/image1410.png"/><Relationship Id="rId2" Type="http://schemas.openxmlformats.org/officeDocument/2006/relationships/image" Target="../media/image125.png"/><Relationship Id="rId16" Type="http://schemas.openxmlformats.org/officeDocument/2006/relationships/image" Target="../media/image130.png"/><Relationship Id="rId20" Type="http://schemas.openxmlformats.org/officeDocument/2006/relationships/image" Target="../media/image1360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0.png"/><Relationship Id="rId24" Type="http://schemas.openxmlformats.org/officeDocument/2006/relationships/image" Target="../media/image1400.png"/><Relationship Id="rId32" Type="http://schemas.openxmlformats.org/officeDocument/2006/relationships/image" Target="../media/image1480.png"/><Relationship Id="rId5" Type="http://schemas.openxmlformats.org/officeDocument/2006/relationships/image" Target="../media/image115.png"/><Relationship Id="rId15" Type="http://schemas.openxmlformats.org/officeDocument/2006/relationships/image" Target="../media/image123.png"/><Relationship Id="rId23" Type="http://schemas.openxmlformats.org/officeDocument/2006/relationships/image" Target="../media/image1390.png"/><Relationship Id="rId28" Type="http://schemas.openxmlformats.org/officeDocument/2006/relationships/image" Target="../media/image1440.png"/><Relationship Id="rId10" Type="http://schemas.openxmlformats.org/officeDocument/2006/relationships/image" Target="../media/image128.png"/><Relationship Id="rId19" Type="http://schemas.openxmlformats.org/officeDocument/2006/relationships/image" Target="../media/image1350.png"/><Relationship Id="rId31" Type="http://schemas.openxmlformats.org/officeDocument/2006/relationships/image" Target="../media/image147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9.png"/><Relationship Id="rId22" Type="http://schemas.openxmlformats.org/officeDocument/2006/relationships/image" Target="../media/image1380.png"/><Relationship Id="rId27" Type="http://schemas.openxmlformats.org/officeDocument/2006/relationships/image" Target="../media/image1430.png"/><Relationship Id="rId30" Type="http://schemas.openxmlformats.org/officeDocument/2006/relationships/image" Target="../media/image146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13" Type="http://schemas.openxmlformats.org/officeDocument/2006/relationships/image" Target="../media/image122.png"/><Relationship Id="rId18" Type="http://schemas.openxmlformats.org/officeDocument/2006/relationships/image" Target="../media/image1340.png"/><Relationship Id="rId26" Type="http://schemas.openxmlformats.org/officeDocument/2006/relationships/image" Target="../media/image1420.png"/><Relationship Id="rId3" Type="http://schemas.openxmlformats.org/officeDocument/2006/relationships/image" Target="../media/image126.png"/><Relationship Id="rId21" Type="http://schemas.openxmlformats.org/officeDocument/2006/relationships/image" Target="../media/image1370.png"/><Relationship Id="rId7" Type="http://schemas.openxmlformats.org/officeDocument/2006/relationships/image" Target="../media/image117.png"/><Relationship Id="rId12" Type="http://schemas.openxmlformats.org/officeDocument/2006/relationships/image" Target="../media/image121.png"/><Relationship Id="rId17" Type="http://schemas.openxmlformats.org/officeDocument/2006/relationships/image" Target="../media/image1330.png"/><Relationship Id="rId25" Type="http://schemas.openxmlformats.org/officeDocument/2006/relationships/image" Target="../media/image1410.png"/><Relationship Id="rId2" Type="http://schemas.openxmlformats.org/officeDocument/2006/relationships/image" Target="../media/image125.png"/><Relationship Id="rId16" Type="http://schemas.openxmlformats.org/officeDocument/2006/relationships/image" Target="../media/image130.png"/><Relationship Id="rId20" Type="http://schemas.openxmlformats.org/officeDocument/2006/relationships/image" Target="../media/image1360.png"/><Relationship Id="rId29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20.png"/><Relationship Id="rId24" Type="http://schemas.openxmlformats.org/officeDocument/2006/relationships/image" Target="../media/image1400.png"/><Relationship Id="rId5" Type="http://schemas.openxmlformats.org/officeDocument/2006/relationships/image" Target="../media/image115.png"/><Relationship Id="rId15" Type="http://schemas.openxmlformats.org/officeDocument/2006/relationships/image" Target="../media/image123.png"/><Relationship Id="rId23" Type="http://schemas.openxmlformats.org/officeDocument/2006/relationships/image" Target="../media/image1390.png"/><Relationship Id="rId28" Type="http://schemas.openxmlformats.org/officeDocument/2006/relationships/image" Target="../media/image1440.png"/><Relationship Id="rId10" Type="http://schemas.openxmlformats.org/officeDocument/2006/relationships/image" Target="../media/image128.png"/><Relationship Id="rId19" Type="http://schemas.openxmlformats.org/officeDocument/2006/relationships/image" Target="../media/image1350.png"/><Relationship Id="rId4" Type="http://schemas.openxmlformats.org/officeDocument/2006/relationships/image" Target="../media/image114.png"/><Relationship Id="rId9" Type="http://schemas.openxmlformats.org/officeDocument/2006/relationships/image" Target="../media/image119.png"/><Relationship Id="rId14" Type="http://schemas.openxmlformats.org/officeDocument/2006/relationships/image" Target="../media/image129.png"/><Relationship Id="rId22" Type="http://schemas.openxmlformats.org/officeDocument/2006/relationships/image" Target="../media/image1380.png"/><Relationship Id="rId27" Type="http://schemas.openxmlformats.org/officeDocument/2006/relationships/image" Target="../media/image1430.png"/><Relationship Id="rId30" Type="http://schemas.openxmlformats.org/officeDocument/2006/relationships/image" Target="../media/image148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0.png"/><Relationship Id="rId3" Type="http://schemas.openxmlformats.org/officeDocument/2006/relationships/image" Target="../media/image1490.png"/><Relationship Id="rId7" Type="http://schemas.openxmlformats.org/officeDocument/2006/relationships/image" Target="../media/image15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0.png"/><Relationship Id="rId5" Type="http://schemas.openxmlformats.org/officeDocument/2006/relationships/image" Target="../media/image1510.png"/><Relationship Id="rId10" Type="http://schemas.openxmlformats.org/officeDocument/2006/relationships/image" Target="../media/image1560.png"/><Relationship Id="rId4" Type="http://schemas.openxmlformats.org/officeDocument/2006/relationships/image" Target="../media/image108.png"/><Relationship Id="rId9" Type="http://schemas.openxmlformats.org/officeDocument/2006/relationships/image" Target="../media/image1550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0.png"/><Relationship Id="rId3" Type="http://schemas.openxmlformats.org/officeDocument/2006/relationships/image" Target="../media/image1490.png"/><Relationship Id="rId7" Type="http://schemas.openxmlformats.org/officeDocument/2006/relationships/image" Target="../media/image15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0.png"/><Relationship Id="rId5" Type="http://schemas.openxmlformats.org/officeDocument/2006/relationships/image" Target="../media/image1510.png"/><Relationship Id="rId4" Type="http://schemas.openxmlformats.org/officeDocument/2006/relationships/image" Target="../media/image108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21.png"/><Relationship Id="rId18" Type="http://schemas.openxmlformats.org/officeDocument/2006/relationships/image" Target="../media/image130.png"/><Relationship Id="rId3" Type="http://schemas.openxmlformats.org/officeDocument/2006/relationships/image" Target="../media/image1580.png"/><Relationship Id="rId21" Type="http://schemas.openxmlformats.org/officeDocument/2006/relationships/image" Target="../media/image1540.png"/><Relationship Id="rId7" Type="http://schemas.openxmlformats.org/officeDocument/2006/relationships/image" Target="../media/image1600.png"/><Relationship Id="rId12" Type="http://schemas.openxmlformats.org/officeDocument/2006/relationships/image" Target="../media/image120.png"/><Relationship Id="rId17" Type="http://schemas.openxmlformats.org/officeDocument/2006/relationships/image" Target="../media/image124.png"/><Relationship Id="rId2" Type="http://schemas.openxmlformats.org/officeDocument/2006/relationships/image" Target="../media/image1570.png"/><Relationship Id="rId16" Type="http://schemas.openxmlformats.org/officeDocument/2006/relationships/image" Target="../media/image123.png"/><Relationship Id="rId20" Type="http://schemas.openxmlformats.org/officeDocument/2006/relationships/image" Target="../media/image1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28.png"/><Relationship Id="rId5" Type="http://schemas.openxmlformats.org/officeDocument/2006/relationships/image" Target="../media/image115.png"/><Relationship Id="rId15" Type="http://schemas.openxmlformats.org/officeDocument/2006/relationships/image" Target="../media/image164.png"/><Relationship Id="rId10" Type="http://schemas.openxmlformats.org/officeDocument/2006/relationships/image" Target="../media/image163.png"/><Relationship Id="rId19" Type="http://schemas.openxmlformats.org/officeDocument/2006/relationships/image" Target="../media/image1520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22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21.png"/><Relationship Id="rId18" Type="http://schemas.openxmlformats.org/officeDocument/2006/relationships/image" Target="../media/image130.png"/><Relationship Id="rId3" Type="http://schemas.openxmlformats.org/officeDocument/2006/relationships/image" Target="../media/image1580.png"/><Relationship Id="rId21" Type="http://schemas.openxmlformats.org/officeDocument/2006/relationships/image" Target="../media/image1540.png"/><Relationship Id="rId7" Type="http://schemas.openxmlformats.org/officeDocument/2006/relationships/image" Target="../media/image1600.png"/><Relationship Id="rId12" Type="http://schemas.openxmlformats.org/officeDocument/2006/relationships/image" Target="../media/image120.png"/><Relationship Id="rId17" Type="http://schemas.openxmlformats.org/officeDocument/2006/relationships/image" Target="../media/image124.png"/><Relationship Id="rId2" Type="http://schemas.openxmlformats.org/officeDocument/2006/relationships/image" Target="../media/image1570.png"/><Relationship Id="rId16" Type="http://schemas.openxmlformats.org/officeDocument/2006/relationships/image" Target="../media/image123.png"/><Relationship Id="rId20" Type="http://schemas.openxmlformats.org/officeDocument/2006/relationships/image" Target="../media/image15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28.png"/><Relationship Id="rId5" Type="http://schemas.openxmlformats.org/officeDocument/2006/relationships/image" Target="../media/image115.png"/><Relationship Id="rId15" Type="http://schemas.openxmlformats.org/officeDocument/2006/relationships/image" Target="../media/image164.png"/><Relationship Id="rId10" Type="http://schemas.openxmlformats.org/officeDocument/2006/relationships/image" Target="../media/image163.png"/><Relationship Id="rId19" Type="http://schemas.openxmlformats.org/officeDocument/2006/relationships/image" Target="../media/image1520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22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21.png"/><Relationship Id="rId3" Type="http://schemas.openxmlformats.org/officeDocument/2006/relationships/image" Target="../media/image1580.png"/><Relationship Id="rId7" Type="http://schemas.openxmlformats.org/officeDocument/2006/relationships/image" Target="../media/image1600.png"/><Relationship Id="rId12" Type="http://schemas.openxmlformats.org/officeDocument/2006/relationships/image" Target="../media/image120.png"/><Relationship Id="rId2" Type="http://schemas.openxmlformats.org/officeDocument/2006/relationships/image" Target="../media/image1570.png"/><Relationship Id="rId16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28.png"/><Relationship Id="rId5" Type="http://schemas.openxmlformats.org/officeDocument/2006/relationships/image" Target="../media/image115.png"/><Relationship Id="rId15" Type="http://schemas.openxmlformats.org/officeDocument/2006/relationships/image" Target="../media/image164.png"/><Relationship Id="rId10" Type="http://schemas.openxmlformats.org/officeDocument/2006/relationships/image" Target="../media/image163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22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21.png"/><Relationship Id="rId18" Type="http://schemas.openxmlformats.org/officeDocument/2006/relationships/image" Target="../media/image166.png"/><Relationship Id="rId26" Type="http://schemas.openxmlformats.org/officeDocument/2006/relationships/image" Target="../media/image171.png"/><Relationship Id="rId3" Type="http://schemas.openxmlformats.org/officeDocument/2006/relationships/image" Target="../media/image1580.png"/><Relationship Id="rId21" Type="http://schemas.openxmlformats.org/officeDocument/2006/relationships/image" Target="../media/image1370.png"/><Relationship Id="rId7" Type="http://schemas.openxmlformats.org/officeDocument/2006/relationships/image" Target="../media/image1600.png"/><Relationship Id="rId12" Type="http://schemas.openxmlformats.org/officeDocument/2006/relationships/image" Target="../media/image120.png"/><Relationship Id="rId17" Type="http://schemas.openxmlformats.org/officeDocument/2006/relationships/image" Target="../media/image165.png"/><Relationship Id="rId25" Type="http://schemas.openxmlformats.org/officeDocument/2006/relationships/image" Target="../media/image1410.png"/><Relationship Id="rId2" Type="http://schemas.openxmlformats.org/officeDocument/2006/relationships/image" Target="../media/image1570.png"/><Relationship Id="rId16" Type="http://schemas.openxmlformats.org/officeDocument/2006/relationships/image" Target="../media/image123.png"/><Relationship Id="rId20" Type="http://schemas.openxmlformats.org/officeDocument/2006/relationships/image" Target="../media/image168.png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28.png"/><Relationship Id="rId24" Type="http://schemas.openxmlformats.org/officeDocument/2006/relationships/image" Target="../media/image1400.png"/><Relationship Id="rId5" Type="http://schemas.openxmlformats.org/officeDocument/2006/relationships/image" Target="../media/image115.png"/><Relationship Id="rId15" Type="http://schemas.openxmlformats.org/officeDocument/2006/relationships/image" Target="../media/image164.png"/><Relationship Id="rId23" Type="http://schemas.openxmlformats.org/officeDocument/2006/relationships/image" Target="../media/image170.png"/><Relationship Id="rId28" Type="http://schemas.openxmlformats.org/officeDocument/2006/relationships/image" Target="../media/image1430.png"/><Relationship Id="rId10" Type="http://schemas.openxmlformats.org/officeDocument/2006/relationships/image" Target="../media/image163.png"/><Relationship Id="rId19" Type="http://schemas.openxmlformats.org/officeDocument/2006/relationships/image" Target="../media/image167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22.png"/><Relationship Id="rId22" Type="http://schemas.openxmlformats.org/officeDocument/2006/relationships/image" Target="../media/image169.png"/><Relationship Id="rId27" Type="http://schemas.openxmlformats.org/officeDocument/2006/relationships/image" Target="../media/image1420.png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21.png"/><Relationship Id="rId18" Type="http://schemas.openxmlformats.org/officeDocument/2006/relationships/image" Target="../media/image166.png"/><Relationship Id="rId26" Type="http://schemas.openxmlformats.org/officeDocument/2006/relationships/image" Target="../media/image171.png"/><Relationship Id="rId3" Type="http://schemas.openxmlformats.org/officeDocument/2006/relationships/image" Target="../media/image1580.png"/><Relationship Id="rId21" Type="http://schemas.openxmlformats.org/officeDocument/2006/relationships/image" Target="../media/image1370.png"/><Relationship Id="rId7" Type="http://schemas.openxmlformats.org/officeDocument/2006/relationships/image" Target="../media/image1600.png"/><Relationship Id="rId12" Type="http://schemas.openxmlformats.org/officeDocument/2006/relationships/image" Target="../media/image120.png"/><Relationship Id="rId17" Type="http://schemas.openxmlformats.org/officeDocument/2006/relationships/image" Target="../media/image165.png"/><Relationship Id="rId25" Type="http://schemas.openxmlformats.org/officeDocument/2006/relationships/image" Target="../media/image1410.png"/><Relationship Id="rId2" Type="http://schemas.openxmlformats.org/officeDocument/2006/relationships/image" Target="../media/image1570.png"/><Relationship Id="rId16" Type="http://schemas.openxmlformats.org/officeDocument/2006/relationships/image" Target="../media/image123.png"/><Relationship Id="rId20" Type="http://schemas.openxmlformats.org/officeDocument/2006/relationships/image" Target="../media/image168.png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28.png"/><Relationship Id="rId24" Type="http://schemas.openxmlformats.org/officeDocument/2006/relationships/image" Target="../media/image1400.png"/><Relationship Id="rId5" Type="http://schemas.openxmlformats.org/officeDocument/2006/relationships/image" Target="../media/image115.png"/><Relationship Id="rId15" Type="http://schemas.openxmlformats.org/officeDocument/2006/relationships/image" Target="../media/image164.png"/><Relationship Id="rId23" Type="http://schemas.openxmlformats.org/officeDocument/2006/relationships/image" Target="../media/image170.png"/><Relationship Id="rId28" Type="http://schemas.openxmlformats.org/officeDocument/2006/relationships/image" Target="../media/image1430.png"/><Relationship Id="rId10" Type="http://schemas.openxmlformats.org/officeDocument/2006/relationships/image" Target="../media/image163.png"/><Relationship Id="rId19" Type="http://schemas.openxmlformats.org/officeDocument/2006/relationships/image" Target="../media/image167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22.png"/><Relationship Id="rId22" Type="http://schemas.openxmlformats.org/officeDocument/2006/relationships/image" Target="../media/image169.png"/><Relationship Id="rId27" Type="http://schemas.openxmlformats.org/officeDocument/2006/relationships/image" Target="../media/image1420.png"/></Relationships>
</file>

<file path=ppt/slides/_rels/slide7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1.png"/><Relationship Id="rId18" Type="http://schemas.openxmlformats.org/officeDocument/2006/relationships/image" Target="../media/image166.png"/><Relationship Id="rId26" Type="http://schemas.openxmlformats.org/officeDocument/2006/relationships/image" Target="../media/image171.png"/><Relationship Id="rId3" Type="http://schemas.openxmlformats.org/officeDocument/2006/relationships/image" Target="../media/image1580.png"/><Relationship Id="rId21" Type="http://schemas.openxmlformats.org/officeDocument/2006/relationships/image" Target="../media/image1370.png"/><Relationship Id="rId7" Type="http://schemas.openxmlformats.org/officeDocument/2006/relationships/image" Target="../media/image1600.png"/><Relationship Id="rId12" Type="http://schemas.openxmlformats.org/officeDocument/2006/relationships/image" Target="../media/image120.png"/><Relationship Id="rId17" Type="http://schemas.openxmlformats.org/officeDocument/2006/relationships/image" Target="../media/image165.png"/><Relationship Id="rId25" Type="http://schemas.openxmlformats.org/officeDocument/2006/relationships/image" Target="../media/image1410.png"/><Relationship Id="rId33" Type="http://schemas.openxmlformats.org/officeDocument/2006/relationships/image" Target="../media/image174.png"/><Relationship Id="rId2" Type="http://schemas.openxmlformats.org/officeDocument/2006/relationships/image" Target="../media/image1570.png"/><Relationship Id="rId16" Type="http://schemas.openxmlformats.org/officeDocument/2006/relationships/image" Target="../media/image123.png"/><Relationship Id="rId20" Type="http://schemas.openxmlformats.org/officeDocument/2006/relationships/image" Target="../media/image168.png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28.png"/><Relationship Id="rId24" Type="http://schemas.openxmlformats.org/officeDocument/2006/relationships/image" Target="../media/image1400.png"/><Relationship Id="rId32" Type="http://schemas.openxmlformats.org/officeDocument/2006/relationships/image" Target="../media/image173.png"/><Relationship Id="rId5" Type="http://schemas.openxmlformats.org/officeDocument/2006/relationships/image" Target="../media/image115.png"/><Relationship Id="rId15" Type="http://schemas.openxmlformats.org/officeDocument/2006/relationships/image" Target="../media/image164.png"/><Relationship Id="rId23" Type="http://schemas.openxmlformats.org/officeDocument/2006/relationships/image" Target="../media/image170.png"/><Relationship Id="rId28" Type="http://schemas.openxmlformats.org/officeDocument/2006/relationships/image" Target="../media/image1430.png"/><Relationship Id="rId10" Type="http://schemas.openxmlformats.org/officeDocument/2006/relationships/image" Target="../media/image163.png"/><Relationship Id="rId19" Type="http://schemas.openxmlformats.org/officeDocument/2006/relationships/image" Target="../media/image167.png"/><Relationship Id="rId31" Type="http://schemas.openxmlformats.org/officeDocument/2006/relationships/image" Target="../media/image1470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22.png"/><Relationship Id="rId22" Type="http://schemas.openxmlformats.org/officeDocument/2006/relationships/image" Target="../media/image169.png"/><Relationship Id="rId27" Type="http://schemas.openxmlformats.org/officeDocument/2006/relationships/image" Target="../media/image1420.png"/><Relationship Id="rId30" Type="http://schemas.openxmlformats.org/officeDocument/2006/relationships/image" Target="../media/image172.png"/><Relationship Id="rId8" Type="http://schemas.openxmlformats.org/officeDocument/2006/relationships/image" Target="../media/image161.png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1.png"/><Relationship Id="rId13" Type="http://schemas.openxmlformats.org/officeDocument/2006/relationships/image" Target="../media/image121.png"/><Relationship Id="rId18" Type="http://schemas.openxmlformats.org/officeDocument/2006/relationships/image" Target="../media/image166.png"/><Relationship Id="rId26" Type="http://schemas.openxmlformats.org/officeDocument/2006/relationships/image" Target="../media/image171.png"/><Relationship Id="rId3" Type="http://schemas.openxmlformats.org/officeDocument/2006/relationships/image" Target="../media/image1580.png"/><Relationship Id="rId21" Type="http://schemas.openxmlformats.org/officeDocument/2006/relationships/image" Target="../media/image1370.png"/><Relationship Id="rId7" Type="http://schemas.openxmlformats.org/officeDocument/2006/relationships/image" Target="../media/image1600.png"/><Relationship Id="rId12" Type="http://schemas.openxmlformats.org/officeDocument/2006/relationships/image" Target="../media/image120.png"/><Relationship Id="rId17" Type="http://schemas.openxmlformats.org/officeDocument/2006/relationships/image" Target="../media/image165.png"/><Relationship Id="rId25" Type="http://schemas.openxmlformats.org/officeDocument/2006/relationships/image" Target="../media/image1410.png"/><Relationship Id="rId2" Type="http://schemas.openxmlformats.org/officeDocument/2006/relationships/image" Target="../media/image1570.png"/><Relationship Id="rId16" Type="http://schemas.openxmlformats.org/officeDocument/2006/relationships/image" Target="../media/image123.png"/><Relationship Id="rId20" Type="http://schemas.openxmlformats.org/officeDocument/2006/relationships/image" Target="../media/image168.png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28.png"/><Relationship Id="rId24" Type="http://schemas.openxmlformats.org/officeDocument/2006/relationships/image" Target="../media/image1400.png"/><Relationship Id="rId5" Type="http://schemas.openxmlformats.org/officeDocument/2006/relationships/image" Target="../media/image115.png"/><Relationship Id="rId15" Type="http://schemas.openxmlformats.org/officeDocument/2006/relationships/image" Target="../media/image164.png"/><Relationship Id="rId23" Type="http://schemas.openxmlformats.org/officeDocument/2006/relationships/image" Target="../media/image170.png"/><Relationship Id="rId28" Type="http://schemas.openxmlformats.org/officeDocument/2006/relationships/image" Target="../media/image1430.png"/><Relationship Id="rId10" Type="http://schemas.openxmlformats.org/officeDocument/2006/relationships/image" Target="../media/image163.png"/><Relationship Id="rId19" Type="http://schemas.openxmlformats.org/officeDocument/2006/relationships/image" Target="../media/image167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22.png"/><Relationship Id="rId22" Type="http://schemas.openxmlformats.org/officeDocument/2006/relationships/image" Target="../media/image169.png"/><Relationship Id="rId27" Type="http://schemas.openxmlformats.org/officeDocument/2006/relationships/image" Target="../media/image1420.png"/><Relationship Id="rId30" Type="http://schemas.openxmlformats.org/officeDocument/2006/relationships/image" Target="../media/image173.png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490.png"/><Relationship Id="rId7" Type="http://schemas.openxmlformats.org/officeDocument/2006/relationships/image" Target="../media/image177.png"/><Relationship Id="rId2" Type="http://schemas.openxmlformats.org/officeDocument/2006/relationships/image" Target="../media/image15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500.png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8.png"/><Relationship Id="rId3" Type="http://schemas.openxmlformats.org/officeDocument/2006/relationships/image" Target="../media/image1490.png"/><Relationship Id="rId7" Type="http://schemas.openxmlformats.org/officeDocument/2006/relationships/image" Target="../media/image177.png"/><Relationship Id="rId2" Type="http://schemas.openxmlformats.org/officeDocument/2006/relationships/image" Target="../media/image15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500.png"/><Relationship Id="rId9" Type="http://schemas.openxmlformats.org/officeDocument/2006/relationships/image" Target="../media/image1550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5.png"/><Relationship Id="rId18" Type="http://schemas.openxmlformats.org/officeDocument/2006/relationships/image" Target="../media/image130.png"/><Relationship Id="rId3" Type="http://schemas.openxmlformats.org/officeDocument/2006/relationships/image" Target="../media/image180.png"/><Relationship Id="rId21" Type="http://schemas.openxmlformats.org/officeDocument/2006/relationships/image" Target="../media/image178.png"/><Relationship Id="rId7" Type="http://schemas.openxmlformats.org/officeDocument/2006/relationships/image" Target="../media/image181.png"/><Relationship Id="rId12" Type="http://schemas.openxmlformats.org/officeDocument/2006/relationships/image" Target="../media/image184.png"/><Relationship Id="rId17" Type="http://schemas.openxmlformats.org/officeDocument/2006/relationships/image" Target="../media/image189.png"/><Relationship Id="rId2" Type="http://schemas.openxmlformats.org/officeDocument/2006/relationships/image" Target="../media/image179.png"/><Relationship Id="rId16" Type="http://schemas.openxmlformats.org/officeDocument/2006/relationships/image" Target="../media/image188.png"/><Relationship Id="rId20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83.png"/><Relationship Id="rId5" Type="http://schemas.openxmlformats.org/officeDocument/2006/relationships/image" Target="../media/image115.png"/><Relationship Id="rId15" Type="http://schemas.openxmlformats.org/officeDocument/2006/relationships/image" Target="../media/image187.png"/><Relationship Id="rId10" Type="http://schemas.openxmlformats.org/officeDocument/2006/relationships/image" Target="../media/image163.png"/><Relationship Id="rId19" Type="http://schemas.openxmlformats.org/officeDocument/2006/relationships/image" Target="../media/image176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86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5.png"/><Relationship Id="rId18" Type="http://schemas.openxmlformats.org/officeDocument/2006/relationships/image" Target="../media/image130.png"/><Relationship Id="rId3" Type="http://schemas.openxmlformats.org/officeDocument/2006/relationships/image" Target="../media/image180.png"/><Relationship Id="rId21" Type="http://schemas.openxmlformats.org/officeDocument/2006/relationships/image" Target="../media/image178.png"/><Relationship Id="rId7" Type="http://schemas.openxmlformats.org/officeDocument/2006/relationships/image" Target="../media/image181.png"/><Relationship Id="rId12" Type="http://schemas.openxmlformats.org/officeDocument/2006/relationships/image" Target="../media/image184.png"/><Relationship Id="rId17" Type="http://schemas.openxmlformats.org/officeDocument/2006/relationships/image" Target="../media/image189.png"/><Relationship Id="rId2" Type="http://schemas.openxmlformats.org/officeDocument/2006/relationships/image" Target="../media/image179.png"/><Relationship Id="rId16" Type="http://schemas.openxmlformats.org/officeDocument/2006/relationships/image" Target="../media/image188.png"/><Relationship Id="rId20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83.png"/><Relationship Id="rId5" Type="http://schemas.openxmlformats.org/officeDocument/2006/relationships/image" Target="../media/image115.png"/><Relationship Id="rId15" Type="http://schemas.openxmlformats.org/officeDocument/2006/relationships/image" Target="../media/image187.png"/><Relationship Id="rId10" Type="http://schemas.openxmlformats.org/officeDocument/2006/relationships/image" Target="../media/image163.png"/><Relationship Id="rId19" Type="http://schemas.openxmlformats.org/officeDocument/2006/relationships/image" Target="../media/image176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86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6.png"/><Relationship Id="rId3" Type="http://schemas.openxmlformats.org/officeDocument/2006/relationships/image" Target="../media/image180.png"/><Relationship Id="rId7" Type="http://schemas.openxmlformats.org/officeDocument/2006/relationships/image" Target="../media/image181.png"/><Relationship Id="rId12" Type="http://schemas.openxmlformats.org/officeDocument/2006/relationships/image" Target="../media/image185.png"/><Relationship Id="rId2" Type="http://schemas.openxmlformats.org/officeDocument/2006/relationships/image" Target="../media/image179.png"/><Relationship Id="rId16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84.png"/><Relationship Id="rId5" Type="http://schemas.openxmlformats.org/officeDocument/2006/relationships/image" Target="../media/image115.png"/><Relationship Id="rId15" Type="http://schemas.openxmlformats.org/officeDocument/2006/relationships/image" Target="../media/image188.png"/><Relationship Id="rId10" Type="http://schemas.openxmlformats.org/officeDocument/2006/relationships/image" Target="../media/image163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87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6.png"/><Relationship Id="rId18" Type="http://schemas.openxmlformats.org/officeDocument/2006/relationships/image" Target="../media/image167.png"/><Relationship Id="rId26" Type="http://schemas.openxmlformats.org/officeDocument/2006/relationships/image" Target="../media/image191.png"/><Relationship Id="rId3" Type="http://schemas.openxmlformats.org/officeDocument/2006/relationships/image" Target="../media/image180.png"/><Relationship Id="rId21" Type="http://schemas.openxmlformats.org/officeDocument/2006/relationships/image" Target="../media/image169.png"/><Relationship Id="rId7" Type="http://schemas.openxmlformats.org/officeDocument/2006/relationships/image" Target="../media/image181.png"/><Relationship Id="rId12" Type="http://schemas.openxmlformats.org/officeDocument/2006/relationships/image" Target="../media/image185.png"/><Relationship Id="rId17" Type="http://schemas.openxmlformats.org/officeDocument/2006/relationships/image" Target="../media/image1340.png"/><Relationship Id="rId25" Type="http://schemas.openxmlformats.org/officeDocument/2006/relationships/image" Target="../media/image1410.png"/><Relationship Id="rId2" Type="http://schemas.openxmlformats.org/officeDocument/2006/relationships/image" Target="../media/image179.png"/><Relationship Id="rId16" Type="http://schemas.openxmlformats.org/officeDocument/2006/relationships/image" Target="../media/image189.png"/><Relationship Id="rId20" Type="http://schemas.openxmlformats.org/officeDocument/2006/relationships/image" Target="../media/image1370.png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84.png"/><Relationship Id="rId24" Type="http://schemas.openxmlformats.org/officeDocument/2006/relationships/image" Target="../media/image1400.png"/><Relationship Id="rId5" Type="http://schemas.openxmlformats.org/officeDocument/2006/relationships/image" Target="../media/image115.png"/><Relationship Id="rId15" Type="http://schemas.openxmlformats.org/officeDocument/2006/relationships/image" Target="../media/image188.png"/><Relationship Id="rId23" Type="http://schemas.openxmlformats.org/officeDocument/2006/relationships/image" Target="../media/image1390.png"/><Relationship Id="rId28" Type="http://schemas.openxmlformats.org/officeDocument/2006/relationships/image" Target="../media/image192.png"/><Relationship Id="rId10" Type="http://schemas.openxmlformats.org/officeDocument/2006/relationships/image" Target="../media/image163.png"/><Relationship Id="rId19" Type="http://schemas.openxmlformats.org/officeDocument/2006/relationships/image" Target="../media/image168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87.png"/><Relationship Id="rId22" Type="http://schemas.openxmlformats.org/officeDocument/2006/relationships/image" Target="../media/image190.png"/><Relationship Id="rId27" Type="http://schemas.openxmlformats.org/officeDocument/2006/relationships/image" Target="../media/image1420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6.png"/><Relationship Id="rId18" Type="http://schemas.openxmlformats.org/officeDocument/2006/relationships/image" Target="../media/image167.png"/><Relationship Id="rId26" Type="http://schemas.openxmlformats.org/officeDocument/2006/relationships/image" Target="../media/image191.png"/><Relationship Id="rId3" Type="http://schemas.openxmlformats.org/officeDocument/2006/relationships/image" Target="../media/image180.png"/><Relationship Id="rId21" Type="http://schemas.openxmlformats.org/officeDocument/2006/relationships/image" Target="../media/image169.png"/><Relationship Id="rId7" Type="http://schemas.openxmlformats.org/officeDocument/2006/relationships/image" Target="../media/image181.png"/><Relationship Id="rId12" Type="http://schemas.openxmlformats.org/officeDocument/2006/relationships/image" Target="../media/image185.png"/><Relationship Id="rId17" Type="http://schemas.openxmlformats.org/officeDocument/2006/relationships/image" Target="../media/image1340.png"/><Relationship Id="rId25" Type="http://schemas.openxmlformats.org/officeDocument/2006/relationships/image" Target="../media/image1410.png"/><Relationship Id="rId2" Type="http://schemas.openxmlformats.org/officeDocument/2006/relationships/image" Target="../media/image179.png"/><Relationship Id="rId16" Type="http://schemas.openxmlformats.org/officeDocument/2006/relationships/image" Target="../media/image189.png"/><Relationship Id="rId20" Type="http://schemas.openxmlformats.org/officeDocument/2006/relationships/image" Target="../media/image1370.png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84.png"/><Relationship Id="rId24" Type="http://schemas.openxmlformats.org/officeDocument/2006/relationships/image" Target="../media/image1400.png"/><Relationship Id="rId5" Type="http://schemas.openxmlformats.org/officeDocument/2006/relationships/image" Target="../media/image115.png"/><Relationship Id="rId15" Type="http://schemas.openxmlformats.org/officeDocument/2006/relationships/image" Target="../media/image188.png"/><Relationship Id="rId23" Type="http://schemas.openxmlformats.org/officeDocument/2006/relationships/image" Target="../media/image1390.png"/><Relationship Id="rId28" Type="http://schemas.openxmlformats.org/officeDocument/2006/relationships/image" Target="../media/image192.png"/><Relationship Id="rId10" Type="http://schemas.openxmlformats.org/officeDocument/2006/relationships/image" Target="../media/image163.png"/><Relationship Id="rId19" Type="http://schemas.openxmlformats.org/officeDocument/2006/relationships/image" Target="../media/image168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87.png"/><Relationship Id="rId22" Type="http://schemas.openxmlformats.org/officeDocument/2006/relationships/image" Target="../media/image190.png"/><Relationship Id="rId27" Type="http://schemas.openxmlformats.org/officeDocument/2006/relationships/image" Target="../media/image1420.png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png"/><Relationship Id="rId13" Type="http://schemas.openxmlformats.org/officeDocument/2006/relationships/image" Target="../media/image186.png"/><Relationship Id="rId18" Type="http://schemas.openxmlformats.org/officeDocument/2006/relationships/image" Target="../media/image167.png"/><Relationship Id="rId26" Type="http://schemas.openxmlformats.org/officeDocument/2006/relationships/image" Target="../media/image191.png"/><Relationship Id="rId3" Type="http://schemas.openxmlformats.org/officeDocument/2006/relationships/image" Target="../media/image180.png"/><Relationship Id="rId21" Type="http://schemas.openxmlformats.org/officeDocument/2006/relationships/image" Target="../media/image169.png"/><Relationship Id="rId7" Type="http://schemas.openxmlformats.org/officeDocument/2006/relationships/image" Target="../media/image181.png"/><Relationship Id="rId12" Type="http://schemas.openxmlformats.org/officeDocument/2006/relationships/image" Target="../media/image185.png"/><Relationship Id="rId17" Type="http://schemas.openxmlformats.org/officeDocument/2006/relationships/image" Target="../media/image1340.png"/><Relationship Id="rId25" Type="http://schemas.openxmlformats.org/officeDocument/2006/relationships/image" Target="../media/image1410.png"/><Relationship Id="rId2" Type="http://schemas.openxmlformats.org/officeDocument/2006/relationships/image" Target="../media/image179.png"/><Relationship Id="rId16" Type="http://schemas.openxmlformats.org/officeDocument/2006/relationships/image" Target="../media/image189.png"/><Relationship Id="rId20" Type="http://schemas.openxmlformats.org/officeDocument/2006/relationships/image" Target="../media/image1370.png"/><Relationship Id="rId29" Type="http://schemas.openxmlformats.org/officeDocument/2006/relationships/image" Target="../media/image14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0.png"/><Relationship Id="rId11" Type="http://schemas.openxmlformats.org/officeDocument/2006/relationships/image" Target="../media/image184.png"/><Relationship Id="rId24" Type="http://schemas.openxmlformats.org/officeDocument/2006/relationships/image" Target="../media/image1400.png"/><Relationship Id="rId5" Type="http://schemas.openxmlformats.org/officeDocument/2006/relationships/image" Target="../media/image115.png"/><Relationship Id="rId15" Type="http://schemas.openxmlformats.org/officeDocument/2006/relationships/image" Target="../media/image188.png"/><Relationship Id="rId23" Type="http://schemas.openxmlformats.org/officeDocument/2006/relationships/image" Target="../media/image1390.png"/><Relationship Id="rId28" Type="http://schemas.openxmlformats.org/officeDocument/2006/relationships/image" Target="../media/image192.png"/><Relationship Id="rId10" Type="http://schemas.openxmlformats.org/officeDocument/2006/relationships/image" Target="../media/image163.png"/><Relationship Id="rId19" Type="http://schemas.openxmlformats.org/officeDocument/2006/relationships/image" Target="../media/image168.png"/><Relationship Id="rId4" Type="http://schemas.openxmlformats.org/officeDocument/2006/relationships/image" Target="../media/image114.png"/><Relationship Id="rId9" Type="http://schemas.openxmlformats.org/officeDocument/2006/relationships/image" Target="../media/image162.png"/><Relationship Id="rId14" Type="http://schemas.openxmlformats.org/officeDocument/2006/relationships/image" Target="../media/image187.png"/><Relationship Id="rId22" Type="http://schemas.openxmlformats.org/officeDocument/2006/relationships/image" Target="../media/image190.png"/><Relationship Id="rId27" Type="http://schemas.openxmlformats.org/officeDocument/2006/relationships/image" Target="../media/image1420.png"/><Relationship Id="rId30" Type="http://schemas.openxmlformats.org/officeDocument/2006/relationships/image" Target="../media/image193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490.png"/><Relationship Id="rId7" Type="http://schemas.openxmlformats.org/officeDocument/2006/relationships/image" Target="../media/image196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500.png"/><Relationship Id="rId9" Type="http://schemas.openxmlformats.org/officeDocument/2006/relationships/image" Target="../media/image1550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490.png"/><Relationship Id="rId7" Type="http://schemas.openxmlformats.org/officeDocument/2006/relationships/image" Target="../media/image196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500.png"/><Relationship Id="rId9" Type="http://schemas.openxmlformats.org/officeDocument/2006/relationships/image" Target="../media/image198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7.png"/><Relationship Id="rId3" Type="http://schemas.openxmlformats.org/officeDocument/2006/relationships/image" Target="../media/image1490.png"/><Relationship Id="rId7" Type="http://schemas.openxmlformats.org/officeDocument/2006/relationships/image" Target="../media/image196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5.png"/><Relationship Id="rId5" Type="http://schemas.openxmlformats.org/officeDocument/2006/relationships/image" Target="../media/image194.png"/><Relationship Id="rId4" Type="http://schemas.openxmlformats.org/officeDocument/2006/relationships/image" Target="../media/image1500.png"/><Relationship Id="rId9" Type="http://schemas.openxmlformats.org/officeDocument/2006/relationships/image" Target="../media/image198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9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microsoft.com/office/2007/relationships/hdphoto" Target="../media/hdphoto2.wdp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png"/><Relationship Id="rId18" Type="http://schemas.openxmlformats.org/officeDocument/2006/relationships/image" Target="../media/image215.png"/><Relationship Id="rId26" Type="http://schemas.openxmlformats.org/officeDocument/2006/relationships/image" Target="../media/image223.png"/><Relationship Id="rId21" Type="http://schemas.openxmlformats.org/officeDocument/2006/relationships/image" Target="../media/image218.png"/><Relationship Id="rId34" Type="http://schemas.openxmlformats.org/officeDocument/2006/relationships/image" Target="../media/image231.png"/><Relationship Id="rId7" Type="http://schemas.openxmlformats.org/officeDocument/2006/relationships/image" Target="../media/image204.png"/><Relationship Id="rId12" Type="http://schemas.openxmlformats.org/officeDocument/2006/relationships/image" Target="../media/image209.png"/><Relationship Id="rId17" Type="http://schemas.openxmlformats.org/officeDocument/2006/relationships/image" Target="../media/image214.png"/><Relationship Id="rId25" Type="http://schemas.openxmlformats.org/officeDocument/2006/relationships/image" Target="../media/image222.png"/><Relationship Id="rId33" Type="http://schemas.openxmlformats.org/officeDocument/2006/relationships/image" Target="../media/image230.png"/><Relationship Id="rId2" Type="http://schemas.openxmlformats.org/officeDocument/2006/relationships/image" Target="../media/image1990.png"/><Relationship Id="rId16" Type="http://schemas.openxmlformats.org/officeDocument/2006/relationships/image" Target="../media/image213.png"/><Relationship Id="rId20" Type="http://schemas.openxmlformats.org/officeDocument/2006/relationships/image" Target="../media/image217.png"/><Relationship Id="rId29" Type="http://schemas.openxmlformats.org/officeDocument/2006/relationships/image" Target="../media/image2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3.png"/><Relationship Id="rId11" Type="http://schemas.openxmlformats.org/officeDocument/2006/relationships/image" Target="../media/image208.png"/><Relationship Id="rId24" Type="http://schemas.openxmlformats.org/officeDocument/2006/relationships/image" Target="../media/image221.png"/><Relationship Id="rId32" Type="http://schemas.openxmlformats.org/officeDocument/2006/relationships/image" Target="../media/image229.png"/><Relationship Id="rId37" Type="http://schemas.openxmlformats.org/officeDocument/2006/relationships/image" Target="../media/image234.png"/><Relationship Id="rId5" Type="http://schemas.openxmlformats.org/officeDocument/2006/relationships/image" Target="../media/image202.png"/><Relationship Id="rId15" Type="http://schemas.openxmlformats.org/officeDocument/2006/relationships/image" Target="../media/image212.png"/><Relationship Id="rId23" Type="http://schemas.openxmlformats.org/officeDocument/2006/relationships/image" Target="../media/image220.png"/><Relationship Id="rId28" Type="http://schemas.openxmlformats.org/officeDocument/2006/relationships/image" Target="../media/image225.png"/><Relationship Id="rId36" Type="http://schemas.openxmlformats.org/officeDocument/2006/relationships/image" Target="../media/image233.png"/><Relationship Id="rId10" Type="http://schemas.openxmlformats.org/officeDocument/2006/relationships/image" Target="../media/image207.png"/><Relationship Id="rId19" Type="http://schemas.openxmlformats.org/officeDocument/2006/relationships/image" Target="../media/image216.png"/><Relationship Id="rId31" Type="http://schemas.openxmlformats.org/officeDocument/2006/relationships/image" Target="../media/image228.png"/><Relationship Id="rId4" Type="http://schemas.openxmlformats.org/officeDocument/2006/relationships/image" Target="../media/image201.png"/><Relationship Id="rId9" Type="http://schemas.openxmlformats.org/officeDocument/2006/relationships/image" Target="../media/image206.png"/><Relationship Id="rId14" Type="http://schemas.openxmlformats.org/officeDocument/2006/relationships/image" Target="../media/image211.png"/><Relationship Id="rId22" Type="http://schemas.openxmlformats.org/officeDocument/2006/relationships/image" Target="../media/image219.png"/><Relationship Id="rId27" Type="http://schemas.openxmlformats.org/officeDocument/2006/relationships/image" Target="../media/image224.png"/><Relationship Id="rId30" Type="http://schemas.openxmlformats.org/officeDocument/2006/relationships/image" Target="../media/image227.png"/><Relationship Id="rId35" Type="http://schemas.openxmlformats.org/officeDocument/2006/relationships/image" Target="../media/image232.png"/><Relationship Id="rId8" Type="http://schemas.openxmlformats.org/officeDocument/2006/relationships/image" Target="../media/image205.png"/><Relationship Id="rId3" Type="http://schemas.openxmlformats.org/officeDocument/2006/relationships/image" Target="../media/image2000.png"/></Relationships>
</file>

<file path=ppt/slides/_rels/slide9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9.png"/><Relationship Id="rId18" Type="http://schemas.openxmlformats.org/officeDocument/2006/relationships/image" Target="../media/image214.png"/><Relationship Id="rId26" Type="http://schemas.openxmlformats.org/officeDocument/2006/relationships/image" Target="../media/image243.png"/><Relationship Id="rId39" Type="http://schemas.openxmlformats.org/officeDocument/2006/relationships/image" Target="../media/image245.png"/><Relationship Id="rId21" Type="http://schemas.openxmlformats.org/officeDocument/2006/relationships/image" Target="../media/image217.png"/><Relationship Id="rId34" Type="http://schemas.openxmlformats.org/officeDocument/2006/relationships/image" Target="../media/image230.png"/><Relationship Id="rId42" Type="http://schemas.openxmlformats.org/officeDocument/2006/relationships/image" Target="../media/image248.png"/><Relationship Id="rId47" Type="http://schemas.openxmlformats.org/officeDocument/2006/relationships/image" Target="../media/image253.png"/><Relationship Id="rId50" Type="http://schemas.openxmlformats.org/officeDocument/2006/relationships/image" Target="../media/image256.png"/><Relationship Id="rId55" Type="http://schemas.openxmlformats.org/officeDocument/2006/relationships/image" Target="../media/image261.png"/><Relationship Id="rId7" Type="http://schemas.openxmlformats.org/officeDocument/2006/relationships/image" Target="../media/image20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40.png"/><Relationship Id="rId29" Type="http://schemas.openxmlformats.org/officeDocument/2006/relationships/image" Target="../media/image225.png"/><Relationship Id="rId11" Type="http://schemas.openxmlformats.org/officeDocument/2006/relationships/image" Target="../media/image207.png"/><Relationship Id="rId24" Type="http://schemas.openxmlformats.org/officeDocument/2006/relationships/image" Target="../media/image241.png"/><Relationship Id="rId32" Type="http://schemas.openxmlformats.org/officeDocument/2006/relationships/image" Target="../media/image228.png"/><Relationship Id="rId37" Type="http://schemas.openxmlformats.org/officeDocument/2006/relationships/image" Target="../media/image233.png"/><Relationship Id="rId40" Type="http://schemas.openxmlformats.org/officeDocument/2006/relationships/image" Target="../media/image246.png"/><Relationship Id="rId45" Type="http://schemas.openxmlformats.org/officeDocument/2006/relationships/image" Target="../media/image251.png"/><Relationship Id="rId53" Type="http://schemas.openxmlformats.org/officeDocument/2006/relationships/image" Target="../media/image259.png"/><Relationship Id="rId58" Type="http://schemas.openxmlformats.org/officeDocument/2006/relationships/image" Target="../media/image264.png"/><Relationship Id="rId5" Type="http://schemas.openxmlformats.org/officeDocument/2006/relationships/image" Target="../media/image201.png"/><Relationship Id="rId61" Type="http://schemas.openxmlformats.org/officeDocument/2006/relationships/image" Target="../media/image267.png"/><Relationship Id="rId19" Type="http://schemas.openxmlformats.org/officeDocument/2006/relationships/image" Target="../media/image215.png"/><Relationship Id="rId14" Type="http://schemas.openxmlformats.org/officeDocument/2006/relationships/image" Target="../media/image238.png"/><Relationship Id="rId22" Type="http://schemas.openxmlformats.org/officeDocument/2006/relationships/image" Target="../media/image218.png"/><Relationship Id="rId27" Type="http://schemas.openxmlformats.org/officeDocument/2006/relationships/image" Target="../media/image244.png"/><Relationship Id="rId30" Type="http://schemas.openxmlformats.org/officeDocument/2006/relationships/image" Target="../media/image226.png"/><Relationship Id="rId35" Type="http://schemas.openxmlformats.org/officeDocument/2006/relationships/image" Target="../media/image231.png"/><Relationship Id="rId43" Type="http://schemas.openxmlformats.org/officeDocument/2006/relationships/image" Target="../media/image249.png"/><Relationship Id="rId48" Type="http://schemas.openxmlformats.org/officeDocument/2006/relationships/image" Target="../media/image254.png"/><Relationship Id="rId56" Type="http://schemas.openxmlformats.org/officeDocument/2006/relationships/image" Target="../media/image262.png"/><Relationship Id="rId8" Type="http://schemas.openxmlformats.org/officeDocument/2006/relationships/image" Target="../media/image235.png"/><Relationship Id="rId51" Type="http://schemas.openxmlformats.org/officeDocument/2006/relationships/image" Target="../media/image257.png"/><Relationship Id="rId3" Type="http://schemas.openxmlformats.org/officeDocument/2006/relationships/image" Target="../media/image1990.png"/><Relationship Id="rId12" Type="http://schemas.openxmlformats.org/officeDocument/2006/relationships/image" Target="../media/image208.png"/><Relationship Id="rId17" Type="http://schemas.openxmlformats.org/officeDocument/2006/relationships/image" Target="../media/image213.png"/><Relationship Id="rId25" Type="http://schemas.openxmlformats.org/officeDocument/2006/relationships/image" Target="../media/image242.png"/><Relationship Id="rId33" Type="http://schemas.openxmlformats.org/officeDocument/2006/relationships/image" Target="../media/image229.png"/><Relationship Id="rId38" Type="http://schemas.openxmlformats.org/officeDocument/2006/relationships/image" Target="../media/image234.png"/><Relationship Id="rId46" Type="http://schemas.openxmlformats.org/officeDocument/2006/relationships/image" Target="../media/image252.png"/><Relationship Id="rId59" Type="http://schemas.openxmlformats.org/officeDocument/2006/relationships/image" Target="../media/image265.png"/><Relationship Id="rId20" Type="http://schemas.openxmlformats.org/officeDocument/2006/relationships/image" Target="../media/image216.png"/><Relationship Id="rId41" Type="http://schemas.openxmlformats.org/officeDocument/2006/relationships/image" Target="../media/image247.png"/><Relationship Id="rId54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2.png"/><Relationship Id="rId15" Type="http://schemas.openxmlformats.org/officeDocument/2006/relationships/image" Target="../media/image239.png"/><Relationship Id="rId23" Type="http://schemas.openxmlformats.org/officeDocument/2006/relationships/image" Target="../media/image219.png"/><Relationship Id="rId28" Type="http://schemas.openxmlformats.org/officeDocument/2006/relationships/image" Target="../media/image224.png"/><Relationship Id="rId36" Type="http://schemas.openxmlformats.org/officeDocument/2006/relationships/image" Target="../media/image232.png"/><Relationship Id="rId49" Type="http://schemas.openxmlformats.org/officeDocument/2006/relationships/image" Target="../media/image255.png"/><Relationship Id="rId57" Type="http://schemas.openxmlformats.org/officeDocument/2006/relationships/image" Target="../media/image263.png"/><Relationship Id="rId10" Type="http://schemas.openxmlformats.org/officeDocument/2006/relationships/image" Target="../media/image237.png"/><Relationship Id="rId31" Type="http://schemas.openxmlformats.org/officeDocument/2006/relationships/image" Target="../media/image227.png"/><Relationship Id="rId44" Type="http://schemas.openxmlformats.org/officeDocument/2006/relationships/image" Target="../media/image250.png"/><Relationship Id="rId52" Type="http://schemas.openxmlformats.org/officeDocument/2006/relationships/image" Target="../media/image258.png"/><Relationship Id="rId60" Type="http://schemas.openxmlformats.org/officeDocument/2006/relationships/image" Target="../media/image266.png"/><Relationship Id="rId4" Type="http://schemas.openxmlformats.org/officeDocument/2006/relationships/image" Target="../media/image2000.png"/><Relationship Id="rId9" Type="http://schemas.openxmlformats.org/officeDocument/2006/relationships/image" Target="../media/image236.png"/></Relationships>
</file>

<file path=ppt/slides/_rels/slide9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8.png"/><Relationship Id="rId18" Type="http://schemas.openxmlformats.org/officeDocument/2006/relationships/image" Target="../media/image283.png"/><Relationship Id="rId26" Type="http://schemas.openxmlformats.org/officeDocument/2006/relationships/image" Target="../media/image291.png"/><Relationship Id="rId39" Type="http://schemas.openxmlformats.org/officeDocument/2006/relationships/image" Target="../media/image304.png"/><Relationship Id="rId21" Type="http://schemas.openxmlformats.org/officeDocument/2006/relationships/image" Target="../media/image286.png"/><Relationship Id="rId34" Type="http://schemas.openxmlformats.org/officeDocument/2006/relationships/image" Target="../media/image299.png"/><Relationship Id="rId42" Type="http://schemas.openxmlformats.org/officeDocument/2006/relationships/image" Target="../media/image251.png"/><Relationship Id="rId47" Type="http://schemas.openxmlformats.org/officeDocument/2006/relationships/image" Target="../media/image264.png"/><Relationship Id="rId50" Type="http://schemas.openxmlformats.org/officeDocument/2006/relationships/image" Target="../media/image257.png"/><Relationship Id="rId55" Type="http://schemas.openxmlformats.org/officeDocument/2006/relationships/image" Target="../media/image259.png"/><Relationship Id="rId7" Type="http://schemas.openxmlformats.org/officeDocument/2006/relationships/image" Target="../media/image27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81.png"/><Relationship Id="rId29" Type="http://schemas.openxmlformats.org/officeDocument/2006/relationships/image" Target="../media/image294.png"/><Relationship Id="rId11" Type="http://schemas.openxmlformats.org/officeDocument/2006/relationships/image" Target="../media/image276.png"/><Relationship Id="rId24" Type="http://schemas.openxmlformats.org/officeDocument/2006/relationships/image" Target="../media/image289.png"/><Relationship Id="rId32" Type="http://schemas.openxmlformats.org/officeDocument/2006/relationships/image" Target="../media/image297.png"/><Relationship Id="rId37" Type="http://schemas.openxmlformats.org/officeDocument/2006/relationships/image" Target="../media/image302.png"/><Relationship Id="rId40" Type="http://schemas.openxmlformats.org/officeDocument/2006/relationships/image" Target="../media/image305.png"/><Relationship Id="rId45" Type="http://schemas.openxmlformats.org/officeDocument/2006/relationships/image" Target="../media/image308.png"/><Relationship Id="rId53" Type="http://schemas.openxmlformats.org/officeDocument/2006/relationships/image" Target="../media/image258.png"/><Relationship Id="rId58" Type="http://schemas.openxmlformats.org/officeDocument/2006/relationships/image" Target="../media/image312.png"/><Relationship Id="rId5" Type="http://schemas.openxmlformats.org/officeDocument/2006/relationships/image" Target="../media/image270.png"/><Relationship Id="rId61" Type="http://schemas.openxmlformats.org/officeDocument/2006/relationships/image" Target="../media/image253.png"/><Relationship Id="rId19" Type="http://schemas.openxmlformats.org/officeDocument/2006/relationships/image" Target="../media/image284.png"/><Relationship Id="rId14" Type="http://schemas.openxmlformats.org/officeDocument/2006/relationships/image" Target="../media/image279.png"/><Relationship Id="rId22" Type="http://schemas.openxmlformats.org/officeDocument/2006/relationships/image" Target="../media/image287.png"/><Relationship Id="rId27" Type="http://schemas.openxmlformats.org/officeDocument/2006/relationships/image" Target="../media/image292.png"/><Relationship Id="rId30" Type="http://schemas.openxmlformats.org/officeDocument/2006/relationships/image" Target="../media/image295.png"/><Relationship Id="rId35" Type="http://schemas.openxmlformats.org/officeDocument/2006/relationships/image" Target="../media/image300.png"/><Relationship Id="rId43" Type="http://schemas.openxmlformats.org/officeDocument/2006/relationships/image" Target="../media/image306.png"/><Relationship Id="rId48" Type="http://schemas.openxmlformats.org/officeDocument/2006/relationships/image" Target="../media/image255.png"/><Relationship Id="rId56" Type="http://schemas.openxmlformats.org/officeDocument/2006/relationships/image" Target="../media/image256.png"/><Relationship Id="rId8" Type="http://schemas.openxmlformats.org/officeDocument/2006/relationships/image" Target="../media/image273.png"/><Relationship Id="rId51" Type="http://schemas.openxmlformats.org/officeDocument/2006/relationships/image" Target="../media/image260.png"/><Relationship Id="rId3" Type="http://schemas.openxmlformats.org/officeDocument/2006/relationships/image" Target="../media/image268.png"/><Relationship Id="rId12" Type="http://schemas.openxmlformats.org/officeDocument/2006/relationships/image" Target="../media/image277.png"/><Relationship Id="rId17" Type="http://schemas.openxmlformats.org/officeDocument/2006/relationships/image" Target="../media/image282.png"/><Relationship Id="rId25" Type="http://schemas.openxmlformats.org/officeDocument/2006/relationships/image" Target="../media/image290.png"/><Relationship Id="rId33" Type="http://schemas.openxmlformats.org/officeDocument/2006/relationships/image" Target="../media/image298.png"/><Relationship Id="rId38" Type="http://schemas.openxmlformats.org/officeDocument/2006/relationships/image" Target="../media/image303.png"/><Relationship Id="rId46" Type="http://schemas.openxmlformats.org/officeDocument/2006/relationships/image" Target="../media/image309.png"/><Relationship Id="rId59" Type="http://schemas.openxmlformats.org/officeDocument/2006/relationships/image" Target="../media/image266.png"/><Relationship Id="rId20" Type="http://schemas.openxmlformats.org/officeDocument/2006/relationships/image" Target="../media/image285.png"/><Relationship Id="rId41" Type="http://schemas.openxmlformats.org/officeDocument/2006/relationships/image" Target="../media/image250.png"/><Relationship Id="rId54" Type="http://schemas.openxmlformats.org/officeDocument/2006/relationships/image" Target="../media/image262.png"/><Relationship Id="rId62" Type="http://schemas.openxmlformats.org/officeDocument/2006/relationships/image" Target="../media/image3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1.png"/><Relationship Id="rId15" Type="http://schemas.openxmlformats.org/officeDocument/2006/relationships/image" Target="../media/image280.png"/><Relationship Id="rId23" Type="http://schemas.openxmlformats.org/officeDocument/2006/relationships/image" Target="../media/image288.png"/><Relationship Id="rId28" Type="http://schemas.openxmlformats.org/officeDocument/2006/relationships/image" Target="../media/image293.png"/><Relationship Id="rId36" Type="http://schemas.openxmlformats.org/officeDocument/2006/relationships/image" Target="../media/image301.png"/><Relationship Id="rId49" Type="http://schemas.openxmlformats.org/officeDocument/2006/relationships/image" Target="../media/image310.png"/><Relationship Id="rId57" Type="http://schemas.openxmlformats.org/officeDocument/2006/relationships/image" Target="../media/image311.png"/><Relationship Id="rId10" Type="http://schemas.openxmlformats.org/officeDocument/2006/relationships/image" Target="../media/image275.png"/><Relationship Id="rId31" Type="http://schemas.openxmlformats.org/officeDocument/2006/relationships/image" Target="../media/image296.png"/><Relationship Id="rId44" Type="http://schemas.openxmlformats.org/officeDocument/2006/relationships/image" Target="../media/image307.png"/><Relationship Id="rId52" Type="http://schemas.openxmlformats.org/officeDocument/2006/relationships/image" Target="../media/image261.png"/><Relationship Id="rId60" Type="http://schemas.openxmlformats.org/officeDocument/2006/relationships/image" Target="../media/image313.png"/><Relationship Id="rId4" Type="http://schemas.openxmlformats.org/officeDocument/2006/relationships/image" Target="../media/image269.png"/><Relationship Id="rId9" Type="http://schemas.openxmlformats.org/officeDocument/2006/relationships/image" Target="../media/image274.png"/></Relationships>
</file>

<file path=ppt/slides/_rels/slide9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8.png"/><Relationship Id="rId21" Type="http://schemas.openxmlformats.org/officeDocument/2006/relationships/image" Target="../media/image333.png"/><Relationship Id="rId42" Type="http://schemas.openxmlformats.org/officeDocument/2006/relationships/image" Target="../media/image353.png"/><Relationship Id="rId47" Type="http://schemas.openxmlformats.org/officeDocument/2006/relationships/image" Target="../media/image358.png"/><Relationship Id="rId63" Type="http://schemas.openxmlformats.org/officeDocument/2006/relationships/image" Target="../media/image371.png"/><Relationship Id="rId68" Type="http://schemas.openxmlformats.org/officeDocument/2006/relationships/image" Target="../media/image376.png"/><Relationship Id="rId7" Type="http://schemas.openxmlformats.org/officeDocument/2006/relationships/image" Target="../media/image319.png"/><Relationship Id="rId71" Type="http://schemas.openxmlformats.org/officeDocument/2006/relationships/image" Target="../media/image37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8.png"/><Relationship Id="rId29" Type="http://schemas.openxmlformats.org/officeDocument/2006/relationships/image" Target="../media/image341.png"/><Relationship Id="rId11" Type="http://schemas.openxmlformats.org/officeDocument/2006/relationships/image" Target="../media/image323.png"/><Relationship Id="rId24" Type="http://schemas.openxmlformats.org/officeDocument/2006/relationships/image" Target="../media/image336.png"/><Relationship Id="rId32" Type="http://schemas.openxmlformats.org/officeDocument/2006/relationships/image" Target="../media/image344.png"/><Relationship Id="rId37" Type="http://schemas.openxmlformats.org/officeDocument/2006/relationships/image" Target="../media/image349.png"/><Relationship Id="rId40" Type="http://schemas.openxmlformats.org/officeDocument/2006/relationships/image" Target="../media/image305.png"/><Relationship Id="rId45" Type="http://schemas.openxmlformats.org/officeDocument/2006/relationships/image" Target="../media/image356.png"/><Relationship Id="rId53" Type="http://schemas.openxmlformats.org/officeDocument/2006/relationships/image" Target="../media/image364.png"/><Relationship Id="rId58" Type="http://schemas.openxmlformats.org/officeDocument/2006/relationships/image" Target="../media/image369.png"/><Relationship Id="rId66" Type="http://schemas.openxmlformats.org/officeDocument/2006/relationships/image" Target="../media/image374.png"/><Relationship Id="rId74" Type="http://schemas.openxmlformats.org/officeDocument/2006/relationships/image" Target="../media/image3270.png"/><Relationship Id="rId5" Type="http://schemas.openxmlformats.org/officeDocument/2006/relationships/image" Target="../media/image317.png"/><Relationship Id="rId61" Type="http://schemas.openxmlformats.org/officeDocument/2006/relationships/image" Target="../media/image314.png"/><Relationship Id="rId19" Type="http://schemas.openxmlformats.org/officeDocument/2006/relationships/image" Target="../media/image331.png"/><Relationship Id="rId14" Type="http://schemas.openxmlformats.org/officeDocument/2006/relationships/image" Target="../media/image326.png"/><Relationship Id="rId22" Type="http://schemas.openxmlformats.org/officeDocument/2006/relationships/image" Target="../media/image334.png"/><Relationship Id="rId27" Type="http://schemas.openxmlformats.org/officeDocument/2006/relationships/image" Target="../media/image339.png"/><Relationship Id="rId30" Type="http://schemas.openxmlformats.org/officeDocument/2006/relationships/image" Target="../media/image342.png"/><Relationship Id="rId35" Type="http://schemas.openxmlformats.org/officeDocument/2006/relationships/image" Target="../media/image347.png"/><Relationship Id="rId43" Type="http://schemas.openxmlformats.org/officeDocument/2006/relationships/image" Target="../media/image354.png"/><Relationship Id="rId48" Type="http://schemas.openxmlformats.org/officeDocument/2006/relationships/image" Target="../media/image359.png"/><Relationship Id="rId56" Type="http://schemas.openxmlformats.org/officeDocument/2006/relationships/image" Target="../media/image367.png"/><Relationship Id="rId64" Type="http://schemas.openxmlformats.org/officeDocument/2006/relationships/image" Target="../media/image372.png"/><Relationship Id="rId69" Type="http://schemas.openxmlformats.org/officeDocument/2006/relationships/image" Target="../media/image377.png"/><Relationship Id="rId8" Type="http://schemas.openxmlformats.org/officeDocument/2006/relationships/image" Target="../media/image320.png"/><Relationship Id="rId51" Type="http://schemas.openxmlformats.org/officeDocument/2006/relationships/image" Target="../media/image362.png"/><Relationship Id="rId72" Type="http://schemas.openxmlformats.org/officeDocument/2006/relationships/image" Target="../media/image380.png"/><Relationship Id="rId3" Type="http://schemas.openxmlformats.org/officeDocument/2006/relationships/image" Target="../media/image315.png"/><Relationship Id="rId12" Type="http://schemas.openxmlformats.org/officeDocument/2006/relationships/image" Target="../media/image324.png"/><Relationship Id="rId17" Type="http://schemas.openxmlformats.org/officeDocument/2006/relationships/image" Target="../media/image329.png"/><Relationship Id="rId25" Type="http://schemas.openxmlformats.org/officeDocument/2006/relationships/image" Target="../media/image337.png"/><Relationship Id="rId33" Type="http://schemas.openxmlformats.org/officeDocument/2006/relationships/image" Target="../media/image345.png"/><Relationship Id="rId38" Type="http://schemas.openxmlformats.org/officeDocument/2006/relationships/image" Target="../media/image350.png"/><Relationship Id="rId46" Type="http://schemas.openxmlformats.org/officeDocument/2006/relationships/image" Target="../media/image357.png"/><Relationship Id="rId67" Type="http://schemas.openxmlformats.org/officeDocument/2006/relationships/image" Target="../media/image375.png"/><Relationship Id="rId20" Type="http://schemas.openxmlformats.org/officeDocument/2006/relationships/image" Target="../media/image332.png"/><Relationship Id="rId41" Type="http://schemas.openxmlformats.org/officeDocument/2006/relationships/image" Target="../media/image352.png"/><Relationship Id="rId54" Type="http://schemas.openxmlformats.org/officeDocument/2006/relationships/image" Target="../media/image365.png"/><Relationship Id="rId62" Type="http://schemas.openxmlformats.org/officeDocument/2006/relationships/image" Target="../media/image370.png"/><Relationship Id="rId70" Type="http://schemas.openxmlformats.org/officeDocument/2006/relationships/image" Target="../media/image3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8.png"/><Relationship Id="rId15" Type="http://schemas.openxmlformats.org/officeDocument/2006/relationships/image" Target="../media/image327.png"/><Relationship Id="rId23" Type="http://schemas.openxmlformats.org/officeDocument/2006/relationships/image" Target="../media/image335.png"/><Relationship Id="rId28" Type="http://schemas.openxmlformats.org/officeDocument/2006/relationships/image" Target="../media/image340.png"/><Relationship Id="rId36" Type="http://schemas.openxmlformats.org/officeDocument/2006/relationships/image" Target="../media/image348.png"/><Relationship Id="rId49" Type="http://schemas.openxmlformats.org/officeDocument/2006/relationships/image" Target="../media/image360.png"/><Relationship Id="rId57" Type="http://schemas.openxmlformats.org/officeDocument/2006/relationships/image" Target="../media/image368.png"/><Relationship Id="rId10" Type="http://schemas.openxmlformats.org/officeDocument/2006/relationships/image" Target="../media/image322.png"/><Relationship Id="rId31" Type="http://schemas.openxmlformats.org/officeDocument/2006/relationships/image" Target="../media/image343.png"/><Relationship Id="rId44" Type="http://schemas.openxmlformats.org/officeDocument/2006/relationships/image" Target="../media/image355.png"/><Relationship Id="rId52" Type="http://schemas.openxmlformats.org/officeDocument/2006/relationships/image" Target="../media/image363.png"/><Relationship Id="rId65" Type="http://schemas.openxmlformats.org/officeDocument/2006/relationships/image" Target="../media/image373.png"/><Relationship Id="rId73" Type="http://schemas.openxmlformats.org/officeDocument/2006/relationships/image" Target="../media/image381.png"/><Relationship Id="rId4" Type="http://schemas.openxmlformats.org/officeDocument/2006/relationships/image" Target="../media/image316.png"/><Relationship Id="rId9" Type="http://schemas.openxmlformats.org/officeDocument/2006/relationships/image" Target="../media/image321.png"/><Relationship Id="rId13" Type="http://schemas.openxmlformats.org/officeDocument/2006/relationships/image" Target="../media/image325.png"/><Relationship Id="rId18" Type="http://schemas.openxmlformats.org/officeDocument/2006/relationships/image" Target="../media/image330.png"/><Relationship Id="rId39" Type="http://schemas.openxmlformats.org/officeDocument/2006/relationships/image" Target="../media/image351.png"/><Relationship Id="rId34" Type="http://schemas.openxmlformats.org/officeDocument/2006/relationships/image" Target="../media/image346.png"/><Relationship Id="rId50" Type="http://schemas.openxmlformats.org/officeDocument/2006/relationships/image" Target="../media/image361.png"/><Relationship Id="rId55" Type="http://schemas.openxmlformats.org/officeDocument/2006/relationships/image" Target="../media/image366.png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8.png"/><Relationship Id="rId3" Type="http://schemas.openxmlformats.org/officeDocument/2006/relationships/image" Target="../media/image383.png"/><Relationship Id="rId7" Type="http://schemas.openxmlformats.org/officeDocument/2006/relationships/image" Target="../media/image38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6.png"/><Relationship Id="rId11" Type="http://schemas.openxmlformats.org/officeDocument/2006/relationships/image" Target="../media/image382.png"/><Relationship Id="rId5" Type="http://schemas.openxmlformats.org/officeDocument/2006/relationships/image" Target="../media/image385.png"/><Relationship Id="rId10" Type="http://schemas.openxmlformats.org/officeDocument/2006/relationships/image" Target="../media/image390.png"/><Relationship Id="rId4" Type="http://schemas.openxmlformats.org/officeDocument/2006/relationships/image" Target="../media/image384.png"/><Relationship Id="rId9" Type="http://schemas.openxmlformats.org/officeDocument/2006/relationships/image" Target="../media/image389.png"/></Relationships>
</file>

<file path=ppt/slides/_rels/slide10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37.png"/><Relationship Id="rId21" Type="http://schemas.openxmlformats.org/officeDocument/2006/relationships/image" Target="../media/image332.png"/><Relationship Id="rId42" Type="http://schemas.openxmlformats.org/officeDocument/2006/relationships/image" Target="../media/image352.png"/><Relationship Id="rId47" Type="http://schemas.openxmlformats.org/officeDocument/2006/relationships/image" Target="../media/image357.png"/><Relationship Id="rId63" Type="http://schemas.openxmlformats.org/officeDocument/2006/relationships/image" Target="../media/image373.png"/><Relationship Id="rId68" Type="http://schemas.openxmlformats.org/officeDocument/2006/relationships/image" Target="../media/image378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27.png"/><Relationship Id="rId29" Type="http://schemas.openxmlformats.org/officeDocument/2006/relationships/image" Target="../media/image340.png"/><Relationship Id="rId11" Type="http://schemas.openxmlformats.org/officeDocument/2006/relationships/image" Target="../media/image322.png"/><Relationship Id="rId24" Type="http://schemas.openxmlformats.org/officeDocument/2006/relationships/image" Target="../media/image335.png"/><Relationship Id="rId32" Type="http://schemas.openxmlformats.org/officeDocument/2006/relationships/image" Target="../media/image343.png"/><Relationship Id="rId37" Type="http://schemas.openxmlformats.org/officeDocument/2006/relationships/image" Target="../media/image348.png"/><Relationship Id="rId40" Type="http://schemas.openxmlformats.org/officeDocument/2006/relationships/image" Target="../media/image351.png"/><Relationship Id="rId45" Type="http://schemas.openxmlformats.org/officeDocument/2006/relationships/image" Target="../media/image355.png"/><Relationship Id="rId53" Type="http://schemas.openxmlformats.org/officeDocument/2006/relationships/image" Target="../media/image396.png"/><Relationship Id="rId58" Type="http://schemas.openxmlformats.org/officeDocument/2006/relationships/image" Target="../media/image401.png"/><Relationship Id="rId66" Type="http://schemas.openxmlformats.org/officeDocument/2006/relationships/image" Target="../media/image3870.png"/><Relationship Id="rId74" Type="http://schemas.openxmlformats.org/officeDocument/2006/relationships/image" Target="../media/image403.png"/><Relationship Id="rId5" Type="http://schemas.openxmlformats.org/officeDocument/2006/relationships/image" Target="../media/image316.png"/><Relationship Id="rId61" Type="http://schemas.openxmlformats.org/officeDocument/2006/relationships/image" Target="../media/image371.png"/><Relationship Id="rId19" Type="http://schemas.openxmlformats.org/officeDocument/2006/relationships/image" Target="../media/image330.png"/><Relationship Id="rId14" Type="http://schemas.openxmlformats.org/officeDocument/2006/relationships/image" Target="../media/image325.png"/><Relationship Id="rId22" Type="http://schemas.openxmlformats.org/officeDocument/2006/relationships/image" Target="../media/image333.png"/><Relationship Id="rId27" Type="http://schemas.openxmlformats.org/officeDocument/2006/relationships/image" Target="../media/image338.png"/><Relationship Id="rId30" Type="http://schemas.openxmlformats.org/officeDocument/2006/relationships/image" Target="../media/image341.png"/><Relationship Id="rId35" Type="http://schemas.openxmlformats.org/officeDocument/2006/relationships/image" Target="../media/image346.png"/><Relationship Id="rId43" Type="http://schemas.openxmlformats.org/officeDocument/2006/relationships/image" Target="../media/image353.png"/><Relationship Id="rId48" Type="http://schemas.openxmlformats.org/officeDocument/2006/relationships/image" Target="../media/image391.png"/><Relationship Id="rId56" Type="http://schemas.openxmlformats.org/officeDocument/2006/relationships/image" Target="../media/image399.png"/><Relationship Id="rId64" Type="http://schemas.openxmlformats.org/officeDocument/2006/relationships/image" Target="../media/image3850.png"/><Relationship Id="rId69" Type="http://schemas.openxmlformats.org/officeDocument/2006/relationships/image" Target="../media/image3900.png"/><Relationship Id="rId8" Type="http://schemas.openxmlformats.org/officeDocument/2006/relationships/image" Target="../media/image319.png"/><Relationship Id="rId51" Type="http://schemas.openxmlformats.org/officeDocument/2006/relationships/image" Target="../media/image394.png"/><Relationship Id="rId72" Type="http://schemas.openxmlformats.org/officeDocument/2006/relationships/image" Target="../media/image3930.png"/><Relationship Id="rId12" Type="http://schemas.openxmlformats.org/officeDocument/2006/relationships/image" Target="../media/image323.png"/><Relationship Id="rId17" Type="http://schemas.openxmlformats.org/officeDocument/2006/relationships/image" Target="../media/image328.png"/><Relationship Id="rId25" Type="http://schemas.openxmlformats.org/officeDocument/2006/relationships/image" Target="../media/image336.png"/><Relationship Id="rId33" Type="http://schemas.openxmlformats.org/officeDocument/2006/relationships/image" Target="../media/image344.png"/><Relationship Id="rId38" Type="http://schemas.openxmlformats.org/officeDocument/2006/relationships/image" Target="../media/image349.png"/><Relationship Id="rId46" Type="http://schemas.openxmlformats.org/officeDocument/2006/relationships/image" Target="../media/image356.png"/><Relationship Id="rId59" Type="http://schemas.openxmlformats.org/officeDocument/2006/relationships/image" Target="../media/image402.png"/><Relationship Id="rId67" Type="http://schemas.openxmlformats.org/officeDocument/2006/relationships/image" Target="../media/image3880.png"/><Relationship Id="rId20" Type="http://schemas.openxmlformats.org/officeDocument/2006/relationships/image" Target="../media/image331.png"/><Relationship Id="rId41" Type="http://schemas.openxmlformats.org/officeDocument/2006/relationships/image" Target="../media/image3800.png"/><Relationship Id="rId54" Type="http://schemas.openxmlformats.org/officeDocument/2006/relationships/image" Target="../media/image397.png"/><Relationship Id="rId62" Type="http://schemas.openxmlformats.org/officeDocument/2006/relationships/image" Target="../media/image3830.png"/><Relationship Id="rId70" Type="http://schemas.openxmlformats.org/officeDocument/2006/relationships/image" Target="../media/image39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7.png"/><Relationship Id="rId15" Type="http://schemas.openxmlformats.org/officeDocument/2006/relationships/image" Target="../media/image326.png"/><Relationship Id="rId23" Type="http://schemas.openxmlformats.org/officeDocument/2006/relationships/image" Target="../media/image334.png"/><Relationship Id="rId28" Type="http://schemas.openxmlformats.org/officeDocument/2006/relationships/image" Target="../media/image339.png"/><Relationship Id="rId36" Type="http://schemas.openxmlformats.org/officeDocument/2006/relationships/image" Target="../media/image347.png"/><Relationship Id="rId49" Type="http://schemas.openxmlformats.org/officeDocument/2006/relationships/image" Target="../media/image392.png"/><Relationship Id="rId57" Type="http://schemas.openxmlformats.org/officeDocument/2006/relationships/image" Target="../media/image400.png"/><Relationship Id="rId10" Type="http://schemas.openxmlformats.org/officeDocument/2006/relationships/image" Target="../media/image321.png"/><Relationship Id="rId31" Type="http://schemas.openxmlformats.org/officeDocument/2006/relationships/image" Target="../media/image342.png"/><Relationship Id="rId44" Type="http://schemas.openxmlformats.org/officeDocument/2006/relationships/image" Target="../media/image354.png"/><Relationship Id="rId52" Type="http://schemas.openxmlformats.org/officeDocument/2006/relationships/image" Target="../media/image395.png"/><Relationship Id="rId60" Type="http://schemas.openxmlformats.org/officeDocument/2006/relationships/image" Target="../media/image3810.png"/><Relationship Id="rId65" Type="http://schemas.openxmlformats.org/officeDocument/2006/relationships/image" Target="../media/image375.png"/><Relationship Id="rId73" Type="http://schemas.openxmlformats.org/officeDocument/2006/relationships/image" Target="../media/image3940.png"/><Relationship Id="rId4" Type="http://schemas.openxmlformats.org/officeDocument/2006/relationships/image" Target="../media/image315.png"/><Relationship Id="rId9" Type="http://schemas.openxmlformats.org/officeDocument/2006/relationships/image" Target="../media/image320.png"/><Relationship Id="rId13" Type="http://schemas.openxmlformats.org/officeDocument/2006/relationships/image" Target="../media/image324.png"/><Relationship Id="rId18" Type="http://schemas.openxmlformats.org/officeDocument/2006/relationships/image" Target="../media/image329.png"/><Relationship Id="rId39" Type="http://schemas.openxmlformats.org/officeDocument/2006/relationships/image" Target="../media/image350.png"/><Relationship Id="rId34" Type="http://schemas.openxmlformats.org/officeDocument/2006/relationships/image" Target="../media/image345.png"/><Relationship Id="rId50" Type="http://schemas.openxmlformats.org/officeDocument/2006/relationships/image" Target="../media/image393.png"/><Relationship Id="rId55" Type="http://schemas.openxmlformats.org/officeDocument/2006/relationships/image" Target="../media/image398.png"/><Relationship Id="rId7" Type="http://schemas.openxmlformats.org/officeDocument/2006/relationships/image" Target="../media/image318.png"/><Relationship Id="rId71" Type="http://schemas.openxmlformats.org/officeDocument/2006/relationships/image" Target="../media/image3920.png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0.png"/><Relationship Id="rId2" Type="http://schemas.openxmlformats.org/officeDocument/2006/relationships/image" Target="../media/image3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4.png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0.png"/><Relationship Id="rId2" Type="http://schemas.openxmlformats.org/officeDocument/2006/relationships/image" Target="../media/image3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4.png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0.png"/><Relationship Id="rId2" Type="http://schemas.openxmlformats.org/officeDocument/2006/relationships/image" Target="../media/image32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4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5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3DE36D-0D76-A7F0-13C6-1CAF32F90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514350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Beispiel Rechnung:</a:t>
            </a:r>
            <a:b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„Wir wollen 3 Säulen setzten“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172D62F-BB80-3D91-0444-C4CB9302AF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11" b="96000" l="9778" r="89778">
                        <a14:foregroundMark x1="62667" y1="26667" x2="62667" y2="31556"/>
                        <a14:foregroundMark x1="62222" y1="74222" x2="62667" y2="60000"/>
                        <a14:foregroundMark x1="45778" y1="33333" x2="45778" y2="51556"/>
                        <a14:foregroundMark x1="53468" y1="51410" x2="53425" y2="52889"/>
                        <a14:foregroundMark x1="53778" y1="40889" x2="53511" y2="49946"/>
                        <a14:foregroundMark x1="27556" y1="88444" x2="31556" y2="88444"/>
                        <a14:foregroundMark x1="32889" y1="94667" x2="35632" y2="95059"/>
                        <a14:foregroundMark x1="33778" y1="94667" x2="37333" y2="94667"/>
                        <a14:foregroundMark x1="24889" y1="8889" x2="25333" y2="7111"/>
                        <a14:backgroundMark x1="36079" y1="96637" x2="44444" y2="97778"/>
                        <a14:backgroundMark x1="50222" y1="55111" x2="51111" y2="55111"/>
                        <a14:backgroundMark x1="50667" y1="52889" x2="50667" y2="60000"/>
                      </a14:backgroundRemoval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60388" y="3441700"/>
            <a:ext cx="3430588" cy="343058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4E774EE-EA70-2F7A-91E5-4B5DA723E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11" b="96000" l="9778" r="89778">
                        <a14:foregroundMark x1="62667" y1="26667" x2="62667" y2="31556"/>
                        <a14:foregroundMark x1="62222" y1="74222" x2="62667" y2="60000"/>
                        <a14:foregroundMark x1="45778" y1="33333" x2="45778" y2="51556"/>
                        <a14:foregroundMark x1="53468" y1="51410" x2="53425" y2="52889"/>
                        <a14:foregroundMark x1="53778" y1="40889" x2="53511" y2="49946"/>
                        <a14:foregroundMark x1="27556" y1="88444" x2="31556" y2="88444"/>
                        <a14:foregroundMark x1="32889" y1="94667" x2="35632" y2="95059"/>
                        <a14:foregroundMark x1="33778" y1="94667" x2="37333" y2="94667"/>
                        <a14:foregroundMark x1="24889" y1="8889" x2="25333" y2="7111"/>
                        <a14:backgroundMark x1="36079" y1="96637" x2="44444" y2="97778"/>
                        <a14:backgroundMark x1="50222" y1="55111" x2="51111" y2="55111"/>
                        <a14:backgroundMark x1="50667" y1="52889" x2="50667" y2="6000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25612" y="4741862"/>
            <a:ext cx="2008188" cy="200818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5AE0365-803D-9C2D-26D4-63CC2AA39A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111" b="96000" l="9778" r="89778">
                        <a14:foregroundMark x1="62667" y1="26667" x2="62667" y2="31556"/>
                        <a14:foregroundMark x1="62222" y1="74222" x2="62667" y2="60000"/>
                        <a14:foregroundMark x1="45778" y1="33333" x2="45778" y2="51556"/>
                        <a14:foregroundMark x1="53468" y1="51410" x2="53425" y2="52889"/>
                        <a14:foregroundMark x1="53778" y1="40889" x2="53511" y2="49946"/>
                        <a14:foregroundMark x1="27556" y1="88444" x2="31556" y2="88444"/>
                        <a14:foregroundMark x1="32889" y1="94667" x2="35632" y2="95059"/>
                        <a14:foregroundMark x1="33778" y1="94667" x2="37333" y2="94667"/>
                        <a14:foregroundMark x1="24889" y1="8889" x2="25333" y2="7111"/>
                        <a14:backgroundMark x1="36079" y1="96637" x2="44444" y2="97778"/>
                        <a14:backgroundMark x1="50222" y1="55111" x2="51111" y2="55111"/>
                        <a14:backgroundMark x1="50667" y1="52889" x2="50667" y2="60000"/>
                      </a14:backgroundRemoval>
                    </a14:imgEffect>
                    <a14:imgEffect>
                      <a14:sharpenSoften amoun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08256" y="2786856"/>
            <a:ext cx="4154488" cy="4154488"/>
          </a:xfrm>
          <a:prstGeom prst="rect">
            <a:avLst/>
          </a:prstGeom>
        </p:spPr>
      </p:pic>
      <p:sp>
        <p:nvSpPr>
          <p:cNvPr id="6" name="Ellipse 5">
            <a:extLst>
              <a:ext uri="{FF2B5EF4-FFF2-40B4-BE49-F238E27FC236}">
                <a16:creationId xmlns:a16="http://schemas.microsoft.com/office/drawing/2014/main" id="{65D66FB8-B473-A213-760F-C38063AA641B}"/>
              </a:ext>
            </a:extLst>
          </p:cNvPr>
          <p:cNvSpPr>
            <a:spLocks noChangeAspect="1"/>
          </p:cNvSpPr>
          <p:nvPr/>
        </p:nvSpPr>
        <p:spPr>
          <a:xfrm>
            <a:off x="1347612" y="3441700"/>
            <a:ext cx="756000" cy="756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5FE54AA-1B1E-1108-55CC-5006F35CBAF7}"/>
              </a:ext>
            </a:extLst>
          </p:cNvPr>
          <p:cNvSpPr>
            <a:spLocks noChangeAspect="1"/>
          </p:cNvSpPr>
          <p:nvPr/>
        </p:nvSpPr>
        <p:spPr>
          <a:xfrm>
            <a:off x="11344275" y="2786856"/>
            <a:ext cx="900000" cy="900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b="1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947529D1-8C3E-A6C5-69D3-41CE2D57A084}"/>
              </a:ext>
            </a:extLst>
          </p:cNvPr>
          <p:cNvSpPr>
            <a:spLocks noChangeAspect="1"/>
          </p:cNvSpPr>
          <p:nvPr/>
        </p:nvSpPr>
        <p:spPr>
          <a:xfrm>
            <a:off x="2757434" y="4619624"/>
            <a:ext cx="648000" cy="648000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b="1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50102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F60E353-4561-03E7-013B-9048F0D31192}"/>
              </a:ext>
            </a:extLst>
          </p:cNvPr>
          <p:cNvGrpSpPr>
            <a:grpSpLocks noChangeAspect="1"/>
          </p:cNvGrpSpPr>
          <p:nvPr/>
        </p:nvGrpSpPr>
        <p:grpSpPr>
          <a:xfrm>
            <a:off x="39240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DC63F386-EC34-E6BB-EACE-9D197D78C8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982F0BFA-923E-8A97-709C-740EB4D1068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31F64D7-A89C-4306-DFFE-28AA8A474988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59040FD5-9B7E-F353-8ED9-B5BE7943AE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9CB8566-52F3-B80D-8C02-4D3E7BAFF85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AE470A1-8F23-42FD-5026-E5EB251026AD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02286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AF5861C3-3BB6-591D-9922-E3F255D168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F740F6F-8713-7DD5-478E-E2CA43AFB86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001CC4C4-4669-6BCF-11BA-984F46690E34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6D163D23-4B86-9A66-6C05-EA3C9D2ACD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7176D561-E69A-DE03-1FC4-15D28302B48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197DBBE-8EFA-A93D-CD80-B31E933B43F0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3461144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3110C6C0-0F05-AB80-BBB9-99EA66651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484F1703-F936-35B7-818F-7E021098700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87A1F31-E5D6-4169-DD0A-86C5EC3C7F3D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185044"/>
            <a:ext cx="648000" cy="648000"/>
            <a:chOff x="476500" y="79769"/>
            <a:chExt cx="1152000" cy="1152000"/>
          </a:xfrm>
        </p:grpSpPr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BA89B48E-61C3-32A3-C857-1B76661D80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70D5BFCF-5563-4FAD-37A2-6D26177ACCA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5D8F6682-8834-768B-25AF-345641A90A39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899419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D0A21A1A-A116-733B-93B0-372553DD4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E5DCCEF9-F868-B6F5-36A8-19C290ACE80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C692968-ECE9-74F5-C5A9-245CD9F77447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56233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B15E21BD-A231-2C4A-88B1-E2D56A414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D5B55B97-5EA1-7E42-7D84-6808CC224E1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CC10EB5F-8001-883A-E574-C9DDDCA4BD45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5C441F4A-B545-84D9-3D8A-63CAA5549254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3FA45F8B-0469-5483-A7DD-B12844E5CB07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8236B809-DE39-F621-214F-F0DAEE58FF65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0271250-7818-E864-8DC5-7AC362DEF8CB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6A414136-E42D-317D-4CD1-2E0B2C531176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1EC75FB-07D9-C7D7-229B-C3103205B9CB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468E55E4-FE17-C8D7-BDB4-2D2F8890C960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9110C8E-BAA9-B25C-CBB1-B1908EB300A2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3518389F-55CF-0790-2EF0-4DA0A972FC8C}"/>
              </a:ext>
            </a:extLst>
          </p:cNvPr>
          <p:cNvCxnSpPr>
            <a:cxnSpLocks/>
          </p:cNvCxnSpPr>
          <p:nvPr/>
        </p:nvCxnSpPr>
        <p:spPr>
          <a:xfrm>
            <a:off x="75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0254975A-7925-30B0-74A0-148AD13BF2D1}"/>
              </a:ext>
            </a:extLst>
          </p:cNvPr>
          <p:cNvCxnSpPr>
            <a:cxnSpLocks/>
          </p:cNvCxnSpPr>
          <p:nvPr/>
        </p:nvCxnSpPr>
        <p:spPr>
          <a:xfrm>
            <a:off x="82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325BA0E9-4382-9999-5F81-71355BF3E4FB}"/>
              </a:ext>
            </a:extLst>
          </p:cNvPr>
          <p:cNvCxnSpPr>
            <a:cxnSpLocks/>
          </p:cNvCxnSpPr>
          <p:nvPr/>
        </p:nvCxnSpPr>
        <p:spPr>
          <a:xfrm>
            <a:off x="90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03F5529-2AD8-DF16-44F1-44079210ABF8}"/>
              </a:ext>
            </a:extLst>
          </p:cNvPr>
          <p:cNvCxnSpPr>
            <a:cxnSpLocks/>
          </p:cNvCxnSpPr>
          <p:nvPr/>
        </p:nvCxnSpPr>
        <p:spPr>
          <a:xfrm>
            <a:off x="97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B915505F-3BAE-05A5-1122-F60FB23A1CA4}"/>
              </a:ext>
            </a:extLst>
          </p:cNvPr>
          <p:cNvCxnSpPr>
            <a:cxnSpLocks/>
          </p:cNvCxnSpPr>
          <p:nvPr/>
        </p:nvCxnSpPr>
        <p:spPr>
          <a:xfrm>
            <a:off x="104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E207D182-2D01-29B2-9DAF-472D9A958BF7}"/>
              </a:ext>
            </a:extLst>
          </p:cNvPr>
          <p:cNvCxnSpPr>
            <a:cxnSpLocks/>
          </p:cNvCxnSpPr>
          <p:nvPr/>
        </p:nvCxnSpPr>
        <p:spPr>
          <a:xfrm>
            <a:off x="111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FBC152AE-0A76-A14D-CB17-3BB4119A8AFB}"/>
              </a:ext>
            </a:extLst>
          </p:cNvPr>
          <p:cNvCxnSpPr>
            <a:cxnSpLocks/>
          </p:cNvCxnSpPr>
          <p:nvPr/>
        </p:nvCxnSpPr>
        <p:spPr>
          <a:xfrm>
            <a:off x="118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73F5534-4DFD-8D8F-97A6-1AE50CF4782F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FB23139-95F1-B0C9-D9CF-6C9F60130CE9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31B29CE3-6F40-76AB-25DA-823B643DB64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9D490CDF-C101-7419-73AC-86A665DD4400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C14C2A44-FE9B-D721-4FF5-7CBF0A9E6C24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B2443012-3DBF-524E-AFED-373CF60350BB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B186C3C5-17C9-F047-0996-C14683089EAB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1781101F-38B9-C29E-ED9F-314AABAC80A6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4146937-AF12-2439-0B7C-DE29DFE448EB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9913D148-7786-066E-DC2F-013BF89CD308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0AA05AD8-BBD7-16A4-D74E-F8149C223C95}"/>
              </a:ext>
            </a:extLst>
          </p:cNvPr>
          <p:cNvSpPr>
            <a:spLocks noChangeAspect="1"/>
          </p:cNvSpPr>
          <p:nvPr/>
        </p:nvSpPr>
        <p:spPr>
          <a:xfrm>
            <a:off x="1170000" y="630000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F6A0DB41-2580-AD73-CC13-9C44D6B8A64E}"/>
              </a:ext>
            </a:extLst>
          </p:cNvPr>
          <p:cNvSpPr>
            <a:spLocks noChangeAspect="1"/>
          </p:cNvSpPr>
          <p:nvPr/>
        </p:nvSpPr>
        <p:spPr>
          <a:xfrm>
            <a:off x="261000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745475FC-313C-E114-3709-0E2DC157CF38}"/>
              </a:ext>
            </a:extLst>
          </p:cNvPr>
          <p:cNvSpPr>
            <a:spLocks noChangeAspect="1"/>
          </p:cNvSpPr>
          <p:nvPr/>
        </p:nvSpPr>
        <p:spPr>
          <a:xfrm>
            <a:off x="3329999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4D7BFB0-151F-5ED1-9849-B5B188A44BC4}"/>
              </a:ext>
            </a:extLst>
          </p:cNvPr>
          <p:cNvSpPr>
            <a:spLocks noChangeAspect="1"/>
          </p:cNvSpPr>
          <p:nvPr/>
        </p:nvSpPr>
        <p:spPr>
          <a:xfrm>
            <a:off x="76500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EE2A2D0-E927-BC31-9C2C-48F310A29254}"/>
              </a:ext>
            </a:extLst>
          </p:cNvPr>
          <p:cNvSpPr>
            <a:spLocks noChangeAspect="1"/>
          </p:cNvSpPr>
          <p:nvPr/>
        </p:nvSpPr>
        <p:spPr>
          <a:xfrm>
            <a:off x="1890001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67AFE8A0-9443-3EC5-357B-CE7C5DFD697C}"/>
              </a:ext>
            </a:extLst>
          </p:cNvPr>
          <p:cNvSpPr>
            <a:spLocks noChangeAspect="1"/>
          </p:cNvSpPr>
          <p:nvPr/>
        </p:nvSpPr>
        <p:spPr>
          <a:xfrm>
            <a:off x="2610000" y="4946582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D107223A-29CF-CF99-0E17-BDC6FB12099C}"/>
              </a:ext>
            </a:extLst>
          </p:cNvPr>
          <p:cNvSpPr>
            <a:spLocks noChangeAspect="1"/>
          </p:cNvSpPr>
          <p:nvPr/>
        </p:nvSpPr>
        <p:spPr>
          <a:xfrm>
            <a:off x="4770000" y="13534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2CCE07A1-BD5F-19D7-8C36-BA67C9EA1FD2}"/>
              </a:ext>
            </a:extLst>
          </p:cNvPr>
          <p:cNvSpPr>
            <a:spLocks noChangeAspect="1"/>
          </p:cNvSpPr>
          <p:nvPr/>
        </p:nvSpPr>
        <p:spPr>
          <a:xfrm>
            <a:off x="909000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4394DBB6-7473-6C06-D1C8-DA7D06C9D705}"/>
              </a:ext>
            </a:extLst>
          </p:cNvPr>
          <p:cNvSpPr>
            <a:spLocks noChangeAspect="1"/>
          </p:cNvSpPr>
          <p:nvPr/>
        </p:nvSpPr>
        <p:spPr>
          <a:xfrm>
            <a:off x="981000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89F7571C-8010-4B33-D6BB-60889835D500}"/>
              </a:ext>
            </a:extLst>
          </p:cNvPr>
          <p:cNvSpPr>
            <a:spLocks noChangeAspect="1"/>
          </p:cNvSpPr>
          <p:nvPr/>
        </p:nvSpPr>
        <p:spPr>
          <a:xfrm>
            <a:off x="1890000" y="207686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6A17CF39-8DF7-06E5-93D2-49E953D33322}"/>
              </a:ext>
            </a:extLst>
          </p:cNvPr>
          <p:cNvSpPr>
            <a:spLocks noChangeAspect="1"/>
          </p:cNvSpPr>
          <p:nvPr/>
        </p:nvSpPr>
        <p:spPr>
          <a:xfrm>
            <a:off x="6210001" y="207686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DFAC5940-F294-20AE-AC19-8B319363B4D3}"/>
              </a:ext>
            </a:extLst>
          </p:cNvPr>
          <p:cNvSpPr>
            <a:spLocks noChangeAspect="1"/>
          </p:cNvSpPr>
          <p:nvPr/>
        </p:nvSpPr>
        <p:spPr>
          <a:xfrm>
            <a:off x="6930000" y="207686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DD8A8663-25D7-9D16-ACB6-297ADE166826}"/>
              </a:ext>
            </a:extLst>
          </p:cNvPr>
          <p:cNvSpPr>
            <a:spLocks noChangeAspect="1"/>
          </p:cNvSpPr>
          <p:nvPr/>
        </p:nvSpPr>
        <p:spPr>
          <a:xfrm>
            <a:off x="6930000" y="623132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A7779C3C-668B-6CEC-DED8-27329870506D}"/>
              </a:ext>
            </a:extLst>
          </p:cNvPr>
          <p:cNvSpPr>
            <a:spLocks noChangeAspect="1"/>
          </p:cNvSpPr>
          <p:nvPr/>
        </p:nvSpPr>
        <p:spPr>
          <a:xfrm>
            <a:off x="3329999" y="351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B4A6159F-3110-9360-F2DD-AD3B1328E9B0}"/>
              </a:ext>
            </a:extLst>
          </p:cNvPr>
          <p:cNvSpPr>
            <a:spLocks noChangeAspect="1"/>
          </p:cNvSpPr>
          <p:nvPr/>
        </p:nvSpPr>
        <p:spPr>
          <a:xfrm>
            <a:off x="4049998" y="351341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B0E923B7-6371-B0E7-5F9D-049044AE0109}"/>
              </a:ext>
            </a:extLst>
          </p:cNvPr>
          <p:cNvSpPr>
            <a:spLocks noChangeAspect="1"/>
          </p:cNvSpPr>
          <p:nvPr/>
        </p:nvSpPr>
        <p:spPr>
          <a:xfrm>
            <a:off x="4770000" y="351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3C1674A1-47AC-4E8F-0F8B-7F3E3B02BE88}"/>
              </a:ext>
            </a:extLst>
          </p:cNvPr>
          <p:cNvSpPr>
            <a:spLocks noChangeAspect="1"/>
          </p:cNvSpPr>
          <p:nvPr/>
        </p:nvSpPr>
        <p:spPr>
          <a:xfrm>
            <a:off x="5489999" y="351341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3DCBCFB-4D99-DFC8-8664-1B0CE94E6767}"/>
              </a:ext>
            </a:extLst>
          </p:cNvPr>
          <p:cNvSpPr>
            <a:spLocks noChangeAspect="1"/>
          </p:cNvSpPr>
          <p:nvPr/>
        </p:nvSpPr>
        <p:spPr>
          <a:xfrm>
            <a:off x="8370001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B6D93D17-D4E9-AD70-790A-7DE059DF5C3C}"/>
              </a:ext>
            </a:extLst>
          </p:cNvPr>
          <p:cNvSpPr>
            <a:spLocks noChangeAspect="1"/>
          </p:cNvSpPr>
          <p:nvPr/>
        </p:nvSpPr>
        <p:spPr>
          <a:xfrm>
            <a:off x="9090000" y="350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B04D7BE9-D347-1FCE-20D3-134699DA5783}"/>
              </a:ext>
            </a:extLst>
          </p:cNvPr>
          <p:cNvSpPr>
            <a:spLocks noChangeAspect="1"/>
          </p:cNvSpPr>
          <p:nvPr/>
        </p:nvSpPr>
        <p:spPr>
          <a:xfrm>
            <a:off x="1892399" y="4226582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4ED5C293-FFCA-6018-94AE-42649A1160FD}"/>
              </a:ext>
            </a:extLst>
          </p:cNvPr>
          <p:cNvSpPr>
            <a:spLocks noChangeAspect="1"/>
          </p:cNvSpPr>
          <p:nvPr/>
        </p:nvSpPr>
        <p:spPr>
          <a:xfrm>
            <a:off x="4770000" y="422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321FE820-D822-CA77-75D7-0BADE77F5734}"/>
              </a:ext>
            </a:extLst>
          </p:cNvPr>
          <p:cNvSpPr>
            <a:spLocks noChangeAspect="1"/>
          </p:cNvSpPr>
          <p:nvPr/>
        </p:nvSpPr>
        <p:spPr>
          <a:xfrm>
            <a:off x="8370000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6F0ED6EF-F239-0367-29CD-66335AADFB36}"/>
              </a:ext>
            </a:extLst>
          </p:cNvPr>
          <p:cNvSpPr>
            <a:spLocks noChangeAspect="1"/>
          </p:cNvSpPr>
          <p:nvPr/>
        </p:nvSpPr>
        <p:spPr>
          <a:xfrm>
            <a:off x="10530000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5F7F52CB-D607-8A9C-062C-1FE283211C96}"/>
              </a:ext>
            </a:extLst>
          </p:cNvPr>
          <p:cNvSpPr>
            <a:spLocks noChangeAspect="1"/>
          </p:cNvSpPr>
          <p:nvPr/>
        </p:nvSpPr>
        <p:spPr>
          <a:xfrm>
            <a:off x="6210001" y="495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81492A32-C6C4-CBA2-687A-13C8FA6D284B}"/>
              </a:ext>
            </a:extLst>
          </p:cNvPr>
          <p:cNvSpPr>
            <a:spLocks noChangeAspect="1"/>
          </p:cNvSpPr>
          <p:nvPr/>
        </p:nvSpPr>
        <p:spPr>
          <a:xfrm>
            <a:off x="6930000" y="4946582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F936AC03-EC3E-680F-5B3B-C6090ED62B3E}"/>
              </a:ext>
            </a:extLst>
          </p:cNvPr>
          <p:cNvSpPr>
            <a:spLocks noChangeAspect="1"/>
          </p:cNvSpPr>
          <p:nvPr/>
        </p:nvSpPr>
        <p:spPr>
          <a:xfrm>
            <a:off x="10530000" y="278313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2CBE0A36-2B15-E56E-740E-D2018FDDFC8A}"/>
              </a:ext>
            </a:extLst>
          </p:cNvPr>
          <p:cNvSpPr>
            <a:spLocks noChangeAspect="1"/>
          </p:cNvSpPr>
          <p:nvPr/>
        </p:nvSpPr>
        <p:spPr>
          <a:xfrm>
            <a:off x="4049998" y="566658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D011990E-1F00-29F7-53ED-2766A3EF8047}"/>
              </a:ext>
            </a:extLst>
          </p:cNvPr>
          <p:cNvSpPr>
            <a:spLocks noChangeAspect="1"/>
          </p:cNvSpPr>
          <p:nvPr/>
        </p:nvSpPr>
        <p:spPr>
          <a:xfrm>
            <a:off x="6930000" y="5666581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05289313-6D44-0129-79DF-4DB4F4531C7B}"/>
              </a:ext>
            </a:extLst>
          </p:cNvPr>
          <p:cNvSpPr>
            <a:spLocks noChangeAspect="1"/>
          </p:cNvSpPr>
          <p:nvPr/>
        </p:nvSpPr>
        <p:spPr>
          <a:xfrm>
            <a:off x="8370000" y="56665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57602C6E-BF8A-0F93-41AB-E1D4721565BE}"/>
              </a:ext>
            </a:extLst>
          </p:cNvPr>
          <p:cNvSpPr>
            <a:spLocks noChangeAspect="1"/>
          </p:cNvSpPr>
          <p:nvPr/>
        </p:nvSpPr>
        <p:spPr>
          <a:xfrm>
            <a:off x="10530000" y="56609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8D071CA5-B400-987E-1BFA-2479E3688DE6}"/>
              </a:ext>
            </a:extLst>
          </p:cNvPr>
          <p:cNvSpPr>
            <a:spLocks noChangeAspect="1"/>
          </p:cNvSpPr>
          <p:nvPr/>
        </p:nvSpPr>
        <p:spPr>
          <a:xfrm>
            <a:off x="4049998" y="279000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C5665193-1804-B780-DA07-0416B2FB1E7E}"/>
              </a:ext>
            </a:extLst>
          </p:cNvPr>
          <p:cNvSpPr>
            <a:spLocks noChangeAspect="1"/>
          </p:cNvSpPr>
          <p:nvPr/>
        </p:nvSpPr>
        <p:spPr>
          <a:xfrm>
            <a:off x="11245275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64C400CC-9084-34D1-75A9-CA5139718205}"/>
              </a:ext>
            </a:extLst>
          </p:cNvPr>
          <p:cNvSpPr>
            <a:spLocks noChangeAspect="1"/>
          </p:cNvSpPr>
          <p:nvPr/>
        </p:nvSpPr>
        <p:spPr>
          <a:xfrm>
            <a:off x="9810000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94F7461A-E3E5-90B4-A8F8-26450DC2309B}"/>
              </a:ext>
            </a:extLst>
          </p:cNvPr>
          <p:cNvSpPr>
            <a:spLocks noChangeAspect="1"/>
          </p:cNvSpPr>
          <p:nvPr/>
        </p:nvSpPr>
        <p:spPr>
          <a:xfrm>
            <a:off x="7644375" y="4957937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07856345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6A5C1-46A1-4AD0-9E91-19D3832A7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829D294-0630-F61E-143F-47D2A359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174750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Logik Algorithmus </a:t>
            </a:r>
            <a:b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ohne Zeitfenster</a:t>
            </a:r>
          </a:p>
        </p:txBody>
      </p:sp>
    </p:spTree>
    <p:extLst>
      <p:ext uri="{BB962C8B-B14F-4D97-AF65-F5344CB8AC3E}">
        <p14:creationId xmlns:p14="http://schemas.microsoft.com/office/powerpoint/2010/main" val="1876624754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9FED1-E912-B336-124A-135D520D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78776AC-2F57-0E5C-8736-CE8CA3A23537}"/>
              </a:ext>
            </a:extLst>
          </p:cNvPr>
          <p:cNvGrpSpPr>
            <a:grpSpLocks noChangeAspect="1"/>
          </p:cNvGrpSpPr>
          <p:nvPr/>
        </p:nvGrpSpPr>
        <p:grpSpPr>
          <a:xfrm>
            <a:off x="39240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9F131F32-F2D3-975B-50CC-401821BD9B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26AB6F83-D645-F4CD-DC22-642773D3D5B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9A8789B-1C1A-6D3B-4AF5-17B5301DEFA0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2A608D01-DC8E-DBFB-C586-61552E0E70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349AE061-89E5-89D7-CF11-74848C565FA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FDD756B2-7B2D-98B6-E6C3-BD04F72718E9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02286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29268AEA-C5E3-66B2-42FE-40E743C4C8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3F76D2FB-DDD6-23EC-B259-B9A5041036B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7AA14EF5-F6A5-FCE0-97CF-AEE57B03D059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4CDDE6A5-C2AA-A5DB-279E-9C9DBDA328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A6E34632-E2FF-29AD-0B34-5475344DD32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8769F27E-0D36-8AFB-8C18-E577183B2F23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3461144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49EF5D5C-C3D2-17A6-D622-D8C20FC9D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E9051630-0E86-0103-5350-9DBD02DDA2A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0844FFF-628F-51D2-16A1-158123F491BD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185044"/>
            <a:ext cx="648000" cy="648000"/>
            <a:chOff x="476500" y="79769"/>
            <a:chExt cx="1152000" cy="1152000"/>
          </a:xfrm>
        </p:grpSpPr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87181A3A-371B-0B7B-78B6-126C492BF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3DCFEF1B-67EA-EE51-5E2A-90CCA581170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2A9AEC4-A0BA-D65D-BC87-00775C3B6456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899419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8742B0FE-42BD-53E2-DF32-187221C506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F42BE1F3-9B76-CAD4-06F6-A574D49D4C7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7271411-346D-0BA3-078D-411B0C348C8D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56233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A9A0EBBD-2FC8-CA06-3153-47CF9745EEB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45B1668C-2F0F-192D-DAE1-23EEEC726C4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49A33200-4815-3FBE-EA7E-0FDE5F5D2673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2D6296EA-FBAE-F575-128E-B041CF104F21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37F98E3-48A1-FE99-8817-391287E07D48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ECC4D37E-0E7C-4398-0133-7544A194AC74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184248C-D455-2450-BE30-4437009A1336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AE8947E-334A-AD64-2320-DAFCBC0A9E14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05CE2737-326F-EE50-F707-08A90998906F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EA4CFC6E-074A-D3D9-6B7E-22A921B1289F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ABE2175E-F068-6C3C-B455-37C45E2899E0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CBA69F7-DAE8-B2AA-CC6C-05E0A6D9EDBF}"/>
              </a:ext>
            </a:extLst>
          </p:cNvPr>
          <p:cNvCxnSpPr>
            <a:cxnSpLocks/>
          </p:cNvCxnSpPr>
          <p:nvPr/>
        </p:nvCxnSpPr>
        <p:spPr>
          <a:xfrm>
            <a:off x="75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11776422-2B33-7E3D-E765-A421695B4A79}"/>
              </a:ext>
            </a:extLst>
          </p:cNvPr>
          <p:cNvCxnSpPr>
            <a:cxnSpLocks/>
          </p:cNvCxnSpPr>
          <p:nvPr/>
        </p:nvCxnSpPr>
        <p:spPr>
          <a:xfrm>
            <a:off x="82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B3D9827E-9D39-8505-7697-9234B15E5523}"/>
              </a:ext>
            </a:extLst>
          </p:cNvPr>
          <p:cNvCxnSpPr>
            <a:cxnSpLocks/>
          </p:cNvCxnSpPr>
          <p:nvPr/>
        </p:nvCxnSpPr>
        <p:spPr>
          <a:xfrm>
            <a:off x="90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DFEEF018-12D8-CAB9-46D1-149798F29ADF}"/>
              </a:ext>
            </a:extLst>
          </p:cNvPr>
          <p:cNvCxnSpPr>
            <a:cxnSpLocks/>
          </p:cNvCxnSpPr>
          <p:nvPr/>
        </p:nvCxnSpPr>
        <p:spPr>
          <a:xfrm>
            <a:off x="97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4CEAC7C3-0194-FF38-C225-D9EE773C6361}"/>
              </a:ext>
            </a:extLst>
          </p:cNvPr>
          <p:cNvCxnSpPr>
            <a:cxnSpLocks/>
          </p:cNvCxnSpPr>
          <p:nvPr/>
        </p:nvCxnSpPr>
        <p:spPr>
          <a:xfrm>
            <a:off x="104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6C50BD4B-5034-907E-D96E-8393C69DF237}"/>
              </a:ext>
            </a:extLst>
          </p:cNvPr>
          <p:cNvCxnSpPr>
            <a:cxnSpLocks/>
          </p:cNvCxnSpPr>
          <p:nvPr/>
        </p:nvCxnSpPr>
        <p:spPr>
          <a:xfrm>
            <a:off x="111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680649F5-164F-2A54-BFCC-BB0D53E81ADF}"/>
              </a:ext>
            </a:extLst>
          </p:cNvPr>
          <p:cNvCxnSpPr>
            <a:cxnSpLocks/>
          </p:cNvCxnSpPr>
          <p:nvPr/>
        </p:nvCxnSpPr>
        <p:spPr>
          <a:xfrm>
            <a:off x="118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9817D34C-7035-A73E-3FB9-F51AD297A678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D3A90E02-F0E3-82FA-EF2C-B35DE86F4DCE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BF9C7D3-148A-4762-B11C-BC2B2288B5A3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4CC6B478-2E2B-771F-7512-7E82CD504C06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D91D3511-6FB2-783C-E312-7A2BD172AAB8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C0590C0A-5EE1-886B-92AC-BAD2E4DFE90D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6EEA9E1-119A-AC8F-9A26-F65C9FC31D14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6285076-FA6B-1528-3375-BA6B0DAADE55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C4E9B80A-5FD0-EA24-EA29-66E466FE3BDC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ECA6E29D-BD7D-2AE2-4FE7-59A74C8C9C98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1152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56B2FFCD-8834-8181-D94C-48A08F0C41D8}"/>
              </a:ext>
            </a:extLst>
          </p:cNvPr>
          <p:cNvSpPr>
            <a:spLocks noChangeAspect="1"/>
          </p:cNvSpPr>
          <p:nvPr/>
        </p:nvSpPr>
        <p:spPr>
          <a:xfrm>
            <a:off x="1170000" y="630000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82623664-F748-7895-287F-205BD66DC734}"/>
              </a:ext>
            </a:extLst>
          </p:cNvPr>
          <p:cNvSpPr>
            <a:spLocks noChangeAspect="1"/>
          </p:cNvSpPr>
          <p:nvPr/>
        </p:nvSpPr>
        <p:spPr>
          <a:xfrm>
            <a:off x="261000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8" name="Ellipse 57">
            <a:extLst>
              <a:ext uri="{FF2B5EF4-FFF2-40B4-BE49-F238E27FC236}">
                <a16:creationId xmlns:a16="http://schemas.microsoft.com/office/drawing/2014/main" id="{D1FBD647-FDBE-4EC1-6A83-0BDF9BEFFCD6}"/>
              </a:ext>
            </a:extLst>
          </p:cNvPr>
          <p:cNvSpPr>
            <a:spLocks noChangeAspect="1"/>
          </p:cNvSpPr>
          <p:nvPr/>
        </p:nvSpPr>
        <p:spPr>
          <a:xfrm>
            <a:off x="3329999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7698D83A-449B-827B-48BF-5422D80EC599}"/>
              </a:ext>
            </a:extLst>
          </p:cNvPr>
          <p:cNvSpPr>
            <a:spLocks noChangeAspect="1"/>
          </p:cNvSpPr>
          <p:nvPr/>
        </p:nvSpPr>
        <p:spPr>
          <a:xfrm>
            <a:off x="76500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238743D2-34D9-2F66-2A48-43D45E62B44E}"/>
              </a:ext>
            </a:extLst>
          </p:cNvPr>
          <p:cNvSpPr>
            <a:spLocks noChangeAspect="1"/>
          </p:cNvSpPr>
          <p:nvPr/>
        </p:nvSpPr>
        <p:spPr>
          <a:xfrm>
            <a:off x="1890001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5DAC68D3-CA5A-070A-9FB3-52A0CF141780}"/>
              </a:ext>
            </a:extLst>
          </p:cNvPr>
          <p:cNvSpPr>
            <a:spLocks noChangeAspect="1"/>
          </p:cNvSpPr>
          <p:nvPr/>
        </p:nvSpPr>
        <p:spPr>
          <a:xfrm>
            <a:off x="2610000" y="4946582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03C6D939-72C7-6A86-AF3C-50FCC80DD370}"/>
              </a:ext>
            </a:extLst>
          </p:cNvPr>
          <p:cNvSpPr>
            <a:spLocks noChangeAspect="1"/>
          </p:cNvSpPr>
          <p:nvPr/>
        </p:nvSpPr>
        <p:spPr>
          <a:xfrm>
            <a:off x="4770000" y="13534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31086505-320E-9D8E-BF78-1A5E24BD90A1}"/>
              </a:ext>
            </a:extLst>
          </p:cNvPr>
          <p:cNvSpPr>
            <a:spLocks noChangeAspect="1"/>
          </p:cNvSpPr>
          <p:nvPr/>
        </p:nvSpPr>
        <p:spPr>
          <a:xfrm>
            <a:off x="909000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B4B33AF9-DD95-773B-0243-4904E5E92AAD}"/>
              </a:ext>
            </a:extLst>
          </p:cNvPr>
          <p:cNvSpPr>
            <a:spLocks noChangeAspect="1"/>
          </p:cNvSpPr>
          <p:nvPr/>
        </p:nvSpPr>
        <p:spPr>
          <a:xfrm>
            <a:off x="981000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02AC0C02-BB52-7E35-B77D-ED5923F201D5}"/>
              </a:ext>
            </a:extLst>
          </p:cNvPr>
          <p:cNvSpPr>
            <a:spLocks noChangeAspect="1"/>
          </p:cNvSpPr>
          <p:nvPr/>
        </p:nvSpPr>
        <p:spPr>
          <a:xfrm>
            <a:off x="1890000" y="207686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AD4AEB0D-E6E2-78CB-06E0-48BBBE2CCF89}"/>
              </a:ext>
            </a:extLst>
          </p:cNvPr>
          <p:cNvSpPr>
            <a:spLocks noChangeAspect="1"/>
          </p:cNvSpPr>
          <p:nvPr/>
        </p:nvSpPr>
        <p:spPr>
          <a:xfrm>
            <a:off x="6210001" y="207686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8E4E4086-CF22-193F-E5BD-33EF1F3F18AF}"/>
              </a:ext>
            </a:extLst>
          </p:cNvPr>
          <p:cNvSpPr>
            <a:spLocks noChangeAspect="1"/>
          </p:cNvSpPr>
          <p:nvPr/>
        </p:nvSpPr>
        <p:spPr>
          <a:xfrm>
            <a:off x="6930000" y="207686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A661C0A0-95A3-7F6F-E800-DE5C3EEA5991}"/>
              </a:ext>
            </a:extLst>
          </p:cNvPr>
          <p:cNvSpPr>
            <a:spLocks noChangeAspect="1"/>
          </p:cNvSpPr>
          <p:nvPr/>
        </p:nvSpPr>
        <p:spPr>
          <a:xfrm>
            <a:off x="6930000" y="623132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F4B681BE-294E-A9C0-BD9B-53AFF3BA8DE9}"/>
              </a:ext>
            </a:extLst>
          </p:cNvPr>
          <p:cNvSpPr>
            <a:spLocks noChangeAspect="1"/>
          </p:cNvSpPr>
          <p:nvPr/>
        </p:nvSpPr>
        <p:spPr>
          <a:xfrm>
            <a:off x="3329999" y="351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3B35374D-C552-5F94-AD21-0DF50C0CA658}"/>
              </a:ext>
            </a:extLst>
          </p:cNvPr>
          <p:cNvSpPr>
            <a:spLocks noChangeAspect="1"/>
          </p:cNvSpPr>
          <p:nvPr/>
        </p:nvSpPr>
        <p:spPr>
          <a:xfrm>
            <a:off x="4049998" y="351341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47BF1803-EE13-86A7-C3AA-4A026FF6BBE5}"/>
              </a:ext>
            </a:extLst>
          </p:cNvPr>
          <p:cNvSpPr>
            <a:spLocks noChangeAspect="1"/>
          </p:cNvSpPr>
          <p:nvPr/>
        </p:nvSpPr>
        <p:spPr>
          <a:xfrm>
            <a:off x="4770000" y="351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135DA8F7-394E-D8CA-1B63-18680FF3CF71}"/>
              </a:ext>
            </a:extLst>
          </p:cNvPr>
          <p:cNvSpPr>
            <a:spLocks noChangeAspect="1"/>
          </p:cNvSpPr>
          <p:nvPr/>
        </p:nvSpPr>
        <p:spPr>
          <a:xfrm>
            <a:off x="5489999" y="351341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02149F07-57A0-6C41-A5E6-3AB32C5B54BA}"/>
              </a:ext>
            </a:extLst>
          </p:cNvPr>
          <p:cNvSpPr>
            <a:spLocks noChangeAspect="1"/>
          </p:cNvSpPr>
          <p:nvPr/>
        </p:nvSpPr>
        <p:spPr>
          <a:xfrm>
            <a:off x="8370001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03C8E85A-866C-FAB3-F938-37D9E5A76149}"/>
              </a:ext>
            </a:extLst>
          </p:cNvPr>
          <p:cNvSpPr>
            <a:spLocks noChangeAspect="1"/>
          </p:cNvSpPr>
          <p:nvPr/>
        </p:nvSpPr>
        <p:spPr>
          <a:xfrm>
            <a:off x="9090000" y="350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47881AE7-902B-1A49-5932-6C7B7865ED12}"/>
              </a:ext>
            </a:extLst>
          </p:cNvPr>
          <p:cNvSpPr>
            <a:spLocks noChangeAspect="1"/>
          </p:cNvSpPr>
          <p:nvPr/>
        </p:nvSpPr>
        <p:spPr>
          <a:xfrm>
            <a:off x="1892399" y="4226582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BDB8805-F333-59A0-5703-2E94CFBCB46E}"/>
              </a:ext>
            </a:extLst>
          </p:cNvPr>
          <p:cNvSpPr>
            <a:spLocks noChangeAspect="1"/>
          </p:cNvSpPr>
          <p:nvPr/>
        </p:nvSpPr>
        <p:spPr>
          <a:xfrm>
            <a:off x="4770000" y="422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5B6B525F-D64B-9EA0-8F55-688945DAB0EF}"/>
              </a:ext>
            </a:extLst>
          </p:cNvPr>
          <p:cNvSpPr>
            <a:spLocks noChangeAspect="1"/>
          </p:cNvSpPr>
          <p:nvPr/>
        </p:nvSpPr>
        <p:spPr>
          <a:xfrm>
            <a:off x="8370000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8" name="Ellipse 77">
            <a:extLst>
              <a:ext uri="{FF2B5EF4-FFF2-40B4-BE49-F238E27FC236}">
                <a16:creationId xmlns:a16="http://schemas.microsoft.com/office/drawing/2014/main" id="{0FB7EEC9-BDC1-E834-3623-D7971A7D8827}"/>
              </a:ext>
            </a:extLst>
          </p:cNvPr>
          <p:cNvSpPr>
            <a:spLocks noChangeAspect="1"/>
          </p:cNvSpPr>
          <p:nvPr/>
        </p:nvSpPr>
        <p:spPr>
          <a:xfrm>
            <a:off x="10530000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801DA10E-6273-9A7C-803A-4740FCA7DB71}"/>
              </a:ext>
            </a:extLst>
          </p:cNvPr>
          <p:cNvSpPr>
            <a:spLocks noChangeAspect="1"/>
          </p:cNvSpPr>
          <p:nvPr/>
        </p:nvSpPr>
        <p:spPr>
          <a:xfrm>
            <a:off x="6210001" y="495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0" name="Ellipse 79">
            <a:extLst>
              <a:ext uri="{FF2B5EF4-FFF2-40B4-BE49-F238E27FC236}">
                <a16:creationId xmlns:a16="http://schemas.microsoft.com/office/drawing/2014/main" id="{9AB0D261-052C-18CD-7DB6-FD78DC311A62}"/>
              </a:ext>
            </a:extLst>
          </p:cNvPr>
          <p:cNvSpPr>
            <a:spLocks noChangeAspect="1"/>
          </p:cNvSpPr>
          <p:nvPr/>
        </p:nvSpPr>
        <p:spPr>
          <a:xfrm>
            <a:off x="6930000" y="4946582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96D14B95-D6C4-4F13-AA52-6DE9C3F1E71F}"/>
              </a:ext>
            </a:extLst>
          </p:cNvPr>
          <p:cNvSpPr>
            <a:spLocks noChangeAspect="1"/>
          </p:cNvSpPr>
          <p:nvPr/>
        </p:nvSpPr>
        <p:spPr>
          <a:xfrm>
            <a:off x="10530000" y="278313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CEA4CACB-E797-68CC-5685-0F7A77119824}"/>
              </a:ext>
            </a:extLst>
          </p:cNvPr>
          <p:cNvSpPr>
            <a:spLocks noChangeAspect="1"/>
          </p:cNvSpPr>
          <p:nvPr/>
        </p:nvSpPr>
        <p:spPr>
          <a:xfrm>
            <a:off x="4049998" y="566658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5F5BD7B7-5196-D63A-66E1-51B21D81F921}"/>
              </a:ext>
            </a:extLst>
          </p:cNvPr>
          <p:cNvSpPr>
            <a:spLocks noChangeAspect="1"/>
          </p:cNvSpPr>
          <p:nvPr/>
        </p:nvSpPr>
        <p:spPr>
          <a:xfrm>
            <a:off x="6930000" y="5666581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7EE56AC2-821E-4CF9-470D-55A4C1806A3F}"/>
              </a:ext>
            </a:extLst>
          </p:cNvPr>
          <p:cNvSpPr>
            <a:spLocks noChangeAspect="1"/>
          </p:cNvSpPr>
          <p:nvPr/>
        </p:nvSpPr>
        <p:spPr>
          <a:xfrm>
            <a:off x="8370000" y="56665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AACB7688-3635-CD64-C013-A77C1BA68A65}"/>
              </a:ext>
            </a:extLst>
          </p:cNvPr>
          <p:cNvSpPr>
            <a:spLocks noChangeAspect="1"/>
          </p:cNvSpPr>
          <p:nvPr/>
        </p:nvSpPr>
        <p:spPr>
          <a:xfrm>
            <a:off x="10530000" y="56609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15BE7BCC-DA8D-0E8A-549B-7B871BB10AE4}"/>
              </a:ext>
            </a:extLst>
          </p:cNvPr>
          <p:cNvSpPr>
            <a:spLocks noChangeAspect="1"/>
          </p:cNvSpPr>
          <p:nvPr/>
        </p:nvSpPr>
        <p:spPr>
          <a:xfrm>
            <a:off x="4049998" y="279000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6606457B-50B9-59F5-0351-38DABB631151}"/>
              </a:ext>
            </a:extLst>
          </p:cNvPr>
          <p:cNvSpPr>
            <a:spLocks noChangeAspect="1"/>
          </p:cNvSpPr>
          <p:nvPr/>
        </p:nvSpPr>
        <p:spPr>
          <a:xfrm>
            <a:off x="11245275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8" name="Ellipse 87">
            <a:extLst>
              <a:ext uri="{FF2B5EF4-FFF2-40B4-BE49-F238E27FC236}">
                <a16:creationId xmlns:a16="http://schemas.microsoft.com/office/drawing/2014/main" id="{BBF07F7B-CFEE-FBCC-325A-3C96C57F2B23}"/>
              </a:ext>
            </a:extLst>
          </p:cNvPr>
          <p:cNvSpPr>
            <a:spLocks noChangeAspect="1"/>
          </p:cNvSpPr>
          <p:nvPr/>
        </p:nvSpPr>
        <p:spPr>
          <a:xfrm>
            <a:off x="9810000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89" name="Ellipse 88">
            <a:extLst>
              <a:ext uri="{FF2B5EF4-FFF2-40B4-BE49-F238E27FC236}">
                <a16:creationId xmlns:a16="http://schemas.microsoft.com/office/drawing/2014/main" id="{76478573-F921-EBB4-64BF-9A0FC280B1B7}"/>
              </a:ext>
            </a:extLst>
          </p:cNvPr>
          <p:cNvSpPr>
            <a:spLocks noChangeAspect="1"/>
          </p:cNvSpPr>
          <p:nvPr/>
        </p:nvSpPr>
        <p:spPr>
          <a:xfrm>
            <a:off x="7644375" y="4957937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72250598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494E4-485E-4875-9E94-5788FDC90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8D3204A-3D82-848B-74DB-39296B73B417}"/>
              </a:ext>
            </a:extLst>
          </p:cNvPr>
          <p:cNvGrpSpPr>
            <a:grpSpLocks noChangeAspect="1"/>
          </p:cNvGrpSpPr>
          <p:nvPr/>
        </p:nvGrpSpPr>
        <p:grpSpPr>
          <a:xfrm>
            <a:off x="39240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86AEE3EF-F80E-4511-6F5C-C73467323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C5674C12-3ECA-4FD0-30FA-DA2EA65C8ED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0B40970-EDDD-8F19-2EAB-10CFF9CDA9EF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C3737F0D-696E-B52A-A3E6-E57C6DA52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37AF820C-D8D1-AA62-9965-F5978F57BC6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3ED04CD5-4FEB-6ABC-778F-CFA40F1D8CF8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02286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F907E8BF-6342-2F98-F5D9-F0F3F6389B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1DBF8D7F-92F6-F9CB-C5B1-D6899F087F1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A94318FF-CC41-D456-A45B-1E8047FDF7E8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C2FA3FC9-44A0-DC2D-8A93-C7FAFCDC39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A879D6CA-5CE4-C128-9D5F-D8EEDF15B45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E246184-CFEC-EFE9-45C5-19CF48D0E119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3461144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B1B4C9D1-1BF2-0FBC-3A18-5C57F84987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56BCE16D-AA55-E3F5-2498-2F36AE6F9F0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10C670B3-7C66-B67B-1CC5-2EF35D4D3632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185044"/>
            <a:ext cx="648000" cy="648000"/>
            <a:chOff x="476500" y="79769"/>
            <a:chExt cx="1152000" cy="1152000"/>
          </a:xfrm>
        </p:grpSpPr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79D380EA-E48D-6A1F-724F-9A4DDD0F4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D73BEE60-413A-3A10-1206-61EEDE44A96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314EFC10-FA95-BF6E-445F-11BB9B024DC8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899419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B5774FA6-0274-7FD6-A065-A91711C77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28F6175F-FA4C-F7B8-6B80-AB3742CB9FE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0BDEF398-5569-57BB-17DA-83F55953AAAF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56233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FA7CFE68-254B-B187-B6E5-DD18BB8C02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B6ED429A-472F-D5E9-9C8A-4344330BAA2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0E99E79-2E3D-BE0D-E016-2FAEEB7ACD72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4704A8C9-A60A-DA6E-AD90-6A5371A8B0DF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CF5AE05-BF55-31F8-1C20-2A5C076F0B82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942C55E4-728C-00EE-B65B-CEBD2D615BD8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A8C8775-FA6A-C15C-66D5-470E2B31E844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438AB340-4A33-1228-12B8-CCA2EABFE4B1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331825AA-E9AF-5CAF-6226-92F2DA27AF6C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10F7B3AE-D6FD-10E6-9A33-223989FB8D75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DDD738B6-C785-72D2-97B0-34967B16BFF2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056796E-7364-35D9-A988-15E1DC688C5A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595E680-285B-876B-63D2-98A9690A8385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3F905EE-883E-35BF-3CC4-D77022346EA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EE52D85D-62C5-CB55-226F-DE4EFB10674B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4CF072E4-641C-D30A-E639-85007175CC0C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63AF71B8-1E92-B9EF-9550-D9F83B18F4AA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5E2D96C6-03DE-99C6-F56B-6153E545F94E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B4463237-1094-DD0F-CD77-C27237DBF733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A1BAD2B-D4D6-0AE5-B540-6132771DB005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7F0B1B2-7F5C-B0C4-3125-6D0BEF2CE36E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1458513A-FBE0-5E90-26F4-E299B696C379}"/>
              </a:ext>
            </a:extLst>
          </p:cNvPr>
          <p:cNvSpPr>
            <a:spLocks noChangeAspect="1"/>
          </p:cNvSpPr>
          <p:nvPr/>
        </p:nvSpPr>
        <p:spPr>
          <a:xfrm>
            <a:off x="4046550" y="630000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50C5C033-FAD5-126E-B140-9FFF7076A0DF}"/>
              </a:ext>
            </a:extLst>
          </p:cNvPr>
          <p:cNvSpPr>
            <a:spLocks noChangeAspect="1"/>
          </p:cNvSpPr>
          <p:nvPr/>
        </p:nvSpPr>
        <p:spPr>
          <a:xfrm>
            <a:off x="19051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0942ACB6-AC0A-DC26-DC6D-3CB17196107C}"/>
              </a:ext>
            </a:extLst>
          </p:cNvPr>
          <p:cNvSpPr>
            <a:spLocks noChangeAspect="1"/>
          </p:cNvSpPr>
          <p:nvPr/>
        </p:nvSpPr>
        <p:spPr>
          <a:xfrm>
            <a:off x="332565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6E5786E-ACA0-A32A-086B-D984F04DD6AD}"/>
              </a:ext>
            </a:extLst>
          </p:cNvPr>
          <p:cNvSpPr>
            <a:spLocks noChangeAspect="1"/>
          </p:cNvSpPr>
          <p:nvPr/>
        </p:nvSpPr>
        <p:spPr>
          <a:xfrm>
            <a:off x="6223876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831020DC-29CF-088E-3CF4-80967B757BE4}"/>
              </a:ext>
            </a:extLst>
          </p:cNvPr>
          <p:cNvSpPr>
            <a:spLocks noChangeAspect="1"/>
          </p:cNvSpPr>
          <p:nvPr/>
        </p:nvSpPr>
        <p:spPr>
          <a:xfrm>
            <a:off x="3324375" y="4946582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9C468B44-7DE9-E1EA-6AF5-B4966BA5FFAA}"/>
              </a:ext>
            </a:extLst>
          </p:cNvPr>
          <p:cNvSpPr>
            <a:spLocks noChangeAspect="1"/>
          </p:cNvSpPr>
          <p:nvPr/>
        </p:nvSpPr>
        <p:spPr>
          <a:xfrm>
            <a:off x="2607825" y="13534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94A15400-BCAE-2DDA-79E2-C1F6F75EAD86}"/>
              </a:ext>
            </a:extLst>
          </p:cNvPr>
          <p:cNvSpPr>
            <a:spLocks noChangeAspect="1"/>
          </p:cNvSpPr>
          <p:nvPr/>
        </p:nvSpPr>
        <p:spPr>
          <a:xfrm>
            <a:off x="476565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FC9305C2-90CB-94B2-D056-87A6B3E1B99E}"/>
              </a:ext>
            </a:extLst>
          </p:cNvPr>
          <p:cNvSpPr>
            <a:spLocks noChangeAspect="1"/>
          </p:cNvSpPr>
          <p:nvPr/>
        </p:nvSpPr>
        <p:spPr>
          <a:xfrm>
            <a:off x="4052175" y="207686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A3530191-659E-9B16-2CBF-8BDC0A67BD29}"/>
              </a:ext>
            </a:extLst>
          </p:cNvPr>
          <p:cNvSpPr>
            <a:spLocks noChangeAspect="1"/>
          </p:cNvSpPr>
          <p:nvPr/>
        </p:nvSpPr>
        <p:spPr>
          <a:xfrm>
            <a:off x="1171276" y="207686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F5E44B0D-5F56-02E4-498E-DEA96B84B1A6}"/>
              </a:ext>
            </a:extLst>
          </p:cNvPr>
          <p:cNvSpPr>
            <a:spLocks noChangeAspect="1"/>
          </p:cNvSpPr>
          <p:nvPr/>
        </p:nvSpPr>
        <p:spPr>
          <a:xfrm>
            <a:off x="5491725" y="207686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5D08BC03-1C95-9D56-6F3C-B7F23704C39B}"/>
              </a:ext>
            </a:extLst>
          </p:cNvPr>
          <p:cNvSpPr>
            <a:spLocks noChangeAspect="1"/>
          </p:cNvSpPr>
          <p:nvPr/>
        </p:nvSpPr>
        <p:spPr>
          <a:xfrm>
            <a:off x="2596125" y="623132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A926FD9C-40C8-EB61-294C-AFF8E66ABB3C}"/>
              </a:ext>
            </a:extLst>
          </p:cNvPr>
          <p:cNvSpPr>
            <a:spLocks noChangeAspect="1"/>
          </p:cNvSpPr>
          <p:nvPr/>
        </p:nvSpPr>
        <p:spPr>
          <a:xfrm>
            <a:off x="6206549" y="351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8A4F6C32-375F-C8B8-6C20-20559EDCA9E2}"/>
              </a:ext>
            </a:extLst>
          </p:cNvPr>
          <p:cNvSpPr>
            <a:spLocks noChangeAspect="1"/>
          </p:cNvSpPr>
          <p:nvPr/>
        </p:nvSpPr>
        <p:spPr>
          <a:xfrm>
            <a:off x="1173448" y="351341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FE7E5D98-6912-763A-0F02-8D1B28B58E2D}"/>
              </a:ext>
            </a:extLst>
          </p:cNvPr>
          <p:cNvSpPr>
            <a:spLocks noChangeAspect="1"/>
          </p:cNvSpPr>
          <p:nvPr/>
        </p:nvSpPr>
        <p:spPr>
          <a:xfrm>
            <a:off x="1893450" y="351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AB0C253B-5CF1-9857-9FB6-CA4805D97FCF}"/>
              </a:ext>
            </a:extLst>
          </p:cNvPr>
          <p:cNvSpPr>
            <a:spLocks noChangeAspect="1"/>
          </p:cNvSpPr>
          <p:nvPr/>
        </p:nvSpPr>
        <p:spPr>
          <a:xfrm>
            <a:off x="5489999" y="351341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BDAE85BF-C926-DD4F-CABA-4C5D56D90368}"/>
              </a:ext>
            </a:extLst>
          </p:cNvPr>
          <p:cNvSpPr>
            <a:spLocks noChangeAspect="1"/>
          </p:cNvSpPr>
          <p:nvPr/>
        </p:nvSpPr>
        <p:spPr>
          <a:xfrm>
            <a:off x="4064701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FF00FF78-913D-99A3-B45E-EEFD0B07E6E2}"/>
              </a:ext>
            </a:extLst>
          </p:cNvPr>
          <p:cNvSpPr>
            <a:spLocks noChangeAspect="1"/>
          </p:cNvSpPr>
          <p:nvPr/>
        </p:nvSpPr>
        <p:spPr>
          <a:xfrm>
            <a:off x="6216749" y="4226582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F9BE0C77-85F4-5625-E253-3D79EAA054E7}"/>
              </a:ext>
            </a:extLst>
          </p:cNvPr>
          <p:cNvSpPr>
            <a:spLocks noChangeAspect="1"/>
          </p:cNvSpPr>
          <p:nvPr/>
        </p:nvSpPr>
        <p:spPr>
          <a:xfrm>
            <a:off x="4093725" y="422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A35B77DA-5569-50AB-832B-4321C7FD8C54}"/>
              </a:ext>
            </a:extLst>
          </p:cNvPr>
          <p:cNvSpPr>
            <a:spLocks noChangeAspect="1"/>
          </p:cNvSpPr>
          <p:nvPr/>
        </p:nvSpPr>
        <p:spPr>
          <a:xfrm>
            <a:off x="47600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C7BD79AE-D382-5F7E-6CDA-3A56A690E858}"/>
              </a:ext>
            </a:extLst>
          </p:cNvPr>
          <p:cNvSpPr>
            <a:spLocks noChangeAspect="1"/>
          </p:cNvSpPr>
          <p:nvPr/>
        </p:nvSpPr>
        <p:spPr>
          <a:xfrm>
            <a:off x="1895176" y="495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5B57AC49-014C-5126-FD94-B4F1A0006F03}"/>
              </a:ext>
            </a:extLst>
          </p:cNvPr>
          <p:cNvSpPr>
            <a:spLocks noChangeAspect="1"/>
          </p:cNvSpPr>
          <p:nvPr/>
        </p:nvSpPr>
        <p:spPr>
          <a:xfrm>
            <a:off x="1157400" y="278313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823D953D-7D7E-5366-F83D-32D95BE987F4}"/>
              </a:ext>
            </a:extLst>
          </p:cNvPr>
          <p:cNvSpPr>
            <a:spLocks noChangeAspect="1"/>
          </p:cNvSpPr>
          <p:nvPr/>
        </p:nvSpPr>
        <p:spPr>
          <a:xfrm>
            <a:off x="1163923" y="566658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EB8EED2F-C95F-39B3-ECB3-9148DFF9FFEF}"/>
              </a:ext>
            </a:extLst>
          </p:cNvPr>
          <p:cNvSpPr>
            <a:spLocks noChangeAspect="1"/>
          </p:cNvSpPr>
          <p:nvPr/>
        </p:nvSpPr>
        <p:spPr>
          <a:xfrm>
            <a:off x="2615175" y="5666581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C77CC74F-6D58-924C-74E6-EFDCEF4F221A}"/>
              </a:ext>
            </a:extLst>
          </p:cNvPr>
          <p:cNvSpPr>
            <a:spLocks noChangeAspect="1"/>
          </p:cNvSpPr>
          <p:nvPr/>
        </p:nvSpPr>
        <p:spPr>
          <a:xfrm>
            <a:off x="5483925" y="56665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FE0DDE3D-6F12-076F-30FB-1511B759BA31}"/>
              </a:ext>
            </a:extLst>
          </p:cNvPr>
          <p:cNvSpPr>
            <a:spLocks noChangeAspect="1"/>
          </p:cNvSpPr>
          <p:nvPr/>
        </p:nvSpPr>
        <p:spPr>
          <a:xfrm>
            <a:off x="3338625" y="56609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7B0CAB9A-42A6-E12D-2039-B80E1421A23F}"/>
              </a:ext>
            </a:extLst>
          </p:cNvPr>
          <p:cNvSpPr>
            <a:spLocks noChangeAspect="1"/>
          </p:cNvSpPr>
          <p:nvPr/>
        </p:nvSpPr>
        <p:spPr>
          <a:xfrm>
            <a:off x="4764373" y="279000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1D75C44F-6B19-0AA0-AE33-9AD9837A0E88}"/>
              </a:ext>
            </a:extLst>
          </p:cNvPr>
          <p:cNvSpPr>
            <a:spLocks noChangeAspect="1"/>
          </p:cNvSpPr>
          <p:nvPr/>
        </p:nvSpPr>
        <p:spPr>
          <a:xfrm>
            <a:off x="1167825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D4491AA5-DA41-4FB1-F08A-446879220839}"/>
              </a:ext>
            </a:extLst>
          </p:cNvPr>
          <p:cNvSpPr>
            <a:spLocks noChangeAspect="1"/>
          </p:cNvSpPr>
          <p:nvPr/>
        </p:nvSpPr>
        <p:spPr>
          <a:xfrm>
            <a:off x="5491725" y="4957937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1874229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C7BB1-AE70-DD70-77DF-F8B96AE64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035AC35-49CA-E65B-62F9-3AA5A83929EE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C9AE45B7-2A12-717F-47A7-E757EC90F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6E7B959F-8190-14E6-97A1-CD4503BD41C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E97A2A4-1822-0459-C8E1-531C06F51520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CAFD559B-B5ED-AF16-121A-5246ADAE6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5DA776A8-EFCB-909A-2EE4-7BB88C7668E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7ED7CA0-A67B-24BC-DBE3-1924E2EB6158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875874FB-7ABC-21E2-1AD7-4F2CABBED1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4D105308-3090-2B26-49C9-041AAA40433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D552E75-ACAC-6A1F-F395-EE07B8B5AFAB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689575A1-CB15-A9CD-0CE8-88EB94B5F0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CC43CB8-03A1-5CBC-9ACB-934ADA8D424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478502F-D2AC-0160-44D7-721A0716B824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011F4FF2-A179-578F-5C80-6D297CD15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1F78F57C-9F0F-0D1D-3A59-01D16590AB9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2831E588-36EE-830E-D9AF-1BF6C2A3033C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2FD915FA-9D8A-25E6-0C57-65EDF946E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1D52DC0B-509D-BEB5-49A4-0DCD3FFCE34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DF1EBA4-8308-8130-4302-68EA66182BD9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6EDBB821-2F76-B42F-1C31-C4F4564B23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8139655F-9AC0-9B5B-AD03-78470B19388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93AA082A-2C6E-430E-DE9E-74153BD20D6C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BD55791-F046-BF62-0683-BC92C8CB8116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6CFE119-E891-B2CC-F8BA-742C6B259045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1EF2D268-1B8B-2061-DBFC-A63388AB10A7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3A59E20-7F2A-2329-3003-3A20F3886F80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4A9C5EA-749E-883F-D331-78B2BFB8B27F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4AD95930-FE3B-36C9-E4FE-88E016805BF0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68446E1C-BA24-9370-4375-21D5BBB4CEC4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ED2EABB2-F72A-45E2-13A7-809CE34DEF60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7FD84E9D-B898-142A-A9C5-9AD1E218C3F0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E695713-1B98-88ED-3B80-18CCCCDB1C88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F664DCE9-0E54-A9A5-1C7C-7D0C566FC89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E1757DF8-3A3E-61CC-1CE5-7D2431505F39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207E5E4D-BCE5-5FC8-DEE0-281C1B502457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1E9463A-193D-1EE4-55A3-05B253EA74BB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D82F51C-24BA-F301-A9CC-1F0125B7490E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C5199433-3B2E-B320-2ACB-5E3AD4033097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50596C2-6CFE-A729-E465-7E3D7128E412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EC12D55-DCDA-481B-785E-D7B95F3CC79C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A5F99105-2334-7E55-484A-7FF5ADFE9898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DA81B75-B0EE-0BA9-EC77-959BA235400C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4A30A4C8-0EE8-574A-D050-74A6B491E3A4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BCFB255C-4E1E-E597-F207-AF5CCC39AB91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2B37265-ED3A-2E5B-A5AF-AF561933BED4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74DBC93B-E047-6EC5-C9F3-FF73C048AB49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93FC078C-0F61-4735-12A7-06B02CD34CC2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3C929ED6-8497-B807-BE47-C9E37C694AEC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8B27E6B-DF48-D0E1-D060-AC14AA8038AE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08AE8105-A653-8EC9-1912-3712D1FAC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B4B7811A-2775-584E-F9CE-D22B696C7AF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DD11290-9909-5BC1-2569-737032D38271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96CBBF76-37EB-FD76-A6B5-0EFBAD3AD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ECE0C17F-4AE1-C6FB-EBE2-DFD7CDCE9EA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F2B8B790-A5B6-6AC6-3794-47CADBF438C2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C4781FE7-3114-7EAA-4DF2-63C389D8D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ABD18D68-A08B-51B5-0DC9-89F19F366BE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2C4DB455-D9CF-7DD9-2FD9-7BDFAA2BCF33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C79FC850-DBAD-BEA4-1826-7F957EAEF3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552E3819-3D30-15B5-5409-90A5BA6CB4B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1A49578-5549-A7DD-F1F9-8FB2102B9F9E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F0B28239-53C8-AE8F-6758-BF5848133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8A710A84-F195-1B55-C82C-D3054D1CA6A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816F93D-2981-991B-7BE8-24DFC410881A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587C2144-8392-2B70-2698-DB35F65349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C6F61E85-0C52-1F86-93B1-E6ABC339ACD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9061BB7C-98C9-AADB-85A9-6269D53A419C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46EEE925-A251-4AEB-98CC-CE7FF8E29B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C4A0B8EF-A7F7-BBBE-1993-818FDDC4149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FF895480-5E73-68B6-651D-E91BA9EF8F6B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19590CD3-8344-9EEE-81E5-CDE6F6D4E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00713D0A-3310-0DC7-6E5C-1520C4C9AB2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86AA08C0-CC09-974E-A4A6-D36D143DAED9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DA201B69-141B-5729-3C22-0E948D75D5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17959BCF-583F-F898-3488-F2AE57A72B2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DB0F02B0-EF95-8F7C-AD3C-B585D65A7F2F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914CFF83-4295-D43F-C9BF-DC05775FC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DFAB8955-2A1E-AB10-96F0-71404099444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E4C65D34-FBD1-6143-FE50-D09282411638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6BABDADD-6CCD-B9C9-BEE9-FF7A683F1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7031A399-CF53-9EC8-B886-B195B105E2A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902E7C52-BCFA-1628-521D-F1257D6D4B5C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35FFCB36-016B-4B64-195E-FF1BD5929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586DF346-D90D-BBE7-A6E9-B970D9B857A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987FD76A-E11D-96A1-8CE6-B013281549B5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A9E4040E-74D9-A414-D1EA-B0EB7AD1C1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E31B7BB0-0D75-8C8B-B5EA-103A42FE910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9DB10055-DCF1-DE21-F191-1BD3B76DA045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86764EBE-1F49-0C88-EAB2-DEC3973A5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0928770E-B650-E9C7-9809-F3DB7986A8D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F005BC39-5ED9-2B51-4355-809F03CC5E48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2647AEA9-2E96-9105-26C0-A09923537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F54AFF4A-CDD1-378E-050D-0220C042F9D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EA01810F-CC28-7FF9-CED3-A639251F6179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A9B07C97-2485-0187-956D-556F96DDB8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D9AB90F5-3FA6-D277-F8BB-76742B47463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D08C8694-EDD4-8FC0-EBA0-A36A465F21EB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850D1C46-4EAE-3BAA-ED88-3316691CF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C32BD88A-CBAD-3406-6F68-2CD9D2A9143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4DEF8622-94C6-08FB-F76C-F2980BA89B6D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9A48C43D-C60F-0097-2EF3-D040BFD58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A03D99E7-A588-33A0-4C60-60A8BFA4F7B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98B19BC5-9BB9-A848-97F8-8C00E6F72E44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10E74355-5D3D-DBAF-132A-00EC28AB9E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F672EB60-01A3-2663-99B3-D1805F8C367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85E5FC8D-1448-6B6A-4BA9-8456A7215D93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31ED087C-64E5-ADF8-F2CD-1BBCD2ECAB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5513CFD1-869E-A06E-E035-9CF74AB71D6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ED576B16-DEC7-C4C4-CBB8-D2C7D96B0B99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143" name="Grafik 142" descr="Mann mit einfarbiger Füllung">
              <a:extLst>
                <a:ext uri="{FF2B5EF4-FFF2-40B4-BE49-F238E27FC236}">
                  <a16:creationId xmlns:a16="http://schemas.microsoft.com/office/drawing/2014/main" id="{45B055AB-1ED0-1943-A018-F75590C09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962EDE28-1669-2426-7EEB-7CB43DA076C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430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6FE67-4BEE-9DD2-BB7C-C7A7F1DA2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hteck 95">
            <a:extLst>
              <a:ext uri="{FF2B5EF4-FFF2-40B4-BE49-F238E27FC236}">
                <a16:creationId xmlns:a16="http://schemas.microsoft.com/office/drawing/2014/main" id="{520D98DB-5114-2EFA-5B80-5891735C4EBB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34915EC-2EB8-8626-DFBD-3CF68D18CAD2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C5EDE29E-4A19-3E1C-EA3B-271991988F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1E66A5F-F986-D0E0-0BF3-A56B63B4CBC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A408C14-2C48-DA9F-8B86-00E4393278FC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3A6CC089-6142-5787-2FD6-573CFC6E7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A0FF2CC6-9C2F-658F-17AC-F1F6E32559E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DDF6D44-7BAF-39EC-C9DD-A8FCDA049776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6B676313-C687-9992-D2C4-7298EFB1D2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A1945AA8-9CCC-40D8-248C-C2093B6921A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7F70393A-8058-F344-99F2-0FBBD195E4F7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FBB4A8B8-09B7-74D5-DFBF-AAEBF40BB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569B6FF1-C49D-8A58-9EA9-F74E77E64E9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764BEF0-B06F-51DA-954D-D63588C91D36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D8912CE4-6C44-EFAD-1AD9-8A6A9BF16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5FA7D8F7-DA1C-6139-484C-06AA58CE461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9C24E67D-6FE9-E65E-786A-C38FDD3D6132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F9508732-DD3B-53C8-2FF3-34CFD7C12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21DEB339-63B8-5B83-8B21-BFB81E50A2E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8AB01AE-DB70-6943-C095-02ABDBD6F088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E834FFA1-4D3D-727F-A3BA-22E98A7F7F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DCF5B223-E9BE-63FF-5AEC-D668161B6B4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8CAB721-C1C8-3648-1115-7553CF8760E5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97318B09-374F-8BC5-81BE-0AB7C3319F4B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2174E7E-CDCA-50E1-B5CA-554D95F9DE36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85E1CFC-C09A-0D17-9EFC-132E2D4AE15B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63CD7E5E-2D81-4559-450B-052DA0D50AC0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2E0DAAC-D9AC-DA88-825F-EE46E3741ECC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1B08A2B-E14F-CCFA-2895-D6B33476C777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BC2E3BCE-2A91-C60B-051D-847520002B89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467C5D74-2B75-5A67-578A-1E34AB66913F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FA6DEEA3-82D2-F0EC-319D-4E61F22C9E3C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47AA2C31-E2EF-DB13-E1AA-9D2C2D8FFD71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1004AD3-2D2C-BA6C-E8F4-6771432A8E83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7CC138B-097D-E557-C15A-DBFB1B099570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3B948E44-52FB-67DF-065C-053B84E5C7D9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5C72F88-2701-B546-60A4-38F1B292217D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64018145-861C-7D90-9266-8813CBF1D119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8A21E21-9697-BEF7-8B0C-6D1DBAFA6C74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953EED65-4E4F-4E3D-21A3-23FB906D281B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B40B2513-DB91-5A1D-AAF4-73D978A6103B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15B71AB7-4421-F636-CC11-8ED1B54DDFBA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070B0B24-3EBC-7DBC-1388-06E59774DC78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8143413C-206E-BC94-E01D-80E80FEEAFB2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650C3942-2825-ADD3-B1BA-D1B143958A3F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38CD3A2-98E7-20FF-0E0D-75D595E9B6B1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F160F17D-F87A-93D9-8CF0-B47A4E577157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C690AAE1-FFC6-2B7B-3542-73D2FD76E2B3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B53DC722-E9AF-8971-C08C-E3040255E0CA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647978E-6824-8E57-F2AB-599B0B4D1251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0574548A-8C4F-F27E-BE86-C820A21511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4FC01D23-5837-C8D0-7A9B-BCACE02EA2B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F4C359E2-74DD-B0A0-3055-E56E7769E92D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09857173-5E2C-CDF0-927F-29F1F87C68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98D0C592-512F-3B27-3918-8732707A6BD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689BBB1A-917F-399A-870D-613151317F2B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2C2B970D-5C4E-DE9F-84F0-E31593645C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A2AB4FB5-DBE4-E316-1306-EC445587A58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396B2A70-CE72-7B97-A1FB-3941C5C2D792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49817E0E-B0D7-F1C3-5F93-5A1C78311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27E59AA1-660A-6817-B424-023EB5A0E31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EF1EF782-6DC0-484E-4D8B-F804478B7500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FE9956E6-B1FE-EC60-D238-E873C2B089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3F713600-A26E-6DDB-B0F4-274AABC15BA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8E1205C1-9AD5-4A9A-F986-5F7626ECFD8B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6800CC33-D539-5D98-103A-80A7D541B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4B08A1BB-2766-832D-BF62-FBC27EF7E42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D385AB75-EF60-90A1-527B-E4FE1DF03028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7356FFC2-2A75-55E6-D33D-F9FD24AEA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724775FD-2E3F-8DEC-AD09-B51AD1FA47A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CA55C2E7-9942-0B95-AED2-851562100830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9E98E875-5048-95BC-B5D7-C37B27077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5FAD7112-ECB1-B0A5-A289-448FBB14426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A2242F97-5F8E-BA81-BD40-2350B7DFD99D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0C37B9A6-F0F7-7773-3307-DA43DF6C35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E8D3177F-0D29-33B0-83A2-970094ECAB5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66EF9241-6AA0-5FFA-EACA-8B546AF70D6E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961FC1E6-9320-84D1-7F8F-DFAB6B05B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3B77075C-A6E8-E1F3-8C88-496FBE40123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587D3777-F6BB-3010-ABE4-DD39C5E5C590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BF5FC527-7F22-B475-4AF2-2266D301A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8AFA4109-2157-E0B9-A1F7-D9460D27283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A9E3693F-8818-61FE-DB73-5E2576CB4DC6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FD53B86F-1E56-455F-A011-D3F61772F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D3E5C14B-A661-CBAC-56A7-454B1C1367D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B800E4E9-A2AB-D9A0-01B5-C14DF454AD0A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AD830C9D-F3DA-D85D-8917-3BAA914FF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8DEBB988-47E7-BC60-E777-256077346EF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0C5C6B98-80AD-11CA-D814-E993A4818726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C06A958C-658D-1B81-C947-CE59C6A2B5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B6E72E65-A15D-A9F5-8659-518D011ACCE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24908607-7702-691C-C272-812CBC232421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0C262B05-9E8A-DDBD-BA44-753E7F3C9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0A6B9E1D-3026-E4FB-697C-90881ECCD2F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0DF389DC-ED55-30FC-8B21-FEFD8136BF93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6EE9222B-2088-78D4-9846-912ED4CDE0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6F46CB42-AC78-91D7-6364-A7790828B7F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DF09B6D4-EBB8-FD83-3FAD-9BD90ED3B4AF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576EE09D-71FA-C92B-B2BA-92EF296AD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85E989A6-E399-EBD7-3859-F5A21563F9C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FF430551-C99C-1B39-D391-0D66E221999F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2B79EB87-49A6-7AC6-D88A-27CD61591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3A4D9D87-4C61-C050-AC92-83C89A40E56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3A734878-EDDC-62F4-B83C-0741214BB85C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BFEF3800-1170-00AA-6335-ED5322885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AAC51CB7-0B45-3CC9-CD90-D8CD5944376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FE6DFE09-3DB8-C412-FBA3-8FB2D16FC5EB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4380F149-D42A-9A82-4886-7C7D54379E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47CF5E24-2F59-AC70-55A6-C1A24021F7C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9BA305B2-D41C-034D-469B-2FCCA0FAE90D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A0FA0159-A51E-096A-4E4A-C12E0E79C0DC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A52D4F50-6EC7-4782-AEB4-06011745EADE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E4238929-E136-8B03-3CFB-C45886C4BC54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61" name="Titel 1">
            <a:extLst>
              <a:ext uri="{FF2B5EF4-FFF2-40B4-BE49-F238E27FC236}">
                <a16:creationId xmlns:a16="http://schemas.microsoft.com/office/drawing/2014/main" id="{1E8522A6-5FE2-1C6B-47D4-EB556DCE38FA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63" name="Titel 1">
            <a:extLst>
              <a:ext uri="{FF2B5EF4-FFF2-40B4-BE49-F238E27FC236}">
                <a16:creationId xmlns:a16="http://schemas.microsoft.com/office/drawing/2014/main" id="{075301B6-7A35-8491-1B28-913BAE9AC603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65" name="Titel 1">
            <a:extLst>
              <a:ext uri="{FF2B5EF4-FFF2-40B4-BE49-F238E27FC236}">
                <a16:creationId xmlns:a16="http://schemas.microsoft.com/office/drawing/2014/main" id="{BDF9AD3C-8F42-67C0-04C5-DA013335FAB1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66" name="Titel 1">
            <a:extLst>
              <a:ext uri="{FF2B5EF4-FFF2-40B4-BE49-F238E27FC236}">
                <a16:creationId xmlns:a16="http://schemas.microsoft.com/office/drawing/2014/main" id="{CEFF7981-B086-DAA7-054C-66DEF2706146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B270F1D5-07FF-3FBA-C516-6A8C6893560D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68" name="Grafik 67" descr="Mann mit einfarbiger Füllung">
              <a:extLst>
                <a:ext uri="{FF2B5EF4-FFF2-40B4-BE49-F238E27FC236}">
                  <a16:creationId xmlns:a16="http://schemas.microsoft.com/office/drawing/2014/main" id="{1E5C596F-AEDD-6AAC-C618-1AFC812AEA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2B1A1D97-8398-486F-311F-2D2C43CD2D9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70" name="Titel 1">
            <a:extLst>
              <a:ext uri="{FF2B5EF4-FFF2-40B4-BE49-F238E27FC236}">
                <a16:creationId xmlns:a16="http://schemas.microsoft.com/office/drawing/2014/main" id="{E89F320F-17BE-647C-94F5-7923F17C1721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0D92C3F7-5F24-6601-4C68-183F24ED7321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DD982ABD-9ECA-B0FE-4ABF-61E7F00138DD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45DA89F2-9368-D9E4-6990-7C62582B1FA2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4D23EE4E-898A-C3DA-F488-73C417AE0E7A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8986BBC6-52DB-5F59-26D9-F7C53F428C68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1" name="Titel 1">
            <a:extLst>
              <a:ext uri="{FF2B5EF4-FFF2-40B4-BE49-F238E27FC236}">
                <a16:creationId xmlns:a16="http://schemas.microsoft.com/office/drawing/2014/main" id="{602AB244-559A-FB26-B765-7E722442455F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2" name="Titel 1">
            <a:extLst>
              <a:ext uri="{FF2B5EF4-FFF2-40B4-BE49-F238E27FC236}">
                <a16:creationId xmlns:a16="http://schemas.microsoft.com/office/drawing/2014/main" id="{7737769A-0A80-8776-4AE4-720832E61280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798418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9F94F-FEE7-1F18-7062-386C11C1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hteck 82">
            <a:extLst>
              <a:ext uri="{FF2B5EF4-FFF2-40B4-BE49-F238E27FC236}">
                <a16:creationId xmlns:a16="http://schemas.microsoft.com/office/drawing/2014/main" id="{355FB150-E21B-9CC4-E2F1-37EDED238C83}"/>
              </a:ext>
            </a:extLst>
          </p:cNvPr>
          <p:cNvSpPr/>
          <p:nvPr/>
        </p:nvSpPr>
        <p:spPr>
          <a:xfrm>
            <a:off x="7038379" y="55053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82EF2F4-0C28-BADE-97CF-007307FD9E76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8FBCEAF9-7C97-BA27-3CB5-B747F1174E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D2B474FD-C899-E2AE-B26D-5E42D505F2E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74E5CC7-11AB-9E12-9B3E-7D1008467247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2B476FC8-1DA6-794B-5C03-CDD0D098A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15F2EF0-4D7B-4F9B-1692-1E79FFC7988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AD19ACC6-5C9E-72D2-C95A-47A7245679CA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28712D9E-7AEF-2DA1-D94A-BA9198E23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F3630CC4-FD27-E012-FD3F-5FE80D2EA39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564C150-2138-7027-0F38-B6F91185BFD8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36CF6E67-AE64-C185-619B-A955B3196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0710338-2647-DF3B-ED1F-786C5A1A53C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5FB476A-6DF2-E29F-EF27-EF81E2125855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9987FB59-67A3-DD41-A56C-FDEFA0856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39E70958-A723-8DD5-C125-C9E2164BAAD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6E2B5B7-6879-6A70-0C5A-BBC5B641F0E7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F897663B-7E19-46A2-B08A-F219C6163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9E7D74A0-DE8E-7366-F93D-F67FEDCE34F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20D0B9C4-72E4-601C-6AD8-0D9C03E98BD5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5022988E-A363-ECB6-424D-FC832773E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7AE44AC0-C070-F7FF-C898-163C562D63F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058FEF7-912C-80FE-A4AE-ADE10814792D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323EEC52-FF97-8891-F756-E13ED901FAD5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6FD6531-BB6C-E2AD-FE8D-4A0BD80FC915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70D282C4-260C-4510-5267-71F0243824EE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B1F790E9-4B1C-B619-C03C-D3DFA430B0C9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24513FF-3B45-B13A-C48C-2C943B50AAF4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5B7CB91A-FEA1-2F38-8CAA-1F2B1CF3FA17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C7944C1E-4CB8-0897-3D5A-57CC6CFA14ED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7EE0A3B-43AC-5E8C-4C5A-1FE696E2D1B8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F156991A-C0D9-0F9D-7832-413B6686D605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B2763D9D-0F0A-024F-03E8-15A55E50362A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8B408F25-AAC3-5914-1973-18E7D374EBB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2329917-AB2C-DD57-4854-B9D6A9652B00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98E8FCFA-AC5B-AC4D-72D5-3A45C230A5D7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D774AAD7-D6F0-1D92-7CD8-DB057CC70DE1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1308F9F-417E-0E5B-2DB1-F682A4274668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C1BC42F5-458C-789A-CEB6-193537CD48F9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D356F87C-0B69-9BFA-E0D3-E8B0FBF418F2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805ED8A2-C6C0-B8F4-160A-FB96092EA239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E8B36141-88B3-34BE-1C38-535E5B227C05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4690EBE-38F9-C9A0-3779-0BD32EBCB032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B792BC85-C91E-35C5-D8A9-48BDF696444C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7E4DFDC-B8BD-28A9-A867-B5EB4957B7FA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8D7DC899-7ADB-8C1C-CC50-22630503FA31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B23060ED-3787-B029-ACFA-2AF29BAF00ED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3FD312AE-865C-4ABC-BF8A-51ED58E0E265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7AA86194-8039-9C90-7870-496270BDA1F1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656FF52-F7CB-E946-8053-B3BE8621F8A3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BDB429C7-988E-1CA2-5B56-402D84280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559B4E85-BD5F-9B9A-2F5B-0E79C36D01F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1949C998-75F5-4F24-372E-56E22A156B24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81EFB42A-CDC9-58E8-6C96-11B1773B52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2F2350A2-D0B1-DD07-FB50-1EB904536C2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93C48E79-4FC2-B3C9-8B70-3994B857EAF3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1F7D1BB2-96E2-2ED0-97AE-E29F1E859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05FE622C-BCBC-064F-6C56-95A6A1AFD88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486FC56E-3A73-D687-403F-6E073D7D7D8F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F107C53C-4E4C-A255-B17F-A728B8CAF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1FF70F32-07C9-7D26-FABB-DD03878651E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02710386-2132-DE6F-6EEC-F1EFADF39DD0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760E4098-751F-2AAA-BA3B-4B2E1C147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F8A27702-B822-7CD4-6AAB-876D4A04AA7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62B45A9B-6777-67C3-4B89-D61C100FBAF4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8B364657-84C0-29C3-BAF6-A362B36BE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50A1F786-DE9F-2E03-57C8-806B015BAF7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0BEEC7F4-8AAC-C580-29A9-A5C0CFEA257E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2BE170CF-C7C7-32C8-AC8D-8911E5D915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B039C138-72F9-E643-8B7C-FAFD6F92CA6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DAAE22F0-2DF2-2F74-5144-C9ACACB8B1B2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F6518660-C7CE-AF6F-48D8-5547B20A8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26DDDBDF-D9F5-8D32-5C69-084A1F34CFE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0A78E63B-6B9B-5F78-CC4B-EEEA61EE291A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46F30CB8-4241-0B22-FC09-1271B8B38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30C80CAA-0944-8B37-DD25-26542B3D4C2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1AFF0C5B-87DB-CA50-48A8-34D6B63FFE3E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EB0D1364-D527-5CE1-4C72-C6182C3DE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1A46CF44-4211-B4F7-1CD7-7FDF7CEAF9E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8D2BFBAE-92C6-09AB-EB82-6983396C69C9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78B51F75-90DB-E918-E1F4-A0CA4F9D39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FDC8CE10-5C8A-1D4E-75F9-FB1DCA979D9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7B0B1195-40AA-D4A5-42B5-76A16CD1E021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10879A3E-AA90-13CC-3A47-731E72CE9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739586C6-7C56-939F-18B2-4E999BF7133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01D592CA-F6F1-3E32-3918-AE780B40EF32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F8EA81E8-D350-64E9-8A12-99D99A620A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78FA1BD2-FFB8-6408-EE49-976B98469EE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6AB82304-74A1-E1F0-5890-827D331C658C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B79455BA-FC89-7039-3205-B75689609C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54558AD5-146F-A8A0-82BF-A36EA7816FC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67F7F879-4B4F-50D7-8A3E-2F1C983B341F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18165243-1386-3377-8871-B15FF2B6A0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90EA8EDB-1E0C-9E5F-8409-F3328F95FD0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A0A0AF97-83C7-06A0-AF07-C259A69CB37A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9AF10723-97E8-17D7-DBE1-C5773C776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A276C9BD-AB64-477C-F7FD-1381961862E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83156F8F-4324-DE81-31CD-01C31D6333C6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259B41D0-E2DD-B40D-25AC-9D2CBE362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8B9D2CE8-AF2C-0949-28A8-1152F678DC2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397E2575-B708-B0B4-D97B-E03AAA8DBEA2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C7509A4E-46EB-19A9-FC35-1C4B14EAA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6B7B5B3E-D9F1-9AA7-9936-92A7C8A1D5C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8844B6BB-A833-739B-DE38-751917205F58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C679D677-32BF-6B5B-1FE0-E438883E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71E1FD33-AE4F-EDF0-AFC4-4831700BB50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75888C95-BF10-C4FD-F1C5-42E546A8D140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09713AA0-53ED-462B-421E-5DA5BF17E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627009E7-911F-1299-4AAC-EF6DE44D0D1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0202F38D-FB20-0DA5-5464-19A56C2FA126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BBE2B672-3B5E-E73D-16EB-7D3A99A2FF82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56D228B7-76B9-C93C-BE8B-3DD05B1D3290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831F8853-0457-00DE-539A-728151E505A5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61" name="Titel 1">
            <a:extLst>
              <a:ext uri="{FF2B5EF4-FFF2-40B4-BE49-F238E27FC236}">
                <a16:creationId xmlns:a16="http://schemas.microsoft.com/office/drawing/2014/main" id="{55E030DB-1319-695C-21A6-99F0878CB10F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63" name="Titel 1">
            <a:extLst>
              <a:ext uri="{FF2B5EF4-FFF2-40B4-BE49-F238E27FC236}">
                <a16:creationId xmlns:a16="http://schemas.microsoft.com/office/drawing/2014/main" id="{EB55FD91-454F-0383-C022-554B6A3C3E3F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65" name="Titel 1">
            <a:extLst>
              <a:ext uri="{FF2B5EF4-FFF2-40B4-BE49-F238E27FC236}">
                <a16:creationId xmlns:a16="http://schemas.microsoft.com/office/drawing/2014/main" id="{A09C8FCB-B54E-8A8A-BC44-61478CD1A4BB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66" name="Titel 1">
            <a:extLst>
              <a:ext uri="{FF2B5EF4-FFF2-40B4-BE49-F238E27FC236}">
                <a16:creationId xmlns:a16="http://schemas.microsoft.com/office/drawing/2014/main" id="{CC3FB807-3C57-093B-5B48-B71384273C8D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DBA71700-F17C-8892-B76B-3ED6E705E962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68" name="Grafik 67" descr="Mann mit einfarbiger Füllung">
              <a:extLst>
                <a:ext uri="{FF2B5EF4-FFF2-40B4-BE49-F238E27FC236}">
                  <a16:creationId xmlns:a16="http://schemas.microsoft.com/office/drawing/2014/main" id="{C674DCEB-0A1C-BDD7-3CD7-3449D71DA9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9AA799D0-F730-C901-BEB5-9B1CC09BAFB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70" name="Titel 1">
            <a:extLst>
              <a:ext uri="{FF2B5EF4-FFF2-40B4-BE49-F238E27FC236}">
                <a16:creationId xmlns:a16="http://schemas.microsoft.com/office/drawing/2014/main" id="{07E1D80A-DA71-A047-04EF-8C58204B15E8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02C2E4E7-F477-6E3B-DD03-372B3CB10AAB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0CAFEF8F-68B7-47A7-F703-AE9F991730E1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3861CD03-7583-4B3B-A08A-5DB8C52C3B54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8406A9DE-9A63-DC88-CE0A-683312BC3D85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C0951BA4-FE2F-AA6A-DC77-7DBDD1CE3DB8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1" name="Titel 1">
            <a:extLst>
              <a:ext uri="{FF2B5EF4-FFF2-40B4-BE49-F238E27FC236}">
                <a16:creationId xmlns:a16="http://schemas.microsoft.com/office/drawing/2014/main" id="{D68DF2CA-1D04-2147-BD54-01595FAFAF85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2" name="Titel 1">
            <a:extLst>
              <a:ext uri="{FF2B5EF4-FFF2-40B4-BE49-F238E27FC236}">
                <a16:creationId xmlns:a16="http://schemas.microsoft.com/office/drawing/2014/main" id="{6BD550EB-1999-269A-D9C3-EA3EBF8B81C5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A5C38A36-B372-DAE6-39A8-4F8C8E8B5ED8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5516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0">
        <p159:morph option="byObject"/>
      </p:transition>
    </mc:Choice>
    <mc:Fallback xmlns="">
      <p:transition spd="slow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4918A-9122-4FA5-E05B-A57B6E17C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hteck 143">
            <a:extLst>
              <a:ext uri="{FF2B5EF4-FFF2-40B4-BE49-F238E27FC236}">
                <a16:creationId xmlns:a16="http://schemas.microsoft.com/office/drawing/2014/main" id="{829EA43D-7F82-901B-D566-9B374E1B7BA2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6" name="Rechteck 85">
            <a:extLst>
              <a:ext uri="{FF2B5EF4-FFF2-40B4-BE49-F238E27FC236}">
                <a16:creationId xmlns:a16="http://schemas.microsoft.com/office/drawing/2014/main" id="{6CFBF4D9-8A69-EAEA-7724-93AF0D382363}"/>
              </a:ext>
            </a:extLst>
          </p:cNvPr>
          <p:cNvSpPr/>
          <p:nvPr/>
        </p:nvSpPr>
        <p:spPr>
          <a:xfrm>
            <a:off x="7038379" y="55053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3036263-5A63-93B0-F669-4694851DF3B2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36325BB-E416-7F0B-8F7E-D895523394EF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4F5C0A55-494D-B80B-0C52-F71DCBCBCA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73D07155-6477-F84D-8B88-6AC7CFB12E2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C880A7B-3F10-BA19-36C6-113957B8463F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5480C151-CCEB-A991-3FDB-AA8DDB5EE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9469A2E-E965-2FAA-CDD8-F0EB841CD39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28A20C2-8260-D3A4-8FBC-1BAF7071CE78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F799C297-BA23-A9F6-E643-10C40DAB9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70CCCFC2-BA2E-E3B8-DD89-582597DC29B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FF64C57-64F0-1551-5081-BF5908B71D71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48055FB9-2CAA-75B8-7068-58C09C251C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99853C56-C008-33BB-55F8-64E5632D517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C74FD1C-9705-9F58-E357-AF255D70B166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0502F4FA-2234-848D-6D67-0FA763CC2E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66A42EE4-640C-0FEF-9740-B6A9C1718E0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08ECE18-A633-BE28-13A0-14D6F1DBB049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CBA4F85F-6203-F2AE-27AB-ABA30D4328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FF9DC81C-9D84-9386-EE6D-05665DCEF25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8253432-A4E8-7BB2-CF03-0CF80E84DE0E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D554356A-B158-F558-D400-112DEE680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AA70EB85-2928-E73E-3226-2E1E23CDB27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B3F98E3-8CEC-BCC0-140D-F4A416D3B866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3D27421-0448-FC9A-021F-393FC6844842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046ED40-40B7-C76D-9D5A-BDFCD336D8B3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73A4CCB-B403-8F2A-F43E-7EE38C8A1919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A2D9E74A-0BFC-E56C-AFF1-B57E74259544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FCA5B58-79F3-9459-0865-469F912FCFA3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A5820AAC-0840-7AB7-6A48-661AE2B78E97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F73066F2-5817-C372-7732-9EAC3B260559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D433624-A31A-25EF-F352-230AE4319CD7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48A33DD-1959-3A32-BD73-BFBC23BC1FC2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792E06C2-A260-1779-83B5-A455E40906F3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D2BA609-12D1-8596-0CE6-C328B6882043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2F77053B-1A55-41FE-2DB6-88A49418719B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B83CF7EF-1375-B573-5AF0-242C5583185D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6A395F9F-B72F-A1AC-8675-2F1E958FB2E3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F57CD29-4589-7BA1-5903-CDEE381C58BF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B61DEC33-5BC1-9F1F-6BA3-392D0AF558E0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B4DBDDF2-2575-AF4D-AEBD-C7D1F73EC43F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EE3EFBE5-4F81-E25B-E7EF-277700CA8BF2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12218500-EF09-E8D5-58C3-D1DF3CE37A19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EEF8909C-D74F-53FC-6A42-3DD2007755F9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3688DE0A-F0D1-8FEF-A8B9-6262CD23F9D3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CF10E3AE-53CF-7F3A-1070-A2F4673E6094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D399D47-4614-66F9-5C49-8B9CD07C9790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219DE2CA-C7C9-D861-7578-D4D83DA25735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DE2C960E-40C7-EBD4-81C5-73D50952B380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566D5163-0414-5900-3091-3B139547499E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FE3F54E-DAFF-EC97-A8BE-A97082ABD44A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C82691A5-FA87-703C-8AB2-C81BBF78F6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D55B94D7-6020-7063-7709-9FB3DA9176D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C46225A7-DDF9-192C-0525-39F95FAC8B18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67F4C81D-05AD-1000-F6A4-A1B33F645F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72F6EA89-5E1B-A756-AD18-F38571FCE45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BCC76ECA-68C2-1BC1-8CED-61C9CEE7188C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209024C2-4F92-9D44-9A47-94A8F72B2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FD0A12B-E81A-B758-8945-9D386A58614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EF4232B3-5114-E874-99E9-891B977D9623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1E8E2370-BDBB-B306-F68F-4CCFA33BA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34148A99-6DC8-0E53-08DE-02AE84861BC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688B9F17-28F0-29AF-AB33-078A57DB6F4D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EF4E081B-7E1C-4C95-3B14-C30EC6DEE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DDC56B19-2F5B-EAD0-A1C8-31BA9C7208E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400ABBAF-3D04-31D2-201D-988E3B1E2F56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384B6A7D-FCA4-2552-18A0-70E6CD6538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A2A0F432-83B6-366C-BBBA-9FB364B4A65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40E1C875-BC1D-AEA8-8920-E36497E4ABEB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34940100-950A-E56E-08D6-70AC11BDE6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44E8A0AA-DEC0-4A64-4AA3-B43E786EF56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4DBFA7F5-CFD3-00D1-9DDF-850119CEB6D2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8091E881-2CF8-A590-9338-804737F4B6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34946B92-AF22-7D03-8684-B3242AF84F6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5356FA4E-A5C7-890E-D063-DDA6C8B7DB12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D8901C2A-EAE0-76E2-D9D8-9D391F2B20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1501E395-D849-F115-E258-6FD20153DFC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786D8A17-4FA3-88E4-0060-BBBE6EA5CB45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9DEA30C5-B549-8735-C031-DD5D56CF9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98849E5D-8E5A-9CFD-4FF0-BD8B92C8A7B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90241A94-0718-C0DE-F178-C7C89E1AD924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D9DD8A37-30DB-276F-500C-408923DC8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89C1D406-A2A1-F804-1855-F5D9B2D12FC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FE96F739-E241-4F55-D5F6-DC9F94033BD5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6AD72F77-90ED-FC25-B944-3BDC734F4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58984566-1F0C-F89E-5444-A151DB486AC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1B3D280E-6DF0-AE2C-DC8C-22C52EF85578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E86432B1-C127-23F1-76F8-DD753FC50C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2A5E7BD7-A37E-A1AD-5B1E-10669F34F4D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17ECD15-1EAC-0510-7267-16819E235419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2CF7A0DD-1DE3-4D17-5712-2B05CDE72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D4F6AB66-194C-4C47-1240-43D463A90DD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1F3FF09D-F144-888E-E794-05EF3B08B67F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2FD52389-726E-4172-AD35-624952C29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91BFD9B7-8914-8486-4E0F-6A519F77536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5F17A1E-3AB5-815A-FB3F-528064DF0A9B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9018901D-5590-F83A-5B24-C1540C415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7A5A8F96-6BFE-B844-A797-6F6B13B6E38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F68AB131-5CA5-FDC5-4189-9FF676500503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3655D55D-47FF-7E99-F407-C83FD7F37C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9EDF2EF3-B1E0-9A3C-6573-6C4C3F8498D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99007585-5CCD-C740-D411-5A7A15D1D195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2B0E0517-215A-C999-FE1C-31906CCF3D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C570A670-386E-EBCD-3309-C364B2E7B4C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A9649D6C-34F1-92CF-E20F-A62A0D9E95F1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75E0909B-4D12-6EB5-E6E0-DDCA82AF9F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85CBC45D-668C-77B5-7AA8-3481367224D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9B790A01-C247-A74B-0905-0C6784B15334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5D0D8D1C-0242-CB1A-2F2E-B63864E5E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2FC022FB-C822-7D96-6D88-1E8E5007897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4A93F823-8231-B045-EC62-8AD3B0862C3E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39" name="Grafik 38" descr="Mann mit einfarbiger Füllung">
              <a:extLst>
                <a:ext uri="{FF2B5EF4-FFF2-40B4-BE49-F238E27FC236}">
                  <a16:creationId xmlns:a16="http://schemas.microsoft.com/office/drawing/2014/main" id="{C5E4B34E-9640-86E6-FFB5-D932BD6E1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8DCCEBE8-BC54-D1A2-337C-AB9C6E34F13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41" name="Titel 1">
            <a:extLst>
              <a:ext uri="{FF2B5EF4-FFF2-40B4-BE49-F238E27FC236}">
                <a16:creationId xmlns:a16="http://schemas.microsoft.com/office/drawing/2014/main" id="{EE432D93-1CD2-0EC3-E4F6-2370C7B7703A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42" name="Titel 1">
            <a:extLst>
              <a:ext uri="{FF2B5EF4-FFF2-40B4-BE49-F238E27FC236}">
                <a16:creationId xmlns:a16="http://schemas.microsoft.com/office/drawing/2014/main" id="{300E3C2A-8191-127C-E927-3DD9B7413863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43" name="Titel 1">
            <a:extLst>
              <a:ext uri="{FF2B5EF4-FFF2-40B4-BE49-F238E27FC236}">
                <a16:creationId xmlns:a16="http://schemas.microsoft.com/office/drawing/2014/main" id="{8E47F97E-4ACD-F38C-6D04-AE7DF9A8EA1A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67" name="Titel 1">
            <a:extLst>
              <a:ext uri="{FF2B5EF4-FFF2-40B4-BE49-F238E27FC236}">
                <a16:creationId xmlns:a16="http://schemas.microsoft.com/office/drawing/2014/main" id="{5FA80C6F-5016-7D96-9514-88ACD7BA44D3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6EC38C44-7F49-F3AD-122A-487D8FFA49A2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D3CDA6BA-154A-C142-6F12-A126A1D9BC86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034ACB48-2791-2D8D-BFC5-DB43C9A8FD39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2ECE617B-672E-22F2-4556-6AE7C58CC02C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436950A5-C260-EFC4-CF12-9AC0A1E9226F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3A8D45DB-A0F9-189E-3518-AB9068624B86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60CD461B-606D-60C1-BEE0-CBD2771F94FA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8CE8D87B-BA5B-C594-EB45-BB6D82966669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1" name="Titel 1">
            <a:extLst>
              <a:ext uri="{FF2B5EF4-FFF2-40B4-BE49-F238E27FC236}">
                <a16:creationId xmlns:a16="http://schemas.microsoft.com/office/drawing/2014/main" id="{8510957E-8F73-300F-7BBA-CBE64662B190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2" name="Titel 1">
            <a:extLst>
              <a:ext uri="{FF2B5EF4-FFF2-40B4-BE49-F238E27FC236}">
                <a16:creationId xmlns:a16="http://schemas.microsoft.com/office/drawing/2014/main" id="{4DC825A1-7FAD-95C4-BC14-123CA205300C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3" name="Titel 1">
            <a:extLst>
              <a:ext uri="{FF2B5EF4-FFF2-40B4-BE49-F238E27FC236}">
                <a16:creationId xmlns:a16="http://schemas.microsoft.com/office/drawing/2014/main" id="{202D0F48-80CE-7098-580E-63F48D40F7CB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5" name="Titel 1">
            <a:extLst>
              <a:ext uri="{FF2B5EF4-FFF2-40B4-BE49-F238E27FC236}">
                <a16:creationId xmlns:a16="http://schemas.microsoft.com/office/drawing/2014/main" id="{6EA3730C-A828-E95F-DFA8-D763BD533E43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3" name="Ellipse 142">
            <a:extLst>
              <a:ext uri="{FF2B5EF4-FFF2-40B4-BE49-F238E27FC236}">
                <a16:creationId xmlns:a16="http://schemas.microsoft.com/office/drawing/2014/main" id="{147E5878-290F-A5E8-567A-49185A0E5071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260815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37B2A-3BCD-02DE-945A-855789A6D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hteck 146">
            <a:extLst>
              <a:ext uri="{FF2B5EF4-FFF2-40B4-BE49-F238E27FC236}">
                <a16:creationId xmlns:a16="http://schemas.microsoft.com/office/drawing/2014/main" id="{B0212BB3-C72D-6F08-4182-A81C65444017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6" name="Rechteck 85">
            <a:extLst>
              <a:ext uri="{FF2B5EF4-FFF2-40B4-BE49-F238E27FC236}">
                <a16:creationId xmlns:a16="http://schemas.microsoft.com/office/drawing/2014/main" id="{B51EBB83-A5A9-7BBD-95EB-E364C87A6A27}"/>
              </a:ext>
            </a:extLst>
          </p:cNvPr>
          <p:cNvSpPr/>
          <p:nvPr/>
        </p:nvSpPr>
        <p:spPr>
          <a:xfrm>
            <a:off x="7038379" y="55053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35F4722-2516-0425-DC1B-B749CEC77DB4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6E44625A-F4A0-38C9-7A64-9C5F770FC114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2FFB5BB-0166-3E3F-5ED5-25D3B9DBBB3C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40D813D-5919-1AA5-F8D5-1B58809C9579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6B1AF1BB-2CDC-E63E-2ED1-245C5532DBE5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BBD29A96-94CE-6FAB-87EC-31900D54C2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62EE6BCD-AD39-23D9-6053-32245424471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A7B9499-F99D-1829-39D9-C3FB46B787B4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31D18352-E544-9492-C8A2-1FB986380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60E0CF8D-6661-FF4A-0367-3DD3F020C31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097F74E-0EDD-F870-BDDA-81F56E69DFBA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B7AD4365-29A6-A383-2AAF-6AE8147733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D91979AF-C21B-51F3-E720-5F1AC7133BB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F69FD5F4-4766-90D6-59FF-190AC4E0973B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69298A84-2AB0-3D92-9D12-825760932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327589C-18F9-763F-B713-1BFD1D4A5A2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8846DBD-8637-6E4E-2694-00BC3DC2DC71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478B452F-2857-1B77-1440-AD2FBCC9BA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31591BC5-E2D2-6B14-27E1-FD152CBAC9A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20D98EB8-2106-7BBF-1889-3441B7F00646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74C46FE4-E3EE-A6CE-CCC5-49E830416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AB9DF4CF-3277-CF82-13A7-7A7EE70984D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880ED59E-DF5A-39E1-AE9A-D053C13C3B5E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517F68B9-F25F-B568-9B86-6CE3F4254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8AE7BB98-2658-6900-1584-072D647E492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A657FE9-1EAB-E309-8E1C-3E298CCCEFB7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C1746778-9929-4086-7DA5-40CE4332EB3F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D8CC6D57-6794-7F60-6152-04601250C421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C0848836-DA25-5DE0-2AB3-C780288C54DB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C23BE9FF-A45A-6C46-D4E6-C374C146B009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439FAF45-9737-1A6E-6A09-D17B164C299F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A8CBF1F-AC45-7F18-24ED-E467C5063C1B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0B10ECD2-F1ED-BF5D-F9FB-04C23BA3740D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20C211C7-12CB-1CB4-02E2-464C15D60E25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F4C94C89-F22D-F0D6-67EE-AC8143D56098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F14D2D2D-0D2C-076D-820F-F72BB320F0C8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A59EF60-E618-51C1-91EC-3EA06DC51610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35745821-1926-7CE6-E28D-A1425DAA55E8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1E71C0DD-D288-0096-C099-D2AF507E3B85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C6DA448A-DF3E-61AE-11ED-D4717FF288B7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391A75C5-153E-D6EB-B358-C88C6D4C6434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6C61A91-62FF-DCAF-FBF2-E0814C012F1C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BE27DFF-71CD-4175-6905-C480D8325F46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9EFC7AE9-1E0A-288C-21CB-8177AFF2E1F1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4B3EFCC7-EFC2-C976-763D-4D2590DC75FF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06A2B361-77C8-572A-CB98-B5983951E166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6992D08F-FC2A-73B5-25F6-48648AC467DB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C0132C0E-C5F4-6EAA-2E5F-F37010B182A3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718DC75D-054C-8B8F-7CB7-C21FB1325216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4FB3C6DE-D749-0671-22D1-2458B3691604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46B56314-22C6-9763-3FFE-E556016DFEB8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E3AD2FC4-5BDD-AE3E-52C9-405DBBCEFF8D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BDB2BC7-9E40-38A4-9D2B-EF072B55D6E4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C009D189-0FDA-1AF1-7424-0544D018A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836DE846-DCAE-6231-EC54-2D850B6F7A0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CE56B330-8B47-C8FB-B975-FBCD2148EE60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6206B58B-D4A6-E5AD-EC3E-77AB60F13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D016DBE2-792C-D5E9-D979-B321143859D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EA1F6C43-2FC7-679B-84F5-C61AEA8982A1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D237C23A-4E1B-384C-48EA-263BD27E2C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A64AC9D7-2C90-037F-23B8-B903C3CCCDB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BB90A129-F68A-A545-BF9E-F798DCA7B332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3E35DAA5-13DB-CAB4-3611-7EF6D27EA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3DBB21D6-E777-0AD9-31D9-9DF2567CF9A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408D9C55-2EB2-7DA3-AFA9-C9956AB2D80A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0B509A83-72D7-89DC-B0E6-BA9ED63978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5B3F56B5-FAB1-7F26-7694-2787C8A974C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3EF79C18-C00A-7B20-B95D-B8C2F73A56A6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B2D45D62-B4BA-89E6-170F-21C88073A7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1638F294-545B-172A-0434-D26D7A4DD52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136FCF04-47B6-6C3B-D06C-E34B2219828C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453B4511-DBA7-01D4-5949-3AF655174B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2E81C657-8ADE-8BB7-12ED-50DE265FA52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DE8BD8D1-149B-CC50-500D-2E2407A2E046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B2AC47A2-8AF0-4875-6DED-576AA5F9D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D50F8ECF-652E-CD12-6764-72933835049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02BEE34E-7625-74F1-616E-8070ED5578EA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04BA7D16-A37E-9CAE-8F69-691403BA8F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CEC06D94-47A5-5CB4-E011-AD7E2B04F1D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C2A1E93B-9B6F-78CE-4D27-79411F3004CB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8AEFDCF1-A48D-0021-0295-203FF2E94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1C82ED52-7FA2-EEDF-8754-5B6C49C822A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3922B8D8-3BF8-9593-0961-C321EBF1F00D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92389734-FC69-EBDD-ECDE-A7D3094CA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64473C53-464E-6399-2BE4-49A36B8FBAB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B25B8126-E943-3392-6103-3D4C89343CA3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21BA5B71-0ECD-59D4-26B5-97A511C63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2A9458F7-5B44-871B-6853-EDF0B098EA4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9F04972A-0BDE-4F26-D41F-5266D93397D2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4B5A2EE5-0A25-6E09-02D7-83E9D1CEB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740FAE58-AFE2-0B3E-AE8F-C7FA6A47D59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F791735B-4AFF-6454-35D4-30A46291C41A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EAFE5951-E808-6E23-452E-5A36E62F1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D597735D-30A3-B2CD-27F9-DD020DD691A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8708A80A-E8DF-3475-D620-A7B290FA664A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B775F615-193C-C53F-1141-70B132294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E19D1A2B-B53E-B3DC-BA6F-1983FABDCE7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DFBA6AB6-DDA3-CA55-439A-E892FC2D2F86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AE59BC6E-CED6-EE2D-48D1-A829AA2363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9F4927F5-907F-2021-C983-9C095D8F31F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7BCD1A20-5907-FA3F-3CFD-45CF65E7C806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CC354795-89E0-F90E-3322-F0E929BD0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958471BE-19C2-D145-0F6D-95BF1295DA0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9291E533-DFA2-8872-A3F9-4BB7C07A9B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8C784E52-58C0-0732-8E7C-02EBC373B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7567BAED-9227-4F0B-4282-7FF46BF70B2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449B7D03-36A7-C904-0CDE-D1242F85EFD8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C34D4A8E-8C08-816D-698C-DB3F22748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712AC28D-FE4A-E1FA-032B-7C621499C30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B3600003-BD38-CC90-E06C-7EDFFC57D4C3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5D903E36-DC21-302B-075E-0F7AABEF3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9DE2667F-3B0B-7B3A-F506-811C0D1B971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F6AF3CCD-F403-E897-E6DC-4070A39EE208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7591C9A5-3A59-75E9-8E05-9ECC3047DE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0F223CD2-54C1-44D6-2DDF-A6E6CEA27AF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22D77558-0C2C-AD38-5CBD-DE5F94A1F36F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DAAD1096-BE1C-4F23-EBB6-47BA1A402274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72B5A1A4-D6EB-C158-9BED-764805E5D39D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E86F3F39-C485-E759-01B0-A2AE0E5C6C3B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0CFCCB29-82E2-9F76-EEE1-3A79CB9C364C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7602E584-D7C5-4841-EE3A-59F79B8BBB0C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A717AD04-2592-5CA3-DD2B-7B2C8EA09B8A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E95B0175-2251-9054-4A08-EEA9E2C48A32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4758ACE8-0D72-82E9-EA82-52A28018510C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81" name="Titel 1">
            <a:extLst>
              <a:ext uri="{FF2B5EF4-FFF2-40B4-BE49-F238E27FC236}">
                <a16:creationId xmlns:a16="http://schemas.microsoft.com/office/drawing/2014/main" id="{28C37848-D779-14A7-699D-68B88641388F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2" name="Titel 1">
            <a:extLst>
              <a:ext uri="{FF2B5EF4-FFF2-40B4-BE49-F238E27FC236}">
                <a16:creationId xmlns:a16="http://schemas.microsoft.com/office/drawing/2014/main" id="{01A9709C-E4E5-8DE6-0998-2FD59C017E99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3" name="Titel 1">
            <a:extLst>
              <a:ext uri="{FF2B5EF4-FFF2-40B4-BE49-F238E27FC236}">
                <a16:creationId xmlns:a16="http://schemas.microsoft.com/office/drawing/2014/main" id="{79990FF0-4E78-3F06-D761-1A550F14C8BB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85" name="Titel 1">
            <a:extLst>
              <a:ext uri="{FF2B5EF4-FFF2-40B4-BE49-F238E27FC236}">
                <a16:creationId xmlns:a16="http://schemas.microsoft.com/office/drawing/2014/main" id="{3FB15D16-D9EC-8071-922B-9330A29292D3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86" name="Titel 1">
            <a:extLst>
              <a:ext uri="{FF2B5EF4-FFF2-40B4-BE49-F238E27FC236}">
                <a16:creationId xmlns:a16="http://schemas.microsoft.com/office/drawing/2014/main" id="{BE4721F1-65AD-354C-4A60-C9566D9CB505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4" name="Titel 1">
            <a:extLst>
              <a:ext uri="{FF2B5EF4-FFF2-40B4-BE49-F238E27FC236}">
                <a16:creationId xmlns:a16="http://schemas.microsoft.com/office/drawing/2014/main" id="{75398D74-A955-68E6-C154-06ADD928DB60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95" name="Titel 1">
            <a:extLst>
              <a:ext uri="{FF2B5EF4-FFF2-40B4-BE49-F238E27FC236}">
                <a16:creationId xmlns:a16="http://schemas.microsoft.com/office/drawing/2014/main" id="{E6D0D56F-F4B9-6F73-D965-9B7E39B53EC4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146" name="Ellipse 145">
            <a:extLst>
              <a:ext uri="{FF2B5EF4-FFF2-40B4-BE49-F238E27FC236}">
                <a16:creationId xmlns:a16="http://schemas.microsoft.com/office/drawing/2014/main" id="{54A8674A-7404-BB47-8572-6B670AB5DECB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92253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6845F-B6F8-ADC7-3E81-8EF738D54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hteck 62">
            <a:extLst>
              <a:ext uri="{FF2B5EF4-FFF2-40B4-BE49-F238E27FC236}">
                <a16:creationId xmlns:a16="http://schemas.microsoft.com/office/drawing/2014/main" id="{3234CC83-5987-AB4F-A0A9-2605C7355E3A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D4BCFB4-7011-A49C-F7FB-6427142FAB86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56EFA73-C2DC-96A3-7F6E-1768A9D4416D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324784C-188B-8B41-3557-C224D4C2B48E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A06641B-4C6A-0816-CA8A-B167D4F9A42D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1D5D6F92-022E-4735-7DB3-9829BF0D5E24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6B2114AB-B0A2-1E22-EB41-B85C145087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90489901-F6BD-FEA4-4C2D-01DE3D22753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47760819-1AB0-1FD4-509A-A9220919FD1C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9BD0D7A8-5F10-A0ED-4097-C8EEC8FD5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FC664E6-F346-F928-BAC7-6E8D4BDDECE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F84EAE13-614A-1481-6E86-FD53709636BB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8199889C-0A46-F84E-439A-6795D232D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91CA769A-26ED-9795-ABE0-59F9AA36909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2F03E31-CDFE-61C0-A578-0B9917C08307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72D1D875-9C39-4C92-CD2C-FAD6A027B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9BC09AB0-3E00-5B11-3CBD-BF725039917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5E4AFA6-4939-E004-92DE-A7F9612FF8C8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C7213E59-E9D8-E7C4-087D-A3081AB0AC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5067C765-00EE-93FE-ABF2-1C4DCBB17B5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738C1CD9-1A76-768B-4FEA-BB1AC027A1AA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DC250ADD-D725-7702-6143-7CE65A285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68B11FC0-BB99-F8A8-D3CF-B42F327B082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0FE18134-4CFF-81FD-2594-836EB9A47B39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CD600415-925D-B87D-AFC6-613736318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30A35E46-05F5-189A-EF94-898468E3C92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0B201CE-7664-5836-964E-19205873040B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12A22FE-586A-FA60-7522-E6723F7C32D2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8527752-3788-5023-1BAD-0BB3D18D8DAE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4F5F06AD-897D-31CA-4E13-20434EEDAB3C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67FEDC42-2C8A-17F0-507D-68AEDA3408AF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C30FBBC-51C7-2427-2259-F5BBBC869A7E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CC8FC9F-D393-2CA6-9D55-3620F35D3EB5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BEC31D9D-55AE-38E2-2B75-CB833A2D7442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71139B1-DFAA-88F6-FEED-F10B51156CB8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3D1BB5FC-677E-3B46-50C2-F58C19ABDCB7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A4EFA43F-FC34-C5F0-B6A7-9AF9F735AD78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2ADD61D-0F0F-9A9C-62AE-BB67196C7DCD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B2121AD0-31EC-F4AB-E1F9-0C4B79EE63D5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12CC3F16-A978-802A-9AE1-F7690BFADF4F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0C59A6A7-A6F4-50AB-F959-486BA9FDDB30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C183422A-4DB7-FFAD-82F5-9F3D7BE1C333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8DAF1E1A-101C-C40F-9061-2A82FF4F3F12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10E21D04-3B6C-5B79-77AE-F4C39E991725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C6052FC5-C052-C5DF-3436-501D0808B531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3DFB43B5-28F5-560D-7846-5D1E75DB1CAD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DB28CD62-80DB-9E20-232E-41D539102992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49F6D446-B7B9-68B1-1B6A-D9BC656E975D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7A534A42-393E-1362-3824-FAFCB6A33DAE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111AF6FB-13E4-4008-A270-5D37BE3A2653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8CE8B5A4-4593-178F-A136-88D1764C1DB9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AD81C1B4-E8D7-7FA3-9D3E-7F5406D2B9B1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A71BD1DF-ACE4-F578-2887-CBABF67996C3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7B74DAF-6925-BB47-1C21-9EF0112C2B9B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CB7515E9-D1CE-6CA4-E4E3-A6C74C7F1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D97AAE16-82F5-9C70-A610-038BEF3D9F5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8ABBE291-36FF-9AD7-3405-08F2FD2F8E78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88F38285-5224-E4E6-2834-F2392C70F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D42E5C79-21BA-8DC1-A899-47CE06BA231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1C4D819D-B069-E55E-48CA-3C736DB250EA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7C059019-6593-5327-008A-7E6ED3351E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4F786082-B678-63A3-0BEA-6FB46DD3FD7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0B20EFD6-32C2-D89D-52AD-B44CD42CE2EE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2390A083-8841-C527-B131-3A535E2D8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015FE192-EB32-A6ED-28A3-C46383158EC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2336DE08-0BDD-ECE5-502F-B65267693D84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458B9A7B-9D43-7C0A-9367-727359F46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A24D4B9C-D019-7FA6-C922-BDEF0DE8F9D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2E64CFA3-097F-D30B-94DB-CDA61D39CEAD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D168541E-9371-64EC-DE63-5A6C13148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9C5BB245-3A08-20D0-3CFA-ED29F956187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6F3681B1-B135-7500-8DF9-EAA72B9F35A2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253263EB-28E9-89DE-22BD-AB378F21B4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A8485E18-8632-CDDF-EFFB-4948BE6F439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FDD42EF9-AE11-F5BB-8F1D-EB8AE11B756B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8209F0BE-72E0-E049-1949-051FED518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369D1487-AF3D-B7DB-894E-103E92532D3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D90A1C35-BC27-65EC-FBD0-DD3D8BED30ED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C5BD280C-4E13-2CC1-F559-5DA18C1F1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F8F04391-47B8-FFE3-3C56-CFA98495868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9A5F25EC-782B-467B-4DB1-45DF8E3A001A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DA0B4EF3-C102-6E49-58AD-3EB272994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A75FA007-D285-096F-5E5C-F67F5A6DBC5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7A228C6F-A175-F038-05C6-81E365EBF646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B6180165-7070-FF9C-3D04-C4F6A4D9C0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B62EA54C-B654-286A-66FE-111C41C26A8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E46BEF55-7284-69FA-A374-A63EA3218B8A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1A033BAC-C734-2998-AC83-E80C7ECA9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D3D7AF57-AE7E-18F8-4429-CF1BA9214B1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307AA25B-CC87-A115-0561-81B25019B889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5389F528-3C3E-9C8C-4ECB-DDAB0CDB5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3B11785E-4E2B-2CAC-2C7A-E4F3F2E32B9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AFED1704-69D1-E0CA-EAA7-7E6BE3A27B66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AA135A36-DB87-6E12-8DCD-2C28487A5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07CA4055-D49F-B196-EFAD-A12F135E2BB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22C5B71C-DBE5-98E0-4C04-D893E1733BC5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425338B0-D311-B152-12C5-1E7D31EEB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C007DBAB-3C1F-09D5-DE62-80A081DBF89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0AC9633B-AC9E-B4EE-A622-FBC3DE7E0E31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1BE2DB8E-BE45-B072-EA91-21233761AF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679DDDAB-68FF-C4F1-A50D-BA3D0768F9C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5D5753BF-F6D5-6498-D2C2-EB5A97B78B24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66042BF0-7BA4-EC91-45D8-FC9DA63C8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C4F82594-57CA-C5EA-66A5-91C1AAE4D79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1F5B5CA9-BAB1-75EA-3A8E-48B37AAB2182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8900A4FF-3A3F-AA0A-4752-773937567A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542AA77E-0E50-0BC3-A6E7-B78F32F4E50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67E085A7-2098-CA24-D2ED-EEB7AAC88F54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603EC699-B919-CA2B-1BCE-34A50F0CD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0D268329-1757-F577-0ACA-4AA6A60FC42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54D5E115-4D25-9850-31C6-B682B8B391A8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720D7778-934D-E803-3C9A-6E0AA1EDC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C4E30A01-12DD-EA92-FC77-488F09A1941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2C91FFB8-BD27-FF14-D14B-641537936F5C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03540287-19C5-66A2-A15F-6C8D6A298B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1188C1D4-EC03-85B2-045C-AAAD4E2852E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32B88FE3-1CF7-E182-4BE6-9D961860DB21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E8DEBDFD-2061-97E3-507C-8D211253B174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793C0CE0-E98A-C00A-3319-8DF427009976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A7E46280-A0C6-0801-BE27-56CA01FAB3F1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0795DE81-721B-C9F4-BCC8-0279143E1C2B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C37C2AEC-0995-6D9C-3215-E5A095EA558C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1FF2FA77-B475-3ECF-F42C-9F9D0C8C061C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D1143980-5089-8CA9-3DE0-065825938584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0BAC980E-D4F5-5410-6D18-780280E55247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81" name="Titel 1">
            <a:extLst>
              <a:ext uri="{FF2B5EF4-FFF2-40B4-BE49-F238E27FC236}">
                <a16:creationId xmlns:a16="http://schemas.microsoft.com/office/drawing/2014/main" id="{68AD5950-2893-F784-0D49-D892D445F391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2" name="Titel 1">
            <a:extLst>
              <a:ext uri="{FF2B5EF4-FFF2-40B4-BE49-F238E27FC236}">
                <a16:creationId xmlns:a16="http://schemas.microsoft.com/office/drawing/2014/main" id="{B2E81C6E-56B8-DB86-8E51-8C7B6A2DC60C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3" name="Titel 1">
            <a:extLst>
              <a:ext uri="{FF2B5EF4-FFF2-40B4-BE49-F238E27FC236}">
                <a16:creationId xmlns:a16="http://schemas.microsoft.com/office/drawing/2014/main" id="{6C242B5D-DB29-7771-B7A0-8E9723FC7E8D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5" name="Titel 1">
            <a:extLst>
              <a:ext uri="{FF2B5EF4-FFF2-40B4-BE49-F238E27FC236}">
                <a16:creationId xmlns:a16="http://schemas.microsoft.com/office/drawing/2014/main" id="{E6C282A6-2BA4-35E3-303F-E28709AF6519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6" name="Titel 1">
            <a:extLst>
              <a:ext uri="{FF2B5EF4-FFF2-40B4-BE49-F238E27FC236}">
                <a16:creationId xmlns:a16="http://schemas.microsoft.com/office/drawing/2014/main" id="{2032F25C-2068-E7C9-400D-49032AACAB17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94" name="Titel 1">
            <a:extLst>
              <a:ext uri="{FF2B5EF4-FFF2-40B4-BE49-F238E27FC236}">
                <a16:creationId xmlns:a16="http://schemas.microsoft.com/office/drawing/2014/main" id="{4BE475C0-BB5D-6DB5-0CE1-1938406082A7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5" name="Titel 1">
            <a:extLst>
              <a:ext uri="{FF2B5EF4-FFF2-40B4-BE49-F238E27FC236}">
                <a16:creationId xmlns:a16="http://schemas.microsoft.com/office/drawing/2014/main" id="{E8BB108C-CA3A-BA65-E5A2-386994DDCDCF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788DEE05-CBE4-6C83-EDF9-BDE2383CFF40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98091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EDF2E-014C-8059-3CE2-E71498DC1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hteck 150">
            <a:extLst>
              <a:ext uri="{FF2B5EF4-FFF2-40B4-BE49-F238E27FC236}">
                <a16:creationId xmlns:a16="http://schemas.microsoft.com/office/drawing/2014/main" id="{A9B4B151-E71A-9FC9-B949-8C4876EA691E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1BAF70D-BA08-C552-2EBF-80019C9F0AB3}"/>
              </a:ext>
            </a:extLst>
          </p:cNvPr>
          <p:cNvSpPr/>
          <p:nvPr/>
        </p:nvSpPr>
        <p:spPr>
          <a:xfrm>
            <a:off x="7044152" y="557839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C07EE7F7-4050-D665-375A-BC99D7E8D9A9}"/>
              </a:ext>
            </a:extLst>
          </p:cNvPr>
          <p:cNvSpPr/>
          <p:nvPr/>
        </p:nvSpPr>
        <p:spPr>
          <a:xfrm>
            <a:off x="7041379" y="413497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!!Rechteck190">
            <a:extLst>
              <a:ext uri="{FF2B5EF4-FFF2-40B4-BE49-F238E27FC236}">
                <a16:creationId xmlns:a16="http://schemas.microsoft.com/office/drawing/2014/main" id="{AFBC0EDB-E1D3-3886-162B-E0E8B224B4EB}"/>
              </a:ext>
            </a:extLst>
          </p:cNvPr>
          <p:cNvSpPr/>
          <p:nvPr/>
        </p:nvSpPr>
        <p:spPr>
          <a:xfrm>
            <a:off x="7038379" y="125538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3CF2332C-BB7C-E74D-6CC4-1928E584B900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9A83A105-837B-D3C1-94F5-4B467365194B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6B0B927-A9C7-D35D-C4B7-BF49DF56163E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A23C2C2A-598A-8FC5-FC3C-E92D7C6368F3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8AFA5C82-4A00-CF54-F405-6C0FFBBE2924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AF480336-21A1-A905-3D79-B32E190F8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6386A652-6CAD-5014-D20C-57BEE509FD5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BD75FF87-AECF-BAFF-5374-BA583D9EC68F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091EAABD-6606-B04F-89B8-651CDC6496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6C1051DF-EA3D-C188-5AD7-E1BED452358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7C378DD-08E4-A080-3CFF-BC5D103AF248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2279126D-1A96-C3A7-9A6B-6F81F9E68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65524853-CA39-BA34-2981-2245A517C02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B05796D3-ED1B-A036-D863-4412286871F9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E642F4F8-40BB-8A8A-0F52-DE4AEBF353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B222431E-20A1-F344-F9F1-7B351E3E4D1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AC4220A-A1A0-7F4E-8C0A-1CA1F1B2AB84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DFAED63E-FEBC-2129-1A92-ED6FCEB07A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3ADD8E58-76C1-7665-954D-ABB82F1285D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9E3548D9-50E8-CE9A-B0C0-4648F55AB2AB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DC21DAEA-BAA0-F854-CAFD-5F32C223B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12D015B1-2DEC-2967-8FB2-A206966CA00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3957DC57-0261-9547-C74B-EEB471432746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3172FB00-7887-8A44-5078-1668C1136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FCD5D631-661D-D7AB-30EF-7702ED2225E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1BE28B26-F2B6-2A36-F098-701424350E89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432F2328-DFFB-4727-09EE-08AAA1EA125D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6B5AB99-6721-48B5-1357-518696627DA0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CC9E7464-EEB2-B09A-0BE3-24FEE1606A81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7AD9CF0B-46FC-3241-D978-E283EDEF1AEE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1D355BF-A06F-EA98-1953-55A49569DAB1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9E2CF014-EC20-5D0F-7935-1ABF20919DBB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11794CF3-DECD-5903-DCE5-BC495D4C6D3D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EC17E670-18F0-4AC8-44AE-678AC531506F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7279795A-645D-2D18-FC99-2311630C28DB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BCC44C2A-5D90-0C57-8462-F6AC7FD96807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78DD041D-DA6B-521D-31A8-19584405A630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182A7E7-65B7-3071-8454-0F785D33DF40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CE596774-BEFD-801B-3A38-FEE0F4649B7E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EC00621C-D738-07BF-2E5F-A1FCC0947E4C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3FF04DB7-43A2-295F-18D0-393D491D655F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0122A6F1-F53B-5149-21C5-718A17DC830D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2FBA9A2E-335C-B559-C0BB-EA74B1CF5736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F8A09431-8808-1B55-E555-79B53EA5E7F1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11813107-33DB-12C5-5F4A-172B9FA95D61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D58B06EF-0B67-BAC4-BEF5-B155E72E9FE1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1E271D02-2B88-6D5B-D446-C252885A8855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3CE2025D-8D93-3A6B-B570-C56A8F31DDC4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A7C8EBCD-96DB-0890-502A-EB5DBF2E6D5B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0B68857B-C625-DDDD-B93D-74820A5FD481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07EAFFD3-6188-4A4F-9692-1C62B8013ABB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40D40BC4-103B-B900-1C72-1C5B993D9B7F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E444BAE-A23B-562D-2157-C379F48D7CFB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CD95B1D1-2BF8-67C0-75EE-65B46995FB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5523FE04-CF39-B680-0814-B0DA8457409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9F2A4A83-269E-9968-81CC-3139B3FE745F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6D387B95-2B3E-BA3D-521F-D25EF18645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00ADA672-63D4-A2D1-EAE0-542E6D518F3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EF41B85C-AFA5-F7C4-E4C2-5584172015FF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DA1AF899-DEBC-FAFB-C1C9-916FD9B3844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5C79C9E3-91DB-E3AB-116E-D0EC5B0C72A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C521BBA0-24D0-A193-16D6-70CD379E455D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59E65718-B818-589B-6094-C2FF470F3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E3A79F07-265B-75DE-AC58-FC092325065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0AAAC6F9-466A-24D5-1BF3-82E5E247829C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AA9FDB70-4394-DC02-72A2-0D10637D6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0AA66F9D-934D-CE9A-C64F-F46A40A1510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0E6D017C-269D-2426-FF39-4FA7FB144EDD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E2F76A01-F7D2-D889-F593-03FA3B9CF0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285BF409-D9C1-B535-29E3-8D03EDF0BDD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CBCAFE53-26DB-EDD4-07E3-D5A60B1C209C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59930C2E-074D-7893-AA3A-D6864A035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961BE0A0-897C-B81D-59AD-EE4F0ABEB6B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09F43D8D-A83A-F6D8-2A24-18F13439545A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152DA53B-0EA7-6611-0A4B-B8ECB4190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7E419F77-D73C-8BDE-7CA5-9BF0D607E28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F0CE5B73-227D-3180-BB18-63301EC6C3E9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0D284FED-75B3-4D64-4DE9-8135047FC3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BD5DC846-0455-72EA-4B41-A37A1F99750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D669DF2E-ACB9-F030-E4C7-D41F387D7375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64ED9BA6-0FD4-4E9E-95D7-07322F4B0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BB794643-2A66-6C4B-7275-2B6E3B2B757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58B9BA2F-5F04-3060-CB17-0A6E933CE1F0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9225439C-64A6-16B1-9077-05BB32063F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49EFA1D4-CB8B-3F7F-D108-2C4619F7246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1BD9AA6D-1993-E755-F155-A9361DDFE1A9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AE196D88-F0CA-CAFF-721F-E79D5F30C5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8DACAD7A-3FF5-126A-315F-04626195378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DCF7ED60-BDFE-4EDC-07EC-084CB056598E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CE61E4FA-C7B6-2F54-F47A-222CB60683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1F9F707A-0E5D-E8E5-D1C5-AA2D3E3CD39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F9B6BBF7-0347-1F84-03CF-902CC5B411A7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AEDB8FC2-1372-62C3-DFED-DE7DA66B63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D720C45C-9BF0-FFE2-995D-AB584360E4E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82DC608F-0106-B386-B7EF-740CC06E2122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E54DE97D-6C03-94D0-3188-6F9607ECF5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0BFE9076-356A-6312-501D-8C8D8422DEF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5C10E780-DC85-E379-5FA2-C1AC9A90027C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F66CD3B6-F70D-2F5F-6AD2-12980B7D32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8827902D-8008-1083-3A40-EBB1A2E51D0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83513D0D-0879-4754-4C8E-C7FDEA6F1338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F1F4A68A-6A7D-2024-818F-68C2062D91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F1EEFE4E-3EA6-0240-876B-21A86E200CE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9DE961AE-28B3-905A-826B-587A04A27F1E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A0920EDD-529D-C48B-B064-F96F29445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E2522DF1-8F4F-FBEE-A1D9-0AAC8A572FC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32438158-ABD9-A2D8-5A35-112FC256E8F6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1627FF6F-C6AA-A002-EB13-82B2DD35AB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F32514CD-30E1-F247-4A93-0124A637366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5983CB0F-8479-D244-AC73-948524FD8AF1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DF8F17F1-D07E-F15F-33D9-BDEF74BC5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E237B7BA-5EB6-1132-9C92-60183999CDF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93DE2842-5670-F03E-2D74-E5D46FC1CC41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4E139CC9-ABAD-44C4-BA0F-C2DE22FDA3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867B985D-5182-E77C-79C7-979256D0CDF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BA583AFA-5037-0083-DC42-EC43F885EA48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428A481F-CEB8-AF24-D829-682307A53033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1A643E51-6EC2-F956-B725-3DFA797F8F07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4AD5F1DD-D3D6-5000-E9F0-6172306A90AE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751A9428-E30F-9919-9F80-A212A21AC7EE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4567AD3D-6ECD-03F0-34BF-E2D4E63843BB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E3CF4DEF-EADC-47AD-6A2C-C8B17FDD2586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5D5DF062-6808-14BC-C135-F63D00B828A7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63" name="Titel 1">
            <a:extLst>
              <a:ext uri="{FF2B5EF4-FFF2-40B4-BE49-F238E27FC236}">
                <a16:creationId xmlns:a16="http://schemas.microsoft.com/office/drawing/2014/main" id="{763DECF4-6374-3090-C005-3E1F2186AC3C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5" name="Titel 1">
            <a:extLst>
              <a:ext uri="{FF2B5EF4-FFF2-40B4-BE49-F238E27FC236}">
                <a16:creationId xmlns:a16="http://schemas.microsoft.com/office/drawing/2014/main" id="{4CEF9F94-A549-EF1E-6423-CFE5FF24800F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6" name="Titel 1">
            <a:extLst>
              <a:ext uri="{FF2B5EF4-FFF2-40B4-BE49-F238E27FC236}">
                <a16:creationId xmlns:a16="http://schemas.microsoft.com/office/drawing/2014/main" id="{EA4E5BF0-DEFC-9372-3B99-F7771100B304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6" name="Titel 1">
            <a:extLst>
              <a:ext uri="{FF2B5EF4-FFF2-40B4-BE49-F238E27FC236}">
                <a16:creationId xmlns:a16="http://schemas.microsoft.com/office/drawing/2014/main" id="{A1C0DCCE-5358-835E-DAF4-630B9477EBF4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2" name="Titel 1">
            <a:extLst>
              <a:ext uri="{FF2B5EF4-FFF2-40B4-BE49-F238E27FC236}">
                <a16:creationId xmlns:a16="http://schemas.microsoft.com/office/drawing/2014/main" id="{2F8E1515-86F9-B53D-B89E-7BEC6DE4D4BC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3" name="Titel 1">
            <a:extLst>
              <a:ext uri="{FF2B5EF4-FFF2-40B4-BE49-F238E27FC236}">
                <a16:creationId xmlns:a16="http://schemas.microsoft.com/office/drawing/2014/main" id="{E82215AF-E707-F8DD-13B2-611B6A2D4E87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4" name="Titel 1">
            <a:extLst>
              <a:ext uri="{FF2B5EF4-FFF2-40B4-BE49-F238E27FC236}">
                <a16:creationId xmlns:a16="http://schemas.microsoft.com/office/drawing/2014/main" id="{C401A430-91AF-452C-8DE6-E41D8EF97E70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5" name="Titel 1">
            <a:extLst>
              <a:ext uri="{FF2B5EF4-FFF2-40B4-BE49-F238E27FC236}">
                <a16:creationId xmlns:a16="http://schemas.microsoft.com/office/drawing/2014/main" id="{024CF42B-08F8-967A-E939-992825B0CD4C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50" name="Ellipse 149">
            <a:extLst>
              <a:ext uri="{FF2B5EF4-FFF2-40B4-BE49-F238E27FC236}">
                <a16:creationId xmlns:a16="http://schemas.microsoft.com/office/drawing/2014/main" id="{FA3B01B3-1623-68DC-4D33-15EE977579F0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776287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5A3BF-B42C-60D7-000C-49000F30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hteck 192">
            <a:extLst>
              <a:ext uri="{FF2B5EF4-FFF2-40B4-BE49-F238E27FC236}">
                <a16:creationId xmlns:a16="http://schemas.microsoft.com/office/drawing/2014/main" id="{A18EB8C0-D970-F8E8-6942-F624C8B2475F}"/>
              </a:ext>
            </a:extLst>
          </p:cNvPr>
          <p:cNvSpPr/>
          <p:nvPr/>
        </p:nvSpPr>
        <p:spPr>
          <a:xfrm>
            <a:off x="7044152" y="557839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2" name="Rechteck 191">
            <a:extLst>
              <a:ext uri="{FF2B5EF4-FFF2-40B4-BE49-F238E27FC236}">
                <a16:creationId xmlns:a16="http://schemas.microsoft.com/office/drawing/2014/main" id="{FBF83608-28B0-8FA1-1645-694C40B45F9D}"/>
              </a:ext>
            </a:extLst>
          </p:cNvPr>
          <p:cNvSpPr/>
          <p:nvPr/>
        </p:nvSpPr>
        <p:spPr>
          <a:xfrm>
            <a:off x="7041379" y="413497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1" name="!!Rechteck190">
            <a:extLst>
              <a:ext uri="{FF2B5EF4-FFF2-40B4-BE49-F238E27FC236}">
                <a16:creationId xmlns:a16="http://schemas.microsoft.com/office/drawing/2014/main" id="{D066F220-C6D7-BF88-725F-67E7B1EEB030}"/>
              </a:ext>
            </a:extLst>
          </p:cNvPr>
          <p:cNvSpPr/>
          <p:nvPr/>
        </p:nvSpPr>
        <p:spPr>
          <a:xfrm>
            <a:off x="7038379" y="125538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A69E176-173A-AEA4-6042-1B4CADBD9F58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67A4CCC-D9CB-608C-21C1-F37B97CA3EDA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1AD7C715-21CC-925E-5ACD-834CF8678934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E553BF98-078A-7633-FAB3-818DA4EB2C90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E334E8A-22B4-A551-2886-637D13298204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CFD850E9-C8AC-052E-F997-B61D99E0E1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A52F6AC-3E9E-2820-593C-14E4DF93921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066D07A-1D19-1828-3F09-1565D9FFA34F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76039415-CF41-D67F-D509-41B68A6CBA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EED25B1A-41F8-F8A2-04CF-6024B03062C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55770E1-0784-074D-CC78-0AE4863B1EB7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8A51781A-ED38-8BEE-2C62-F2E0FD504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3E788FB-D847-E2C7-DA9B-3ABBF235679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F06B825-3D3D-79A3-FE54-3DA7AB027740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F70E1A27-0640-BE44-0C4A-800710B84B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026B05F2-A761-EEEA-CF68-E219E516BDE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4F2697D-9E95-8545-C38A-00A47569F3D7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9C03FD01-8311-B70E-A13F-496027029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CA7777C9-DB4D-8C8A-C1D5-1383699D09D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F05EC00-4948-725F-E186-7FCB54DEF770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B64593F2-398E-436E-1CA2-0BC48D826C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B189ABA4-12FE-DF41-FCDF-AC8BDA45AC0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32C9782D-1AF7-87F5-2C66-300E750B5FBA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C7AA89A0-5B6A-D844-7F2C-386D0C53F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7B225241-A8AB-3CEB-03C2-A239F092EC7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47D09631-6879-07AE-B6A5-7C89268A8541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6E32A10-0D0B-5909-60A2-733779D482A9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108BFDBD-41A0-15D4-949A-C952E1A57AF3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64B9AFB2-2D73-1F79-19C7-FD0E11F8B8CE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1FC8942B-0D10-5B6D-3A69-8D5DCACC0A82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F6E868D8-9D35-E0F2-340E-F531A39B6AA3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5FC4EC7-A8CA-485A-7792-87B7D0497D09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FB559C93-9ED9-B33E-A7CE-59B54D1155A1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79E19ED-16E7-2606-7E70-C1B453C04508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76311E66-B165-F5EF-D9F0-A857C8C8F9B9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104BB14A-843E-9460-7AF5-8C314CE4461F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05B09AAC-C1FC-E922-D3F0-18654B25236C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443A90E0-8D79-FEC8-7586-E54B72F539B5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492A8435-D319-951A-ED52-00F9B2D92070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B5E4458-7105-AAF1-BB15-E2C72235EB54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85751CA7-C381-18BD-CF61-7D84B100DE01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B8719986-F88F-2ED6-B05D-D2E74582F80F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E02B1A2F-4FDC-A70D-EAFD-714DB2412102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220947CA-EE27-AA6B-E4A8-8C2BFFD61476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8D7B8911-55F9-5F06-D606-519D2D85B274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D7EAEDFB-706F-9FA3-70BC-5AC030189E21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5A6F9AA9-214C-0BDB-89F7-54E2F913598B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8C98BADE-32A3-3BD3-C618-AFA9A739546F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A378AEB1-7444-A6EA-0BEE-1826C976F7D9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E913D5DA-A606-D8F8-3D6E-57AF7C6DE1CE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24076A43-A4EE-74DE-A44E-19543EAC898C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183B9BA5-E521-4D85-4678-23E93D838E77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2C183AD9-4926-0A93-C88D-8FCDAA509B69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CE02CC1D-E7C5-54E5-8C89-2E8282EDF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41514483-80B7-EF83-BFCB-ADF4BB1851D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28886404-CD14-C068-974E-38B1F7478527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8E404468-5E21-9A21-9519-61E4A95D5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2E47D3AC-6B8A-5F62-D91B-145E99A94C3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97A17ED5-552A-77D4-8923-B6664D98E492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AB4B42CE-F200-C9ED-94A2-C2F1168F78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0E6B5787-0AF3-D1EC-FEAE-5C2211FBF05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4910C098-3BFF-E5FD-B8EF-C1C61D8ADD14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AC27985F-B788-6882-083A-10D23396B9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93BE0B9B-5513-DBC2-9920-B701B78752E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960D3729-8C37-2123-B3AF-FC78381BEFAA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35D4446D-FFA9-A6BC-7BA1-D6D1D2B6F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899C3B52-E827-D58E-BA18-F601254C0C5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B73229E5-FFE4-3B45-83FB-89C0D62514E3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1ADF32F5-70D0-9B6D-DE74-7D5AE0A61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DCE8D5B1-87D6-464C-2AEE-4DAB3CB1930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985C4704-F554-4DC1-1296-FC1931C3ECF0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2E88BEEF-2EDB-76FD-CAAF-1D0AD22496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80AA5527-0E11-564A-E9E8-22D5814D591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7ADF52BF-020B-9518-EF31-8015EB77201C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CE403E57-91FD-0C1E-B8D6-7CD0A0CC8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A00C7E4F-9F45-E771-5F8B-5F3EB85C038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1A5DF05D-9B0F-E95E-DD77-3986555A843E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142DF6DA-8113-8C90-9D18-4C46238B5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C3FDACBC-063D-84BE-109B-5E94D350DA3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25C81F2F-E9F5-957A-A2B0-A85EEF578ED3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4053E8D5-AFF1-25EA-30DA-26639DE80E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9E00F6FD-471F-920C-80CF-B9D15492DC1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C584E4F6-56B6-45E2-3260-F4D5310E2479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330270CA-1B9F-52F0-EB9D-0CA2B98B06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B8ED097C-8503-9DBF-94F5-FABB1D2C9D1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52FD790F-D1F2-2F0B-A4F6-4B26406C5486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9FA9DBF1-45F3-9FBA-6C66-37092C2616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A3A7E72D-F95A-0D68-369A-B3938B045E4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A446D581-8C91-F431-0D32-FA7B01DAB792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8C7E5924-9E08-4A9F-7E7C-64D60F74C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3C2AC587-96E9-6D1A-454B-4DA2FC5F252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6D25B17D-C6DC-F361-38B5-C3C41605103B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9D4F9E98-4407-882D-C21F-97108889C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30DACDE0-E404-EAB7-D010-96F454978AB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86A1D603-CF2B-F00A-DAD2-C366336A3609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627131CC-4DC4-31F4-0579-B53B41D0D8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CD6BFE84-8957-92B7-80E5-8FF94E6D980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DCDEB061-CFEA-C6DA-BC11-10D608E5114D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3A28F722-F971-87E3-5E38-FE3803F4C2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6A89F701-2B0B-D572-E1C7-6B986B907A5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DEA3376C-9C9D-5F6B-B516-7A5DCC96338D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C2A14FEF-02CF-6D16-E5E3-36F01B68CD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26089A59-F24A-D51F-BA82-69EB8FFD0D4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5F667B6D-27F9-888D-2DB1-70E503B8D2DF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47053DCD-65C9-4B70-00DB-1FEAE9EA0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C4F0DC3B-825B-8B9B-3127-CA96D8C7132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1511263B-2BE7-AF91-68DB-2471AD374031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C58DC6B0-07B1-B146-C89D-375D9D2DBF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C2F7C301-4B26-18B6-0B60-89E2684BD66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9D23F709-F481-E09F-515A-346CA7045B62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1F0D5F29-9D67-BB4C-C28E-7D1019D3A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22820BA7-B01C-5FA2-7452-651FDF4C37B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cxnSp>
        <p:nvCxnSpPr>
          <p:cNvPr id="160" name="Gerader Verbinder 159">
            <a:extLst>
              <a:ext uri="{FF2B5EF4-FFF2-40B4-BE49-F238E27FC236}">
                <a16:creationId xmlns:a16="http://schemas.microsoft.com/office/drawing/2014/main" id="{8511C255-9659-38EE-5CCE-845D9F1DD0F1}"/>
              </a:ext>
            </a:extLst>
          </p:cNvPr>
          <p:cNvCxnSpPr>
            <a:cxnSpLocks/>
          </p:cNvCxnSpPr>
          <p:nvPr/>
        </p:nvCxnSpPr>
        <p:spPr>
          <a:xfrm>
            <a:off x="971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Gerader Verbinder 160">
            <a:extLst>
              <a:ext uri="{FF2B5EF4-FFF2-40B4-BE49-F238E27FC236}">
                <a16:creationId xmlns:a16="http://schemas.microsoft.com/office/drawing/2014/main" id="{620E6B7B-1FDC-5B8C-634F-85F5E2CCEF0C}"/>
              </a:ext>
            </a:extLst>
          </p:cNvPr>
          <p:cNvCxnSpPr>
            <a:cxnSpLocks/>
          </p:cNvCxnSpPr>
          <p:nvPr/>
        </p:nvCxnSpPr>
        <p:spPr>
          <a:xfrm>
            <a:off x="1043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Gerader Verbinder 161">
            <a:extLst>
              <a:ext uri="{FF2B5EF4-FFF2-40B4-BE49-F238E27FC236}">
                <a16:creationId xmlns:a16="http://schemas.microsoft.com/office/drawing/2014/main" id="{C900B4F2-4070-6CF5-4386-4E265FF953AC}"/>
              </a:ext>
            </a:extLst>
          </p:cNvPr>
          <p:cNvCxnSpPr>
            <a:cxnSpLocks/>
          </p:cNvCxnSpPr>
          <p:nvPr/>
        </p:nvCxnSpPr>
        <p:spPr>
          <a:xfrm>
            <a:off x="8994067" y="12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Gerader Verbinder 162">
            <a:extLst>
              <a:ext uri="{FF2B5EF4-FFF2-40B4-BE49-F238E27FC236}">
                <a16:creationId xmlns:a16="http://schemas.microsoft.com/office/drawing/2014/main" id="{BF5FC2D1-F70B-774B-6929-474CC00BB0FF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Gerader Verbinder 163">
            <a:extLst>
              <a:ext uri="{FF2B5EF4-FFF2-40B4-BE49-F238E27FC236}">
                <a16:creationId xmlns:a16="http://schemas.microsoft.com/office/drawing/2014/main" id="{98E30542-E4B8-C101-6FD8-57D9B601A0A1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2B13CC40-91A9-6DAB-7135-8ACAFDD7EBFA}"/>
              </a:ext>
            </a:extLst>
          </p:cNvPr>
          <p:cNvCxnSpPr>
            <a:cxnSpLocks/>
          </p:cNvCxnSpPr>
          <p:nvPr/>
        </p:nvCxnSpPr>
        <p:spPr>
          <a:xfrm>
            <a:off x="8994067" y="19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Gerader Verbinder 165">
            <a:extLst>
              <a:ext uri="{FF2B5EF4-FFF2-40B4-BE49-F238E27FC236}">
                <a16:creationId xmlns:a16="http://schemas.microsoft.com/office/drawing/2014/main" id="{E919DC07-A8FD-84C9-86F3-50898C411878}"/>
              </a:ext>
            </a:extLst>
          </p:cNvPr>
          <p:cNvCxnSpPr>
            <a:cxnSpLocks/>
          </p:cNvCxnSpPr>
          <p:nvPr/>
        </p:nvCxnSpPr>
        <p:spPr>
          <a:xfrm>
            <a:off x="8994067" y="26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Gerader Verbinder 166">
            <a:extLst>
              <a:ext uri="{FF2B5EF4-FFF2-40B4-BE49-F238E27FC236}">
                <a16:creationId xmlns:a16="http://schemas.microsoft.com/office/drawing/2014/main" id="{59D4EDC6-5BF7-A263-0F17-8FB03B22F8FF}"/>
              </a:ext>
            </a:extLst>
          </p:cNvPr>
          <p:cNvCxnSpPr>
            <a:cxnSpLocks/>
          </p:cNvCxnSpPr>
          <p:nvPr/>
        </p:nvCxnSpPr>
        <p:spPr>
          <a:xfrm>
            <a:off x="8994067" y="341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7734A7D0-6CD9-F67C-959C-E28A93BED031}"/>
              </a:ext>
            </a:extLst>
          </p:cNvPr>
          <p:cNvCxnSpPr>
            <a:cxnSpLocks/>
          </p:cNvCxnSpPr>
          <p:nvPr/>
        </p:nvCxnSpPr>
        <p:spPr>
          <a:xfrm>
            <a:off x="8994067" y="41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Gerader Verbinder 168">
            <a:extLst>
              <a:ext uri="{FF2B5EF4-FFF2-40B4-BE49-F238E27FC236}">
                <a16:creationId xmlns:a16="http://schemas.microsoft.com/office/drawing/2014/main" id="{0C1E71F9-0A69-BE26-AD3C-1374534BC434}"/>
              </a:ext>
            </a:extLst>
          </p:cNvPr>
          <p:cNvCxnSpPr>
            <a:cxnSpLocks/>
          </p:cNvCxnSpPr>
          <p:nvPr/>
        </p:nvCxnSpPr>
        <p:spPr>
          <a:xfrm>
            <a:off x="8994067" y="48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Gerader Verbinder 169">
            <a:extLst>
              <a:ext uri="{FF2B5EF4-FFF2-40B4-BE49-F238E27FC236}">
                <a16:creationId xmlns:a16="http://schemas.microsoft.com/office/drawing/2014/main" id="{EC75B7D8-ED1C-A40C-3509-E1AF92CEF6A9}"/>
              </a:ext>
            </a:extLst>
          </p:cNvPr>
          <p:cNvCxnSpPr>
            <a:cxnSpLocks/>
          </p:cNvCxnSpPr>
          <p:nvPr/>
        </p:nvCxnSpPr>
        <p:spPr>
          <a:xfrm>
            <a:off x="8994067" y="55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Gerader Verbinder 170">
            <a:extLst>
              <a:ext uri="{FF2B5EF4-FFF2-40B4-BE49-F238E27FC236}">
                <a16:creationId xmlns:a16="http://schemas.microsoft.com/office/drawing/2014/main" id="{FFBDD3D0-A127-50D9-2C61-8998E948405D}"/>
              </a:ext>
            </a:extLst>
          </p:cNvPr>
          <p:cNvCxnSpPr>
            <a:cxnSpLocks/>
          </p:cNvCxnSpPr>
          <p:nvPr/>
        </p:nvCxnSpPr>
        <p:spPr>
          <a:xfrm>
            <a:off x="8994067" y="62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Ellipse 171">
            <a:extLst>
              <a:ext uri="{FF2B5EF4-FFF2-40B4-BE49-F238E27FC236}">
                <a16:creationId xmlns:a16="http://schemas.microsoft.com/office/drawing/2014/main" id="{33155A49-FBCC-66FD-A874-8A11A327DF64}"/>
              </a:ext>
            </a:extLst>
          </p:cNvPr>
          <p:cNvSpPr>
            <a:spLocks noChangeAspect="1"/>
          </p:cNvSpPr>
          <p:nvPr/>
        </p:nvSpPr>
        <p:spPr>
          <a:xfrm>
            <a:off x="9091417" y="134839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B9ED00A3-CF00-375D-CC5C-E94DFE446C04}"/>
              </a:ext>
            </a:extLst>
          </p:cNvPr>
          <p:cNvSpPr>
            <a:spLocks noChangeAspect="1"/>
          </p:cNvSpPr>
          <p:nvPr/>
        </p:nvSpPr>
        <p:spPr>
          <a:xfrm>
            <a:off x="9083167" y="278839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FF2C4D9C-2115-B885-F718-F7300BE2F7A1}"/>
              </a:ext>
            </a:extLst>
          </p:cNvPr>
          <p:cNvSpPr>
            <a:spLocks noChangeAspect="1"/>
          </p:cNvSpPr>
          <p:nvPr/>
        </p:nvSpPr>
        <p:spPr>
          <a:xfrm>
            <a:off x="9095318" y="566618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A373BE90-A266-1457-8917-DA2A6E939DE9}"/>
              </a:ext>
            </a:extLst>
          </p:cNvPr>
          <p:cNvSpPr>
            <a:spLocks noChangeAspect="1"/>
          </p:cNvSpPr>
          <p:nvPr/>
        </p:nvSpPr>
        <p:spPr>
          <a:xfrm>
            <a:off x="9098767" y="206618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44896927-3DC6-4FFB-AEBB-54FE5221D55E}"/>
              </a:ext>
            </a:extLst>
          </p:cNvPr>
          <p:cNvSpPr>
            <a:spLocks noChangeAspect="1"/>
          </p:cNvSpPr>
          <p:nvPr/>
        </p:nvSpPr>
        <p:spPr>
          <a:xfrm>
            <a:off x="9088793" y="351181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77" name="Ellipse 176">
            <a:extLst>
              <a:ext uri="{FF2B5EF4-FFF2-40B4-BE49-F238E27FC236}">
                <a16:creationId xmlns:a16="http://schemas.microsoft.com/office/drawing/2014/main" id="{1492D7BE-BDC1-2ECE-0528-C394600BB504}"/>
              </a:ext>
            </a:extLst>
          </p:cNvPr>
          <p:cNvSpPr>
            <a:spLocks noChangeAspect="1"/>
          </p:cNvSpPr>
          <p:nvPr/>
        </p:nvSpPr>
        <p:spPr>
          <a:xfrm>
            <a:off x="9088792" y="422497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D5262B81-0F22-8259-B206-8C3AF579229C}"/>
              </a:ext>
            </a:extLst>
          </p:cNvPr>
          <p:cNvSpPr>
            <a:spLocks noChangeAspect="1"/>
          </p:cNvSpPr>
          <p:nvPr/>
        </p:nvSpPr>
        <p:spPr>
          <a:xfrm>
            <a:off x="9088792" y="494107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79" name="!!Ellipse 178">
            <a:extLst>
              <a:ext uri="{FF2B5EF4-FFF2-40B4-BE49-F238E27FC236}">
                <a16:creationId xmlns:a16="http://schemas.microsoft.com/office/drawing/2014/main" id="{FDED8BA0-6B27-5FD1-7D3A-C83AF2BE59AC}"/>
              </a:ext>
            </a:extLst>
          </p:cNvPr>
          <p:cNvSpPr>
            <a:spLocks noChangeAspect="1"/>
          </p:cNvSpPr>
          <p:nvPr/>
        </p:nvSpPr>
        <p:spPr>
          <a:xfrm>
            <a:off x="9087517" y="62839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80" name="Titel 1">
            <a:extLst>
              <a:ext uri="{FF2B5EF4-FFF2-40B4-BE49-F238E27FC236}">
                <a16:creationId xmlns:a16="http://schemas.microsoft.com/office/drawing/2014/main" id="{38079EA0-3F6F-07D9-3E3A-9839EF0E8739}"/>
              </a:ext>
            </a:extLst>
          </p:cNvPr>
          <p:cNvSpPr txBox="1">
            <a:spLocks/>
          </p:cNvSpPr>
          <p:nvPr/>
        </p:nvSpPr>
        <p:spPr>
          <a:xfrm>
            <a:off x="9718417" y="647444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181" name="Titel 1">
            <a:extLst>
              <a:ext uri="{FF2B5EF4-FFF2-40B4-BE49-F238E27FC236}">
                <a16:creationId xmlns:a16="http://schemas.microsoft.com/office/drawing/2014/main" id="{44F043D9-E926-7787-0EFF-C2ED2ED3122A}"/>
              </a:ext>
            </a:extLst>
          </p:cNvPr>
          <p:cNvSpPr txBox="1">
            <a:spLocks/>
          </p:cNvSpPr>
          <p:nvPr/>
        </p:nvSpPr>
        <p:spPr>
          <a:xfrm>
            <a:off x="9732246" y="13237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82" name="Titel 1">
            <a:extLst>
              <a:ext uri="{FF2B5EF4-FFF2-40B4-BE49-F238E27FC236}">
                <a16:creationId xmlns:a16="http://schemas.microsoft.com/office/drawing/2014/main" id="{ABFA8FF2-8011-3FB4-C0E1-53C26023A320}"/>
              </a:ext>
            </a:extLst>
          </p:cNvPr>
          <p:cNvSpPr txBox="1">
            <a:spLocks/>
          </p:cNvSpPr>
          <p:nvPr/>
        </p:nvSpPr>
        <p:spPr>
          <a:xfrm>
            <a:off x="9732246" y="2028569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83" name="Titel 1">
            <a:extLst>
              <a:ext uri="{FF2B5EF4-FFF2-40B4-BE49-F238E27FC236}">
                <a16:creationId xmlns:a16="http://schemas.microsoft.com/office/drawing/2014/main" id="{299213D8-1B89-EF27-5F7E-E936467A5E34}"/>
              </a:ext>
            </a:extLst>
          </p:cNvPr>
          <p:cNvSpPr txBox="1">
            <a:spLocks/>
          </p:cNvSpPr>
          <p:nvPr/>
        </p:nvSpPr>
        <p:spPr>
          <a:xfrm>
            <a:off x="9732246" y="2771519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84" name="Titel 1">
            <a:extLst>
              <a:ext uri="{FF2B5EF4-FFF2-40B4-BE49-F238E27FC236}">
                <a16:creationId xmlns:a16="http://schemas.microsoft.com/office/drawing/2014/main" id="{C2926991-67D3-AFF6-2E3E-63237BE39957}"/>
              </a:ext>
            </a:extLst>
          </p:cNvPr>
          <p:cNvSpPr txBox="1">
            <a:spLocks/>
          </p:cNvSpPr>
          <p:nvPr/>
        </p:nvSpPr>
        <p:spPr>
          <a:xfrm>
            <a:off x="9732245" y="3466844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85" name="Titel 1">
            <a:extLst>
              <a:ext uri="{FF2B5EF4-FFF2-40B4-BE49-F238E27FC236}">
                <a16:creationId xmlns:a16="http://schemas.microsoft.com/office/drawing/2014/main" id="{5EEF9E26-8D14-A241-2038-3E7A4867627E}"/>
              </a:ext>
            </a:extLst>
          </p:cNvPr>
          <p:cNvSpPr txBox="1">
            <a:spLocks/>
          </p:cNvSpPr>
          <p:nvPr/>
        </p:nvSpPr>
        <p:spPr>
          <a:xfrm>
            <a:off x="9732246" y="41812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86" name="Titel 1">
            <a:extLst>
              <a:ext uri="{FF2B5EF4-FFF2-40B4-BE49-F238E27FC236}">
                <a16:creationId xmlns:a16="http://schemas.microsoft.com/office/drawing/2014/main" id="{4F57FCA9-98D4-1F10-CAEB-2E670259A3E3}"/>
              </a:ext>
            </a:extLst>
          </p:cNvPr>
          <p:cNvSpPr txBox="1">
            <a:spLocks/>
          </p:cNvSpPr>
          <p:nvPr/>
        </p:nvSpPr>
        <p:spPr>
          <a:xfrm>
            <a:off x="9732246" y="4933894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187" name="Titel 1">
            <a:extLst>
              <a:ext uri="{FF2B5EF4-FFF2-40B4-BE49-F238E27FC236}">
                <a16:creationId xmlns:a16="http://schemas.microsoft.com/office/drawing/2014/main" id="{B21AFCDE-61FE-9554-4A53-D519DA4FB291}"/>
              </a:ext>
            </a:extLst>
          </p:cNvPr>
          <p:cNvSpPr txBox="1">
            <a:spLocks/>
          </p:cNvSpPr>
          <p:nvPr/>
        </p:nvSpPr>
        <p:spPr>
          <a:xfrm>
            <a:off x="9732245" y="5648069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grpSp>
        <p:nvGrpSpPr>
          <p:cNvPr id="188" name="Gruppieren 187">
            <a:extLst>
              <a:ext uri="{FF2B5EF4-FFF2-40B4-BE49-F238E27FC236}">
                <a16:creationId xmlns:a16="http://schemas.microsoft.com/office/drawing/2014/main" id="{212D56E5-AC02-BF8D-21F7-E5AF1BBF5766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189" name="Grafik 188" descr="Mann mit einfarbiger Füllung">
              <a:extLst>
                <a:ext uri="{FF2B5EF4-FFF2-40B4-BE49-F238E27FC236}">
                  <a16:creationId xmlns:a16="http://schemas.microsoft.com/office/drawing/2014/main" id="{94D0103E-0D7F-8CB9-491E-FCBBC4434E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90" name="Textfeld 189">
              <a:extLst>
                <a:ext uri="{FF2B5EF4-FFF2-40B4-BE49-F238E27FC236}">
                  <a16:creationId xmlns:a16="http://schemas.microsoft.com/office/drawing/2014/main" id="{AEEB72F5-F88F-10E0-2E1D-72CC4100C64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194" name="Titel 1">
            <a:extLst>
              <a:ext uri="{FF2B5EF4-FFF2-40B4-BE49-F238E27FC236}">
                <a16:creationId xmlns:a16="http://schemas.microsoft.com/office/drawing/2014/main" id="{873CA0C1-F703-ADE2-308F-BA6B7C544617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195" name="Titel 1">
            <a:extLst>
              <a:ext uri="{FF2B5EF4-FFF2-40B4-BE49-F238E27FC236}">
                <a16:creationId xmlns:a16="http://schemas.microsoft.com/office/drawing/2014/main" id="{A8FA5165-0476-BC28-D32A-933B0802168E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196" name="Titel 1">
            <a:extLst>
              <a:ext uri="{FF2B5EF4-FFF2-40B4-BE49-F238E27FC236}">
                <a16:creationId xmlns:a16="http://schemas.microsoft.com/office/drawing/2014/main" id="{E198A532-EDFA-8A10-76C9-8AD1B38FF983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197" name="Titel 1">
            <a:extLst>
              <a:ext uri="{FF2B5EF4-FFF2-40B4-BE49-F238E27FC236}">
                <a16:creationId xmlns:a16="http://schemas.microsoft.com/office/drawing/2014/main" id="{79F0E1B8-C59C-D9BD-7C6B-EFEC34A7520F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198" name="Titel 1">
            <a:extLst>
              <a:ext uri="{FF2B5EF4-FFF2-40B4-BE49-F238E27FC236}">
                <a16:creationId xmlns:a16="http://schemas.microsoft.com/office/drawing/2014/main" id="{B7305F16-0D4E-648E-5366-A72D3767C83A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199" name="Titel 1">
            <a:extLst>
              <a:ext uri="{FF2B5EF4-FFF2-40B4-BE49-F238E27FC236}">
                <a16:creationId xmlns:a16="http://schemas.microsoft.com/office/drawing/2014/main" id="{023AA5FB-722E-89F7-7A15-1CED0782B4E0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200" name="Titel 1">
            <a:extLst>
              <a:ext uri="{FF2B5EF4-FFF2-40B4-BE49-F238E27FC236}">
                <a16:creationId xmlns:a16="http://schemas.microsoft.com/office/drawing/2014/main" id="{0999DDA1-4CE5-3965-00E1-2FC3A75C0E82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201" name="Titel 1">
            <a:extLst>
              <a:ext uri="{FF2B5EF4-FFF2-40B4-BE49-F238E27FC236}">
                <a16:creationId xmlns:a16="http://schemas.microsoft.com/office/drawing/2014/main" id="{C651517A-F4B2-0D75-F625-E631C26561B2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210" name="Titel 1">
            <a:extLst>
              <a:ext uri="{FF2B5EF4-FFF2-40B4-BE49-F238E27FC236}">
                <a16:creationId xmlns:a16="http://schemas.microsoft.com/office/drawing/2014/main" id="{A8A96FB9-17E9-5A31-013F-569273247D67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1" name="Titel 1">
            <a:extLst>
              <a:ext uri="{FF2B5EF4-FFF2-40B4-BE49-F238E27FC236}">
                <a16:creationId xmlns:a16="http://schemas.microsoft.com/office/drawing/2014/main" id="{5E0C60D6-9644-1A3F-FB24-C7AC1ED28CB4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2" name="Titel 1">
            <a:extLst>
              <a:ext uri="{FF2B5EF4-FFF2-40B4-BE49-F238E27FC236}">
                <a16:creationId xmlns:a16="http://schemas.microsoft.com/office/drawing/2014/main" id="{60E5768C-9AB7-5D53-5F31-78CAE486F1D4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3" name="Titel 1">
            <a:extLst>
              <a:ext uri="{FF2B5EF4-FFF2-40B4-BE49-F238E27FC236}">
                <a16:creationId xmlns:a16="http://schemas.microsoft.com/office/drawing/2014/main" id="{859E86AA-F8C2-3D4A-5C4A-507D0EB01974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4" name="Titel 1">
            <a:extLst>
              <a:ext uri="{FF2B5EF4-FFF2-40B4-BE49-F238E27FC236}">
                <a16:creationId xmlns:a16="http://schemas.microsoft.com/office/drawing/2014/main" id="{93C46C4A-3DF7-431F-BC65-FE530AB39D3A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5" name="Titel 1">
            <a:extLst>
              <a:ext uri="{FF2B5EF4-FFF2-40B4-BE49-F238E27FC236}">
                <a16:creationId xmlns:a16="http://schemas.microsoft.com/office/drawing/2014/main" id="{7A199263-810C-D111-3B66-640B6E170E7D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6" name="Titel 1">
            <a:extLst>
              <a:ext uri="{FF2B5EF4-FFF2-40B4-BE49-F238E27FC236}">
                <a16:creationId xmlns:a16="http://schemas.microsoft.com/office/drawing/2014/main" id="{BA15719C-B9AB-022D-F505-1BB9961D353D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7" name="Titel 1">
            <a:extLst>
              <a:ext uri="{FF2B5EF4-FFF2-40B4-BE49-F238E27FC236}">
                <a16:creationId xmlns:a16="http://schemas.microsoft.com/office/drawing/2014/main" id="{8733DD6F-8F78-835D-2920-9C3798FF10E3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26618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0F58-937D-8A1C-3AA8-E53C25DF7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!!Rechteck 19">
            <a:extLst>
              <a:ext uri="{FF2B5EF4-FFF2-40B4-BE49-F238E27FC236}">
                <a16:creationId xmlns:a16="http://schemas.microsoft.com/office/drawing/2014/main" id="{14FCB42D-2E87-C23F-152E-615ACF23A8F4}"/>
              </a:ext>
            </a:extLst>
          </p:cNvPr>
          <p:cNvSpPr/>
          <p:nvPr/>
        </p:nvSpPr>
        <p:spPr>
          <a:xfrm>
            <a:off x="8996840" y="5585114"/>
            <a:ext cx="1437224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!!Rechteck 18">
            <a:extLst>
              <a:ext uri="{FF2B5EF4-FFF2-40B4-BE49-F238E27FC236}">
                <a16:creationId xmlns:a16="http://schemas.microsoft.com/office/drawing/2014/main" id="{D940B279-5C81-E954-F140-A94057A08FA3}"/>
              </a:ext>
            </a:extLst>
          </p:cNvPr>
          <p:cNvSpPr/>
          <p:nvPr/>
        </p:nvSpPr>
        <p:spPr>
          <a:xfrm>
            <a:off x="8994065" y="4134977"/>
            <a:ext cx="1439999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3" name="Rechteck 192">
            <a:extLst>
              <a:ext uri="{FF2B5EF4-FFF2-40B4-BE49-F238E27FC236}">
                <a16:creationId xmlns:a16="http://schemas.microsoft.com/office/drawing/2014/main" id="{6CBB8C6A-EB7D-35EF-40F6-AE1F9C38A1DF}"/>
              </a:ext>
            </a:extLst>
          </p:cNvPr>
          <p:cNvSpPr/>
          <p:nvPr/>
        </p:nvSpPr>
        <p:spPr>
          <a:xfrm>
            <a:off x="7044152" y="557839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2" name="Rechteck 191">
            <a:extLst>
              <a:ext uri="{FF2B5EF4-FFF2-40B4-BE49-F238E27FC236}">
                <a16:creationId xmlns:a16="http://schemas.microsoft.com/office/drawing/2014/main" id="{16C4FC24-0701-16CD-5EF0-27306B3299D4}"/>
              </a:ext>
            </a:extLst>
          </p:cNvPr>
          <p:cNvSpPr/>
          <p:nvPr/>
        </p:nvSpPr>
        <p:spPr>
          <a:xfrm>
            <a:off x="7041379" y="413497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BB4963D-9DB0-ACC8-C4F2-19554250EE4E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9136D4A3-4F26-9C4F-C70B-7A3BDA918D1C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48354F2A-615B-85B1-EE25-421DAA85328E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0BC2F01D-D640-0196-2C75-D5DBFF1802ED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1E5B9BE-BEC8-6C16-6CDB-1765886D0585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3EE625AD-9E39-81D2-A825-D8B111B03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4CC152A-76ED-CA90-6F1B-08DD8352188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BF0079B4-84F1-9B4B-6D97-5D6BF20E3B4C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5E98D3BB-FF1A-C63D-CBA9-542CBC09CC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DA6988C-17B9-FEAD-BB03-B732FDD0C38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637D270-450F-C34B-3805-427BE16D15C7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561375C0-738C-9567-75FD-752B5D24D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76F8953E-EF5A-6B25-7F85-6428C333E0F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832EB00C-4E6C-22AA-1B18-E29F67BC31CA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99E1560A-8F80-72EE-C829-FAE11D73D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E656D3B-A992-4C77-C3B0-AFECEA9FC31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CF1E6F9-F648-0226-DAAA-9332634DBDB3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EE2DCFA9-5C19-E830-F543-4FE2EA07A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2F653523-ED41-6D63-608A-6C8EE3850D0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D8361BA-3D0B-5DB6-A9B2-F6C77D563C59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30B846E0-AF45-5BAF-11B9-2FA687ECA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75C39392-A962-41C7-F35F-1F467292C84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87A5AAC5-3A1A-F856-352E-46C08ACCCB9F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D2982729-26C0-FCDD-38C2-A93E26757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7B0E1A79-EFB3-6BD8-1CC4-27C11433446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3DDBF920-26D4-A769-0A6B-4565B47199C2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4ECBB44-C8BF-164B-02E3-7BD676FE6360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15346F21-C771-92DF-D349-840DDE342AEC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E816FAC-6E52-F1F9-6C5C-430D4D244215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BA1AB3B-D7F3-6F38-5F9E-C5A180AC85B4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E8699D0F-3CC7-DDD8-7A00-D4DC8810626B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17E626A8-3648-395A-5C1C-D3FDD30104E5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90C7A69A-8AEC-74D8-F2C6-AB7545A04039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A4A8C559-4275-A71B-0607-5C102C64274B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F49290CF-294D-2541-C938-7167F5C14DD2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C6BB5514-CF78-AE6C-9C73-2055CCEAC98C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48694579-B8EB-CB6B-831B-3B7AEFFC15E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4858244E-052A-C2D8-085F-50DE8DBFAF60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299741A-0C89-9B2B-A481-5D65CF28ABB7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5B8F35C-72F8-E3FB-7996-6B2F10A6B5DE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30A4F5CF-FBDC-93B9-EDE8-11AFABFC7FE8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52A9559C-B26A-CAE3-766B-FC30CF2485BC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95AD7348-3D81-CCAA-24D3-44B682C3D231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4D77B7FC-3964-C4EC-FAEF-20B272C0B60E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7FAB1D03-433B-FA8D-81BA-CC3A50D28F01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D920CDC5-89ED-15CE-35DE-A43FA3E47520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8E019212-DCC8-6FE4-48CE-53DF1EB18285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1DBC7FE-D765-88FB-4652-53FFB9294B96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293E9CCF-80F3-6839-131D-87BC081DBB0E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6B48B412-7F05-FBED-AA1E-412A87CCD5E0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A93ADD07-F646-CE3F-7558-0111FF18E687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F1DCBC7B-A095-DB1B-C667-413560E9A92A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63E9DDD-8992-FFAF-B99A-EBDA89AE6C1F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C1B26C37-AA7E-5E57-485D-54FDDE692F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F12317FF-6302-100D-CD67-79EC64E9C6D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7917C318-71DC-62D2-D455-5E36E8D35051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921E718B-F7B5-C44F-0728-DADEBFF1A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C8B3ABA3-9C19-D9F7-BB36-52A76972513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7BF6471A-E4E3-FCC1-7793-9B7F4F3E5BF2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55565DA2-7AC0-FC7A-FEFB-319EB9D8DF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608754CC-7702-98FE-4E0B-417E619EB1B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8ED250E1-DF8F-A96E-6864-641E20DBDD2B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3F06BD2E-F6C2-106D-148F-11527EA3C1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07ECD642-2A03-A968-02EC-EBA6D386442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877680AC-521C-6E24-8E70-1BDAE5F0ECC8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63F1883E-CC09-756C-7E4D-D5DDBA723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E341466F-5BC3-C4CF-B0B2-4B9AC786580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EB74B1E-4B5E-293A-CCBB-3709DF77D4DC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819E581C-0369-D996-ED1F-3238FFA46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63A8A47B-B6C2-7128-2E2C-A460818730A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E702890B-182A-71F8-298A-6EED3E75484A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4DFAA664-909F-47BA-820F-121A19EA7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6F398855-3C28-2DB9-3CC0-43CF0F7049A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FEBCA771-5E04-971D-9A39-6676A6E1123B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CF5068D9-3AFF-9F2A-7196-50FD9700E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A49BF901-5B85-FEA3-56CA-9A37383A174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7987B334-7240-37E5-8C68-3C94394030CC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79DC9879-F967-54C1-34EA-4E94B126DF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E90D4D7B-4BB1-C6E5-CA37-4685648AAF7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55DA5021-A807-9BB6-6021-48DF6A2BEA15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7E6C006A-ACC1-AD7D-AE83-A3A81D5C9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B95F730A-08F0-9F28-92A5-09A2B54D9A6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DB513882-0709-56F4-5976-84329DAAAF54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FFD3C946-5B6E-0593-177E-CEA3B8F54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7F2B972F-708E-F123-8874-21175C336DC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A8EE3E6C-9BA7-10EC-782B-FB907E16630E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FCF351FC-B5DB-EFE9-0301-78DEF7D97D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60FF95B4-A5EF-78F7-0727-1DF659E9339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18AE5F83-1E36-26D3-08F0-AE9AAB306C0D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7BEA3E3D-0BC1-1923-9FBB-8F66F3CC9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FDBA6411-1D21-9C79-1687-0733C870E68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60142348-8033-B135-6312-DF2A7CCC5043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64A78038-FCC1-6A73-D691-DF99F142A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5806F64A-D579-67C5-2948-ACE765042AF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99E631F5-CEB9-3BBD-29CE-B3ED97B32CF9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76F0CD26-DCE5-B003-9FD9-842EBDAE3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62C06089-C650-6562-EC93-759F995929B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3ACC8B70-137F-642E-A233-B05286A559B8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F465D1BC-232A-6091-41C5-15B796A0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787AADEB-81FF-4D09-CB98-210AB21BA91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00552484-63C7-84D9-D5FF-B37811692069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D82FD60C-6BC5-8A5F-547B-EA8416046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FB99DE6E-724A-9863-ABDC-98AA0BD2B3C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A13B50E6-2ECF-37F4-7D98-8BA0EC00E988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90721720-C9A9-9DF8-790E-D059C0319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7CCF8B1B-7B64-A02D-7310-0AA450BC268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AD899AC2-6236-3A04-6F24-5B618169714F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4118E739-6A67-C461-9ED9-7D3FAB74E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9AE366A4-59BA-210C-680D-2C7D637D769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0A4AAB06-9613-5B55-C7AE-5450A0DAB2E5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0D1F8627-7676-C278-2F42-174C159F2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B339F5B2-5658-A668-3A79-E435E117648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cxnSp>
        <p:nvCxnSpPr>
          <p:cNvPr id="160" name="Gerader Verbinder 159">
            <a:extLst>
              <a:ext uri="{FF2B5EF4-FFF2-40B4-BE49-F238E27FC236}">
                <a16:creationId xmlns:a16="http://schemas.microsoft.com/office/drawing/2014/main" id="{1466112A-8936-4592-6177-041B6A2735A8}"/>
              </a:ext>
            </a:extLst>
          </p:cNvPr>
          <p:cNvCxnSpPr>
            <a:cxnSpLocks/>
          </p:cNvCxnSpPr>
          <p:nvPr/>
        </p:nvCxnSpPr>
        <p:spPr>
          <a:xfrm>
            <a:off x="971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Gerader Verbinder 160">
            <a:extLst>
              <a:ext uri="{FF2B5EF4-FFF2-40B4-BE49-F238E27FC236}">
                <a16:creationId xmlns:a16="http://schemas.microsoft.com/office/drawing/2014/main" id="{22A43445-D9F2-FD48-6C29-F8F27ABA29FB}"/>
              </a:ext>
            </a:extLst>
          </p:cNvPr>
          <p:cNvCxnSpPr>
            <a:cxnSpLocks/>
          </p:cNvCxnSpPr>
          <p:nvPr/>
        </p:nvCxnSpPr>
        <p:spPr>
          <a:xfrm>
            <a:off x="1043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2" name="Gerader Verbinder 161">
            <a:extLst>
              <a:ext uri="{FF2B5EF4-FFF2-40B4-BE49-F238E27FC236}">
                <a16:creationId xmlns:a16="http://schemas.microsoft.com/office/drawing/2014/main" id="{1ACEE0A8-8DBD-7DFF-0EA3-4BB4348428B3}"/>
              </a:ext>
            </a:extLst>
          </p:cNvPr>
          <p:cNvCxnSpPr>
            <a:cxnSpLocks/>
          </p:cNvCxnSpPr>
          <p:nvPr/>
        </p:nvCxnSpPr>
        <p:spPr>
          <a:xfrm>
            <a:off x="8994067" y="12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Gerader Verbinder 162">
            <a:extLst>
              <a:ext uri="{FF2B5EF4-FFF2-40B4-BE49-F238E27FC236}">
                <a16:creationId xmlns:a16="http://schemas.microsoft.com/office/drawing/2014/main" id="{144D0E66-162F-D042-E1EB-3592A6F01A42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Gerader Verbinder 163">
            <a:extLst>
              <a:ext uri="{FF2B5EF4-FFF2-40B4-BE49-F238E27FC236}">
                <a16:creationId xmlns:a16="http://schemas.microsoft.com/office/drawing/2014/main" id="{5D6D7667-3E1E-B7B7-F968-EABAFEED6A4B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Gerader Verbinder 164">
            <a:extLst>
              <a:ext uri="{FF2B5EF4-FFF2-40B4-BE49-F238E27FC236}">
                <a16:creationId xmlns:a16="http://schemas.microsoft.com/office/drawing/2014/main" id="{8F61B0A6-5AB4-AF1B-73A5-65971CC86B1B}"/>
              </a:ext>
            </a:extLst>
          </p:cNvPr>
          <p:cNvCxnSpPr>
            <a:cxnSpLocks/>
          </p:cNvCxnSpPr>
          <p:nvPr/>
        </p:nvCxnSpPr>
        <p:spPr>
          <a:xfrm>
            <a:off x="8994067" y="19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Gerader Verbinder 165">
            <a:extLst>
              <a:ext uri="{FF2B5EF4-FFF2-40B4-BE49-F238E27FC236}">
                <a16:creationId xmlns:a16="http://schemas.microsoft.com/office/drawing/2014/main" id="{4EE0885C-115C-A15D-5ECF-3661D78CC927}"/>
              </a:ext>
            </a:extLst>
          </p:cNvPr>
          <p:cNvCxnSpPr>
            <a:cxnSpLocks/>
          </p:cNvCxnSpPr>
          <p:nvPr/>
        </p:nvCxnSpPr>
        <p:spPr>
          <a:xfrm>
            <a:off x="8994067" y="26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Gerader Verbinder 166">
            <a:extLst>
              <a:ext uri="{FF2B5EF4-FFF2-40B4-BE49-F238E27FC236}">
                <a16:creationId xmlns:a16="http://schemas.microsoft.com/office/drawing/2014/main" id="{D336DE8E-8AD8-BDA7-4798-FD40EDE99E9E}"/>
              </a:ext>
            </a:extLst>
          </p:cNvPr>
          <p:cNvCxnSpPr>
            <a:cxnSpLocks/>
          </p:cNvCxnSpPr>
          <p:nvPr/>
        </p:nvCxnSpPr>
        <p:spPr>
          <a:xfrm>
            <a:off x="8994067" y="341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Gerader Verbinder 167">
            <a:extLst>
              <a:ext uri="{FF2B5EF4-FFF2-40B4-BE49-F238E27FC236}">
                <a16:creationId xmlns:a16="http://schemas.microsoft.com/office/drawing/2014/main" id="{8269040B-19DC-7F69-F0D1-7EA08B1A4A62}"/>
              </a:ext>
            </a:extLst>
          </p:cNvPr>
          <p:cNvCxnSpPr>
            <a:cxnSpLocks/>
          </p:cNvCxnSpPr>
          <p:nvPr/>
        </p:nvCxnSpPr>
        <p:spPr>
          <a:xfrm>
            <a:off x="8994067" y="41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9" name="Gerader Verbinder 168">
            <a:extLst>
              <a:ext uri="{FF2B5EF4-FFF2-40B4-BE49-F238E27FC236}">
                <a16:creationId xmlns:a16="http://schemas.microsoft.com/office/drawing/2014/main" id="{F7DBEC36-481D-1A6E-B692-0B9F38AE10F9}"/>
              </a:ext>
            </a:extLst>
          </p:cNvPr>
          <p:cNvCxnSpPr>
            <a:cxnSpLocks/>
          </p:cNvCxnSpPr>
          <p:nvPr/>
        </p:nvCxnSpPr>
        <p:spPr>
          <a:xfrm>
            <a:off x="8994067" y="48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Gerader Verbinder 169">
            <a:extLst>
              <a:ext uri="{FF2B5EF4-FFF2-40B4-BE49-F238E27FC236}">
                <a16:creationId xmlns:a16="http://schemas.microsoft.com/office/drawing/2014/main" id="{C31DC7EB-9B42-C072-B24B-6FECD564789A}"/>
              </a:ext>
            </a:extLst>
          </p:cNvPr>
          <p:cNvCxnSpPr>
            <a:cxnSpLocks/>
          </p:cNvCxnSpPr>
          <p:nvPr/>
        </p:nvCxnSpPr>
        <p:spPr>
          <a:xfrm>
            <a:off x="8994067" y="55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1" name="Gerader Verbinder 170">
            <a:extLst>
              <a:ext uri="{FF2B5EF4-FFF2-40B4-BE49-F238E27FC236}">
                <a16:creationId xmlns:a16="http://schemas.microsoft.com/office/drawing/2014/main" id="{6EEBE1F4-2152-9C55-2310-C7959D5C0ADA}"/>
              </a:ext>
            </a:extLst>
          </p:cNvPr>
          <p:cNvCxnSpPr>
            <a:cxnSpLocks/>
          </p:cNvCxnSpPr>
          <p:nvPr/>
        </p:nvCxnSpPr>
        <p:spPr>
          <a:xfrm>
            <a:off x="8994067" y="62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2" name="Ellipse 171">
            <a:extLst>
              <a:ext uri="{FF2B5EF4-FFF2-40B4-BE49-F238E27FC236}">
                <a16:creationId xmlns:a16="http://schemas.microsoft.com/office/drawing/2014/main" id="{D2AE1B42-BDB5-9FD9-77FA-1232FDEBD1B7}"/>
              </a:ext>
            </a:extLst>
          </p:cNvPr>
          <p:cNvSpPr>
            <a:spLocks noChangeAspect="1"/>
          </p:cNvSpPr>
          <p:nvPr/>
        </p:nvSpPr>
        <p:spPr>
          <a:xfrm>
            <a:off x="9091417" y="134839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73" name="Ellipse 172">
            <a:extLst>
              <a:ext uri="{FF2B5EF4-FFF2-40B4-BE49-F238E27FC236}">
                <a16:creationId xmlns:a16="http://schemas.microsoft.com/office/drawing/2014/main" id="{59C6E95D-6B6F-E61A-F19A-E327759A8111}"/>
              </a:ext>
            </a:extLst>
          </p:cNvPr>
          <p:cNvSpPr>
            <a:spLocks noChangeAspect="1"/>
          </p:cNvSpPr>
          <p:nvPr/>
        </p:nvSpPr>
        <p:spPr>
          <a:xfrm>
            <a:off x="9083167" y="278839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74" name="Ellipse 173">
            <a:extLst>
              <a:ext uri="{FF2B5EF4-FFF2-40B4-BE49-F238E27FC236}">
                <a16:creationId xmlns:a16="http://schemas.microsoft.com/office/drawing/2014/main" id="{76D615F3-0978-A6B0-C869-1A02F8D71614}"/>
              </a:ext>
            </a:extLst>
          </p:cNvPr>
          <p:cNvSpPr>
            <a:spLocks noChangeAspect="1"/>
          </p:cNvSpPr>
          <p:nvPr/>
        </p:nvSpPr>
        <p:spPr>
          <a:xfrm>
            <a:off x="9095318" y="566618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75" name="Ellipse 174">
            <a:extLst>
              <a:ext uri="{FF2B5EF4-FFF2-40B4-BE49-F238E27FC236}">
                <a16:creationId xmlns:a16="http://schemas.microsoft.com/office/drawing/2014/main" id="{791085C8-6CCC-AE4C-5C31-41025AD45503}"/>
              </a:ext>
            </a:extLst>
          </p:cNvPr>
          <p:cNvSpPr>
            <a:spLocks noChangeAspect="1"/>
          </p:cNvSpPr>
          <p:nvPr/>
        </p:nvSpPr>
        <p:spPr>
          <a:xfrm>
            <a:off x="9098767" y="206618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76" name="Ellipse 175">
            <a:extLst>
              <a:ext uri="{FF2B5EF4-FFF2-40B4-BE49-F238E27FC236}">
                <a16:creationId xmlns:a16="http://schemas.microsoft.com/office/drawing/2014/main" id="{84062488-1E81-5435-8E75-F542395323FB}"/>
              </a:ext>
            </a:extLst>
          </p:cNvPr>
          <p:cNvSpPr>
            <a:spLocks noChangeAspect="1"/>
          </p:cNvSpPr>
          <p:nvPr/>
        </p:nvSpPr>
        <p:spPr>
          <a:xfrm>
            <a:off x="9088793" y="351181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77" name="Ellipse 176">
            <a:extLst>
              <a:ext uri="{FF2B5EF4-FFF2-40B4-BE49-F238E27FC236}">
                <a16:creationId xmlns:a16="http://schemas.microsoft.com/office/drawing/2014/main" id="{FA6408E5-29DE-67F5-39D9-55B0C9A48DB6}"/>
              </a:ext>
            </a:extLst>
          </p:cNvPr>
          <p:cNvSpPr>
            <a:spLocks noChangeAspect="1"/>
          </p:cNvSpPr>
          <p:nvPr/>
        </p:nvSpPr>
        <p:spPr>
          <a:xfrm>
            <a:off x="9088792" y="422497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78" name="Ellipse 177">
            <a:extLst>
              <a:ext uri="{FF2B5EF4-FFF2-40B4-BE49-F238E27FC236}">
                <a16:creationId xmlns:a16="http://schemas.microsoft.com/office/drawing/2014/main" id="{7369CC57-8A66-4BBB-743E-30EC29AD090B}"/>
              </a:ext>
            </a:extLst>
          </p:cNvPr>
          <p:cNvSpPr>
            <a:spLocks noChangeAspect="1"/>
          </p:cNvSpPr>
          <p:nvPr/>
        </p:nvSpPr>
        <p:spPr>
          <a:xfrm>
            <a:off x="9088792" y="494107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79" name="!!Ellipse 178">
            <a:extLst>
              <a:ext uri="{FF2B5EF4-FFF2-40B4-BE49-F238E27FC236}">
                <a16:creationId xmlns:a16="http://schemas.microsoft.com/office/drawing/2014/main" id="{45584F3A-F0DC-8D77-2E2A-9FDF958D3272}"/>
              </a:ext>
            </a:extLst>
          </p:cNvPr>
          <p:cNvSpPr>
            <a:spLocks noChangeAspect="1"/>
          </p:cNvSpPr>
          <p:nvPr/>
        </p:nvSpPr>
        <p:spPr>
          <a:xfrm>
            <a:off x="9087517" y="62839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80" name="Titel 1">
            <a:extLst>
              <a:ext uri="{FF2B5EF4-FFF2-40B4-BE49-F238E27FC236}">
                <a16:creationId xmlns:a16="http://schemas.microsoft.com/office/drawing/2014/main" id="{85A22CA7-131C-1F29-92B8-EAAFA7509027}"/>
              </a:ext>
            </a:extLst>
          </p:cNvPr>
          <p:cNvSpPr txBox="1">
            <a:spLocks/>
          </p:cNvSpPr>
          <p:nvPr/>
        </p:nvSpPr>
        <p:spPr>
          <a:xfrm>
            <a:off x="9718417" y="647444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181" name="Titel 1">
            <a:extLst>
              <a:ext uri="{FF2B5EF4-FFF2-40B4-BE49-F238E27FC236}">
                <a16:creationId xmlns:a16="http://schemas.microsoft.com/office/drawing/2014/main" id="{6CD343EA-CCFB-23CB-843C-7655BA842BF3}"/>
              </a:ext>
            </a:extLst>
          </p:cNvPr>
          <p:cNvSpPr txBox="1">
            <a:spLocks/>
          </p:cNvSpPr>
          <p:nvPr/>
        </p:nvSpPr>
        <p:spPr>
          <a:xfrm>
            <a:off x="9732246" y="13237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82" name="Titel 1">
            <a:extLst>
              <a:ext uri="{FF2B5EF4-FFF2-40B4-BE49-F238E27FC236}">
                <a16:creationId xmlns:a16="http://schemas.microsoft.com/office/drawing/2014/main" id="{D7A57A39-2083-C433-0B1E-DF310A3C25F4}"/>
              </a:ext>
            </a:extLst>
          </p:cNvPr>
          <p:cNvSpPr txBox="1">
            <a:spLocks/>
          </p:cNvSpPr>
          <p:nvPr/>
        </p:nvSpPr>
        <p:spPr>
          <a:xfrm>
            <a:off x="9732246" y="2028569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83" name="Titel 1">
            <a:extLst>
              <a:ext uri="{FF2B5EF4-FFF2-40B4-BE49-F238E27FC236}">
                <a16:creationId xmlns:a16="http://schemas.microsoft.com/office/drawing/2014/main" id="{F7F8F5DD-7E6D-45D8-8A22-BE652AFAA091}"/>
              </a:ext>
            </a:extLst>
          </p:cNvPr>
          <p:cNvSpPr txBox="1">
            <a:spLocks/>
          </p:cNvSpPr>
          <p:nvPr/>
        </p:nvSpPr>
        <p:spPr>
          <a:xfrm>
            <a:off x="9732246" y="2771519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84" name="Titel 1">
            <a:extLst>
              <a:ext uri="{FF2B5EF4-FFF2-40B4-BE49-F238E27FC236}">
                <a16:creationId xmlns:a16="http://schemas.microsoft.com/office/drawing/2014/main" id="{05765835-C413-7913-E3DF-C4C716BDE934}"/>
              </a:ext>
            </a:extLst>
          </p:cNvPr>
          <p:cNvSpPr txBox="1">
            <a:spLocks/>
          </p:cNvSpPr>
          <p:nvPr/>
        </p:nvSpPr>
        <p:spPr>
          <a:xfrm>
            <a:off x="9732245" y="3466844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85" name="Titel 1">
            <a:extLst>
              <a:ext uri="{FF2B5EF4-FFF2-40B4-BE49-F238E27FC236}">
                <a16:creationId xmlns:a16="http://schemas.microsoft.com/office/drawing/2014/main" id="{A2773028-D1BE-DA48-DF8C-3EBCF2DB8ED2}"/>
              </a:ext>
            </a:extLst>
          </p:cNvPr>
          <p:cNvSpPr txBox="1">
            <a:spLocks/>
          </p:cNvSpPr>
          <p:nvPr/>
        </p:nvSpPr>
        <p:spPr>
          <a:xfrm>
            <a:off x="9732246" y="41812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86" name="Titel 1">
            <a:extLst>
              <a:ext uri="{FF2B5EF4-FFF2-40B4-BE49-F238E27FC236}">
                <a16:creationId xmlns:a16="http://schemas.microsoft.com/office/drawing/2014/main" id="{3A110D7A-39E3-2BF7-94DF-2B988DF3470E}"/>
              </a:ext>
            </a:extLst>
          </p:cNvPr>
          <p:cNvSpPr txBox="1">
            <a:spLocks/>
          </p:cNvSpPr>
          <p:nvPr/>
        </p:nvSpPr>
        <p:spPr>
          <a:xfrm>
            <a:off x="9732246" y="4933894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187" name="Titel 1">
            <a:extLst>
              <a:ext uri="{FF2B5EF4-FFF2-40B4-BE49-F238E27FC236}">
                <a16:creationId xmlns:a16="http://schemas.microsoft.com/office/drawing/2014/main" id="{6764AE2D-C167-1CC3-0C2E-D72248F93FA6}"/>
              </a:ext>
            </a:extLst>
          </p:cNvPr>
          <p:cNvSpPr txBox="1">
            <a:spLocks/>
          </p:cNvSpPr>
          <p:nvPr/>
        </p:nvSpPr>
        <p:spPr>
          <a:xfrm>
            <a:off x="9732245" y="5648069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grpSp>
        <p:nvGrpSpPr>
          <p:cNvPr id="188" name="Gruppieren 187">
            <a:extLst>
              <a:ext uri="{FF2B5EF4-FFF2-40B4-BE49-F238E27FC236}">
                <a16:creationId xmlns:a16="http://schemas.microsoft.com/office/drawing/2014/main" id="{9C8FC746-1951-0658-3E38-FFED40001528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189" name="Grafik 188" descr="Mann mit einfarbiger Füllung">
              <a:extLst>
                <a:ext uri="{FF2B5EF4-FFF2-40B4-BE49-F238E27FC236}">
                  <a16:creationId xmlns:a16="http://schemas.microsoft.com/office/drawing/2014/main" id="{866C562A-4E14-B32D-E6AA-0D63C18F19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90" name="Textfeld 189">
              <a:extLst>
                <a:ext uri="{FF2B5EF4-FFF2-40B4-BE49-F238E27FC236}">
                  <a16:creationId xmlns:a16="http://schemas.microsoft.com/office/drawing/2014/main" id="{FA83EEC8-9164-F641-461F-D17988713FA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194" name="Titel 1">
            <a:extLst>
              <a:ext uri="{FF2B5EF4-FFF2-40B4-BE49-F238E27FC236}">
                <a16:creationId xmlns:a16="http://schemas.microsoft.com/office/drawing/2014/main" id="{6B247515-0766-AD39-25A5-65054F422650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195" name="Titel 1">
            <a:extLst>
              <a:ext uri="{FF2B5EF4-FFF2-40B4-BE49-F238E27FC236}">
                <a16:creationId xmlns:a16="http://schemas.microsoft.com/office/drawing/2014/main" id="{04F38630-8170-79AE-8B2F-D9C2D19E2C86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196" name="Titel 1">
            <a:extLst>
              <a:ext uri="{FF2B5EF4-FFF2-40B4-BE49-F238E27FC236}">
                <a16:creationId xmlns:a16="http://schemas.microsoft.com/office/drawing/2014/main" id="{581ED8E2-354F-5095-EA94-B885BA539A39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197" name="Titel 1">
            <a:extLst>
              <a:ext uri="{FF2B5EF4-FFF2-40B4-BE49-F238E27FC236}">
                <a16:creationId xmlns:a16="http://schemas.microsoft.com/office/drawing/2014/main" id="{D3FDB86E-3516-9A39-7CD9-4094B5568418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198" name="Titel 1">
            <a:extLst>
              <a:ext uri="{FF2B5EF4-FFF2-40B4-BE49-F238E27FC236}">
                <a16:creationId xmlns:a16="http://schemas.microsoft.com/office/drawing/2014/main" id="{BA437714-FEB8-C220-00B2-0D7C14DC3433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199" name="Titel 1">
            <a:extLst>
              <a:ext uri="{FF2B5EF4-FFF2-40B4-BE49-F238E27FC236}">
                <a16:creationId xmlns:a16="http://schemas.microsoft.com/office/drawing/2014/main" id="{3F8F9029-6934-F6D7-1999-D778CE405B19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200" name="Titel 1">
            <a:extLst>
              <a:ext uri="{FF2B5EF4-FFF2-40B4-BE49-F238E27FC236}">
                <a16:creationId xmlns:a16="http://schemas.microsoft.com/office/drawing/2014/main" id="{B4094537-2773-7EE2-0AF3-6B7680A01014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201" name="Titel 1">
            <a:extLst>
              <a:ext uri="{FF2B5EF4-FFF2-40B4-BE49-F238E27FC236}">
                <a16:creationId xmlns:a16="http://schemas.microsoft.com/office/drawing/2014/main" id="{E01B02D9-B959-1065-5FA6-43C2A4448AE3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210" name="Titel 1">
            <a:extLst>
              <a:ext uri="{FF2B5EF4-FFF2-40B4-BE49-F238E27FC236}">
                <a16:creationId xmlns:a16="http://schemas.microsoft.com/office/drawing/2014/main" id="{0AAE69DF-83F0-4039-F9AF-E98304ED2ED2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1" name="Titel 1">
            <a:extLst>
              <a:ext uri="{FF2B5EF4-FFF2-40B4-BE49-F238E27FC236}">
                <a16:creationId xmlns:a16="http://schemas.microsoft.com/office/drawing/2014/main" id="{79B7783E-97EF-ADB4-EA68-7472B1F73997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2" name="Titel 1">
            <a:extLst>
              <a:ext uri="{FF2B5EF4-FFF2-40B4-BE49-F238E27FC236}">
                <a16:creationId xmlns:a16="http://schemas.microsoft.com/office/drawing/2014/main" id="{F67D5248-6B6C-D68B-757C-A70B0DFBE73E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3" name="Titel 1">
            <a:extLst>
              <a:ext uri="{FF2B5EF4-FFF2-40B4-BE49-F238E27FC236}">
                <a16:creationId xmlns:a16="http://schemas.microsoft.com/office/drawing/2014/main" id="{175797BB-C3AF-603C-5996-08570D0FC7A0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4" name="Titel 1">
            <a:extLst>
              <a:ext uri="{FF2B5EF4-FFF2-40B4-BE49-F238E27FC236}">
                <a16:creationId xmlns:a16="http://schemas.microsoft.com/office/drawing/2014/main" id="{68F30DAB-EEB6-012B-C82D-8DB71535B1E6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5" name="Titel 1">
            <a:extLst>
              <a:ext uri="{FF2B5EF4-FFF2-40B4-BE49-F238E27FC236}">
                <a16:creationId xmlns:a16="http://schemas.microsoft.com/office/drawing/2014/main" id="{08E37710-3FE0-EA6F-5EF1-56F7660663B0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6" name="Titel 1">
            <a:extLst>
              <a:ext uri="{FF2B5EF4-FFF2-40B4-BE49-F238E27FC236}">
                <a16:creationId xmlns:a16="http://schemas.microsoft.com/office/drawing/2014/main" id="{6DD00558-AD4A-1405-7C61-BCADD2A3F5C6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7" name="Titel 1">
            <a:extLst>
              <a:ext uri="{FF2B5EF4-FFF2-40B4-BE49-F238E27FC236}">
                <a16:creationId xmlns:a16="http://schemas.microsoft.com/office/drawing/2014/main" id="{A5BF9901-2203-99DB-431D-888D2D0B5A51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31720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1DB5-8779-BF8D-4602-54BE973D0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hteck 69">
            <a:extLst>
              <a:ext uri="{FF2B5EF4-FFF2-40B4-BE49-F238E27FC236}">
                <a16:creationId xmlns:a16="http://schemas.microsoft.com/office/drawing/2014/main" id="{02201845-5C59-2CEA-C9C4-65729A5FBA6B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3" name="Rechteck 192">
            <a:extLst>
              <a:ext uri="{FF2B5EF4-FFF2-40B4-BE49-F238E27FC236}">
                <a16:creationId xmlns:a16="http://schemas.microsoft.com/office/drawing/2014/main" id="{1E445061-A940-DE3B-92AD-A7C66A72461F}"/>
              </a:ext>
            </a:extLst>
          </p:cNvPr>
          <p:cNvSpPr/>
          <p:nvPr/>
        </p:nvSpPr>
        <p:spPr>
          <a:xfrm>
            <a:off x="7044152" y="5283123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2" name="Rechteck 191">
            <a:extLst>
              <a:ext uri="{FF2B5EF4-FFF2-40B4-BE49-F238E27FC236}">
                <a16:creationId xmlns:a16="http://schemas.microsoft.com/office/drawing/2014/main" id="{6D904F54-91BC-197C-7570-867B3524AFAA}"/>
              </a:ext>
            </a:extLst>
          </p:cNvPr>
          <p:cNvSpPr/>
          <p:nvPr/>
        </p:nvSpPr>
        <p:spPr>
          <a:xfrm>
            <a:off x="7041379" y="3839703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2EFE5C8-DD35-8503-5145-D56D608CBAFF}"/>
              </a:ext>
            </a:extLst>
          </p:cNvPr>
          <p:cNvSpPr/>
          <p:nvPr/>
        </p:nvSpPr>
        <p:spPr>
          <a:xfrm>
            <a:off x="6120000" y="2351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BFC2BF1C-8D3B-2A67-A327-65089AAA32D9}"/>
              </a:ext>
            </a:extLst>
          </p:cNvPr>
          <p:cNvSpPr/>
          <p:nvPr/>
        </p:nvSpPr>
        <p:spPr>
          <a:xfrm>
            <a:off x="2523897" y="235199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E185405-BE3F-5AD4-B9EA-CFA1E69118EA}"/>
              </a:ext>
            </a:extLst>
          </p:cNvPr>
          <p:cNvSpPr/>
          <p:nvPr/>
        </p:nvSpPr>
        <p:spPr>
          <a:xfrm>
            <a:off x="1076098" y="24472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BE463CCF-B655-CEDC-AAA8-E443CA1FE1CF}"/>
              </a:ext>
            </a:extLst>
          </p:cNvPr>
          <p:cNvSpPr/>
          <p:nvPr/>
        </p:nvSpPr>
        <p:spPr>
          <a:xfrm>
            <a:off x="1076099" y="244724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E4EC8ED-A52D-9042-F016-BDFD23045D72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298844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0C702AB7-BEC6-2523-AA7B-4163DEB3C6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810F0154-976D-86F5-4210-106535A50F0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62BD2FC-1E15-E231-8EFB-FB12CCA4E277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003694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A61B679A-4477-D1F4-800B-888FB3C81E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3793CB3D-E85D-2BB4-CBC0-C5E2E9EE7FF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35BB158-A9C0-E00D-B231-13C1656A8520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171851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6BEE74AC-14BD-5A41-EF95-9EFEA963C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6998F5D9-7170-F73A-B9B7-DB88FEDE31E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7BC27C8D-3715-80B3-FEDB-CCEDD0AA113B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451494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7FF7DF76-503C-1692-2209-06EF1BB0FD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4F4B8B50-F790-00B6-1856-F0714B5A453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4A639163-65E5-5B19-3C4F-90226F71FC6F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156767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B3577A91-344D-D02D-8428-165326603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8C7EED36-176F-BAB6-70E2-E512A17336C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78ADDC30-1CD6-21D0-A5A0-798F3C5A8B03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600725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C1BF510B-4845-EA47-DD4D-64AB015BE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73C3698A-3C81-E999-7FE3-7B3AB3BB695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AB256907-6899-66D4-EFE4-A7B0F09549A8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3185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60941CDF-FC77-B0DB-60D7-F388FCDAD1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9949D653-FDF4-D25F-7D8A-0EF9EAC2BE7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0DEC1B5-A1C2-A2D6-7F9F-C8B191574472}"/>
              </a:ext>
            </a:extLst>
          </p:cNvPr>
          <p:cNvCxnSpPr>
            <a:cxnSpLocks/>
          </p:cNvCxnSpPr>
          <p:nvPr/>
        </p:nvCxnSpPr>
        <p:spPr>
          <a:xfrm>
            <a:off x="108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D31D6877-C7A6-DB88-4C08-76033C3DD489}"/>
              </a:ext>
            </a:extLst>
          </p:cNvPr>
          <p:cNvCxnSpPr>
            <a:cxnSpLocks/>
          </p:cNvCxnSpPr>
          <p:nvPr/>
        </p:nvCxnSpPr>
        <p:spPr>
          <a:xfrm>
            <a:off x="180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5B0AEA4-9504-9D40-595B-B6228B356897}"/>
              </a:ext>
            </a:extLst>
          </p:cNvPr>
          <p:cNvCxnSpPr>
            <a:cxnSpLocks/>
          </p:cNvCxnSpPr>
          <p:nvPr/>
        </p:nvCxnSpPr>
        <p:spPr>
          <a:xfrm>
            <a:off x="252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CD6BB6D8-C264-115C-10C8-F2F68A34052A}"/>
              </a:ext>
            </a:extLst>
          </p:cNvPr>
          <p:cNvCxnSpPr>
            <a:cxnSpLocks/>
          </p:cNvCxnSpPr>
          <p:nvPr/>
        </p:nvCxnSpPr>
        <p:spPr>
          <a:xfrm>
            <a:off x="324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CDB8E5CE-A3EC-B884-8DAD-9A2B54FF68EE}"/>
              </a:ext>
            </a:extLst>
          </p:cNvPr>
          <p:cNvCxnSpPr>
            <a:cxnSpLocks/>
          </p:cNvCxnSpPr>
          <p:nvPr/>
        </p:nvCxnSpPr>
        <p:spPr>
          <a:xfrm>
            <a:off x="396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2E286C5-9E12-D0A9-048C-86668F28E708}"/>
              </a:ext>
            </a:extLst>
          </p:cNvPr>
          <p:cNvCxnSpPr>
            <a:cxnSpLocks/>
          </p:cNvCxnSpPr>
          <p:nvPr/>
        </p:nvCxnSpPr>
        <p:spPr>
          <a:xfrm>
            <a:off x="468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6D0210C0-09CD-1124-E3C6-E1CF13E278ED}"/>
              </a:ext>
            </a:extLst>
          </p:cNvPr>
          <p:cNvCxnSpPr>
            <a:cxnSpLocks/>
          </p:cNvCxnSpPr>
          <p:nvPr/>
        </p:nvCxnSpPr>
        <p:spPr>
          <a:xfrm>
            <a:off x="540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8EA2F434-365F-A3E5-7352-DDEA302E526D}"/>
              </a:ext>
            </a:extLst>
          </p:cNvPr>
          <p:cNvCxnSpPr>
            <a:cxnSpLocks/>
          </p:cNvCxnSpPr>
          <p:nvPr/>
        </p:nvCxnSpPr>
        <p:spPr>
          <a:xfrm>
            <a:off x="612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7FA5541-818F-8312-1253-46A37C8468AC}"/>
              </a:ext>
            </a:extLst>
          </p:cNvPr>
          <p:cNvCxnSpPr>
            <a:cxnSpLocks/>
          </p:cNvCxnSpPr>
          <p:nvPr/>
        </p:nvCxnSpPr>
        <p:spPr>
          <a:xfrm>
            <a:off x="684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8819D96-7329-9137-B8EC-117EA0C93EC3}"/>
              </a:ext>
            </a:extLst>
          </p:cNvPr>
          <p:cNvCxnSpPr>
            <a:cxnSpLocks/>
          </p:cNvCxnSpPr>
          <p:nvPr/>
        </p:nvCxnSpPr>
        <p:spPr>
          <a:xfrm>
            <a:off x="360000" y="96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79272BD5-F91B-A5E5-9B46-24D3169CA4CC}"/>
              </a:ext>
            </a:extLst>
          </p:cNvPr>
          <p:cNvCxnSpPr>
            <a:cxnSpLocks/>
          </p:cNvCxnSpPr>
          <p:nvPr/>
        </p:nvCxnSpPr>
        <p:spPr>
          <a:xfrm>
            <a:off x="36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7FE93E06-3ACC-565B-DB37-C096F97F2D98}"/>
              </a:ext>
            </a:extLst>
          </p:cNvPr>
          <p:cNvCxnSpPr>
            <a:cxnSpLocks/>
          </p:cNvCxnSpPr>
          <p:nvPr/>
        </p:nvCxnSpPr>
        <p:spPr>
          <a:xfrm>
            <a:off x="360000" y="24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5DE7107B-11CD-40A1-8DD2-B8F72274705F}"/>
              </a:ext>
            </a:extLst>
          </p:cNvPr>
          <p:cNvCxnSpPr>
            <a:cxnSpLocks/>
          </p:cNvCxnSpPr>
          <p:nvPr/>
        </p:nvCxnSpPr>
        <p:spPr>
          <a:xfrm>
            <a:off x="360000" y="168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E90C8FB8-A543-A680-AB13-BD34F5EFC725}"/>
              </a:ext>
            </a:extLst>
          </p:cNvPr>
          <p:cNvCxnSpPr>
            <a:cxnSpLocks/>
          </p:cNvCxnSpPr>
          <p:nvPr/>
        </p:nvCxnSpPr>
        <p:spPr>
          <a:xfrm>
            <a:off x="360000" y="240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E4ED1E1-7EC6-328A-1E15-03C57D34DD04}"/>
              </a:ext>
            </a:extLst>
          </p:cNvPr>
          <p:cNvCxnSpPr>
            <a:cxnSpLocks/>
          </p:cNvCxnSpPr>
          <p:nvPr/>
        </p:nvCxnSpPr>
        <p:spPr>
          <a:xfrm>
            <a:off x="360000" y="312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E15C540F-51F0-42AF-5E53-43A4962CB465}"/>
              </a:ext>
            </a:extLst>
          </p:cNvPr>
          <p:cNvCxnSpPr>
            <a:cxnSpLocks/>
          </p:cNvCxnSpPr>
          <p:nvPr/>
        </p:nvCxnSpPr>
        <p:spPr>
          <a:xfrm>
            <a:off x="360000" y="384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FFC4686F-222E-3654-EBAF-2CC64C369D83}"/>
              </a:ext>
            </a:extLst>
          </p:cNvPr>
          <p:cNvCxnSpPr>
            <a:cxnSpLocks/>
          </p:cNvCxnSpPr>
          <p:nvPr/>
        </p:nvCxnSpPr>
        <p:spPr>
          <a:xfrm>
            <a:off x="360000" y="456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0F2E41B7-A31C-AF81-47CB-102F142328EE}"/>
              </a:ext>
            </a:extLst>
          </p:cNvPr>
          <p:cNvCxnSpPr>
            <a:cxnSpLocks/>
          </p:cNvCxnSpPr>
          <p:nvPr/>
        </p:nvCxnSpPr>
        <p:spPr>
          <a:xfrm>
            <a:off x="360000" y="528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2B7B87D6-EB62-97C5-B029-AC6699BE3B79}"/>
              </a:ext>
            </a:extLst>
          </p:cNvPr>
          <p:cNvCxnSpPr>
            <a:cxnSpLocks/>
          </p:cNvCxnSpPr>
          <p:nvPr/>
        </p:nvCxnSpPr>
        <p:spPr>
          <a:xfrm>
            <a:off x="360000" y="600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D404A6BE-4A0B-B7E2-AFB2-4108A74B033E}"/>
              </a:ext>
            </a:extLst>
          </p:cNvPr>
          <p:cNvSpPr>
            <a:spLocks noChangeAspect="1"/>
          </p:cNvSpPr>
          <p:nvPr/>
        </p:nvSpPr>
        <p:spPr>
          <a:xfrm>
            <a:off x="457350" y="105472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387EAA8-00A0-6782-D978-A6162BEEAC06}"/>
              </a:ext>
            </a:extLst>
          </p:cNvPr>
          <p:cNvSpPr>
            <a:spLocks noChangeAspect="1"/>
          </p:cNvSpPr>
          <p:nvPr/>
        </p:nvSpPr>
        <p:spPr>
          <a:xfrm>
            <a:off x="449100" y="24947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5848E86B-48AF-4A65-B13B-44665CCEF768}"/>
              </a:ext>
            </a:extLst>
          </p:cNvPr>
          <p:cNvSpPr>
            <a:spLocks noChangeAspect="1"/>
          </p:cNvSpPr>
          <p:nvPr/>
        </p:nvSpPr>
        <p:spPr>
          <a:xfrm>
            <a:off x="461251" y="53725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D0D2B07F-5216-F4C1-EE81-E5210E6B60CA}"/>
              </a:ext>
            </a:extLst>
          </p:cNvPr>
          <p:cNvSpPr>
            <a:spLocks noChangeAspect="1"/>
          </p:cNvSpPr>
          <p:nvPr/>
        </p:nvSpPr>
        <p:spPr>
          <a:xfrm>
            <a:off x="464700" y="17725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11AA84E8-ED66-7381-831C-D10C2010A761}"/>
              </a:ext>
            </a:extLst>
          </p:cNvPr>
          <p:cNvSpPr>
            <a:spLocks noChangeAspect="1"/>
          </p:cNvSpPr>
          <p:nvPr/>
        </p:nvSpPr>
        <p:spPr>
          <a:xfrm>
            <a:off x="454726" y="321814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5BB79ACA-ACB5-2BAA-805D-72D70BB790A7}"/>
              </a:ext>
            </a:extLst>
          </p:cNvPr>
          <p:cNvSpPr>
            <a:spLocks noChangeAspect="1"/>
          </p:cNvSpPr>
          <p:nvPr/>
        </p:nvSpPr>
        <p:spPr>
          <a:xfrm>
            <a:off x="454725" y="39313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21A637F2-5F32-30E8-E59E-F4EDCE3B402F}"/>
              </a:ext>
            </a:extLst>
          </p:cNvPr>
          <p:cNvSpPr>
            <a:spLocks noChangeAspect="1"/>
          </p:cNvSpPr>
          <p:nvPr/>
        </p:nvSpPr>
        <p:spPr>
          <a:xfrm>
            <a:off x="454725" y="464740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5AFF2A97-55CF-6C47-339E-0D362849D6B2}"/>
              </a:ext>
            </a:extLst>
          </p:cNvPr>
          <p:cNvSpPr>
            <a:spLocks noChangeAspect="1"/>
          </p:cNvSpPr>
          <p:nvPr/>
        </p:nvSpPr>
        <p:spPr>
          <a:xfrm>
            <a:off x="453450" y="33472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8844B80-5814-455A-734A-AE253D9577FB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288407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B8AB69D2-1F91-24F2-96F4-64291722E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26521EF0-464B-F91C-03BE-D70C8482458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F9229036-2135-F96F-422C-BF05A3E5C748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288407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05A0DD92-122A-A974-40C6-376BEC1FF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CD76992E-1E57-6745-0E8E-89AC35F6674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B31C69D5-E9FA-D03C-3D3F-CEB657127328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288407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597C0AA9-1550-7594-A6F7-49A9317C5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B8D2F592-AE74-95F4-CDF2-9878C20DC9A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FD059D54-21BF-74A3-2FAB-56A50072A098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88407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38C71D20-B59D-5195-6646-DCE7FE480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F5538501-ECBA-A238-BD34-A3D04C697D3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B9A039CC-DC47-ABC6-FF7A-81A1E9A29475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997307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CC6F913A-C7CE-B8A6-6520-B0429D4015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A592457F-44FB-CD01-DADE-471725B5FA0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A05C51A-69E6-3D68-DB3E-9FC9C897C03F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997591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87E02A66-487F-3E49-89CA-A735A600F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4C11533D-9BA6-8419-D62D-78807CB2441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3A8EE86B-2A41-BBAD-89EF-348EE66B51D2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1718519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33D6D2AD-459B-ABAC-5FAC-CC8E55F97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0A4E96CA-B637-846F-A581-A508851C26F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03FAA821-D731-BCEE-7BD5-F041F70EFE77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1718519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A5D24238-886A-F893-381D-9343547531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2D4360A2-2C53-7E5A-9A10-E6571FDCA63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EC5165CC-AE3C-3EF0-0C7E-0FA1B8C60122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451494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290B34EB-BEC8-8199-6AF4-2A4370099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6B651BCF-790C-FEC5-115A-CD5D47D2CCF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D8EE6E2A-9B9B-E390-5830-A92C7921CA63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440725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7CA8AA8C-F1CD-7AFF-B05E-298F05749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9F229430-73DE-F37A-683B-E171E3FAD9D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420434BC-B340-FE57-F377-5490A4B1EDBC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157307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1C0F5F40-7C4C-E4D6-BB7E-1181484DE8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6B4D6664-1DB0-4794-4D7D-48E76BD6C5C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7DF1DB22-1C05-B628-AE98-733EBFFEF763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156767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C227562F-5748-9D8B-0536-7035A431A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8B495A76-58CF-54C5-1BD0-0C318280AE1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013BE565-192E-F5F2-4750-4520E42161BC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154668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080BE762-15D8-FD68-AFCC-448C5ACE0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E71B5E48-35A6-DBAF-65BB-020B3002DA7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9E6E422F-82D4-B549-3013-C834772DF853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3889769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CC4EE3DA-062F-C984-4231-3DE8AF5DEA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2E3B97D9-0D6F-3EB2-855C-112FDF72081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4D066612-D3E6-647C-DD41-A954B8F687D4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3880725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4772B4D6-3771-E544-2EF0-BFE870A45B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0B9AFA73-8441-2B88-4742-79D94922D96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405C7D23-438F-D5DC-98F9-01F0B965F8AA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3880725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D3CE9B1C-F593-679E-EB5B-208A134FE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A720224A-AB7A-1EC9-32B5-61087107766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F6E7AD0F-0BDF-E853-2CB4-F1DE62C2AE98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600725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B498A241-1571-962C-C680-187DAB9D62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F631FE4A-5052-2382-ED0E-2AA039DD1D1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DFB37C56-3A00-D7A4-9228-D841ECC8A40B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600725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51FCE58E-162A-E527-2D08-DBB8B4CB9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DA29AA5C-1771-5710-0E08-AB5DF76A672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97680000-7BBF-1F67-BDB3-BBAFBEBE7CB0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310622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C673F81B-F1F6-9B9F-23C1-EDD304D49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151FA143-3020-83DC-B0C7-CCFACBAFD0C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D6BD7C23-F540-0192-CD96-81AB646C3A3D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318519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8A0ECB40-C2D3-C3B2-EF5F-E68A484A9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4B8FE594-74BF-6119-6FE4-63555ABFAFE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88" name="Gruppieren 187">
            <a:extLst>
              <a:ext uri="{FF2B5EF4-FFF2-40B4-BE49-F238E27FC236}">
                <a16:creationId xmlns:a16="http://schemas.microsoft.com/office/drawing/2014/main" id="{2BAE5FE5-6162-1C25-646C-EA17B8DE93A1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595960"/>
            <a:ext cx="648000" cy="648000"/>
            <a:chOff x="476500" y="79769"/>
            <a:chExt cx="1152000" cy="1152000"/>
          </a:xfrm>
        </p:grpSpPr>
        <p:pic>
          <p:nvPicPr>
            <p:cNvPr id="189" name="Grafik 188" descr="Mann mit einfarbiger Füllung">
              <a:extLst>
                <a:ext uri="{FF2B5EF4-FFF2-40B4-BE49-F238E27FC236}">
                  <a16:creationId xmlns:a16="http://schemas.microsoft.com/office/drawing/2014/main" id="{57ED62CC-8A04-BAA9-7EEC-C66B1A9F9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90" name="Textfeld 189">
              <a:extLst>
                <a:ext uri="{FF2B5EF4-FFF2-40B4-BE49-F238E27FC236}">
                  <a16:creationId xmlns:a16="http://schemas.microsoft.com/office/drawing/2014/main" id="{47B496D8-1937-27E9-EFF2-84657D97D6C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194" name="Titel 1">
            <a:extLst>
              <a:ext uri="{FF2B5EF4-FFF2-40B4-BE49-F238E27FC236}">
                <a16:creationId xmlns:a16="http://schemas.microsoft.com/office/drawing/2014/main" id="{90F40F6C-B81F-3C53-90DA-7BB00A0EA330}"/>
              </a:ext>
            </a:extLst>
          </p:cNvPr>
          <p:cNvSpPr txBox="1">
            <a:spLocks/>
          </p:cNvSpPr>
          <p:nvPr/>
        </p:nvSpPr>
        <p:spPr>
          <a:xfrm>
            <a:off x="7058026" y="3537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195" name="Titel 1">
            <a:extLst>
              <a:ext uri="{FF2B5EF4-FFF2-40B4-BE49-F238E27FC236}">
                <a16:creationId xmlns:a16="http://schemas.microsoft.com/office/drawing/2014/main" id="{619D1BA2-8760-5C84-3814-88A51E1A5B8E}"/>
              </a:ext>
            </a:extLst>
          </p:cNvPr>
          <p:cNvSpPr txBox="1">
            <a:spLocks/>
          </p:cNvSpPr>
          <p:nvPr/>
        </p:nvSpPr>
        <p:spPr>
          <a:xfrm>
            <a:off x="7058025" y="10300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196" name="Titel 1">
            <a:extLst>
              <a:ext uri="{FF2B5EF4-FFF2-40B4-BE49-F238E27FC236}">
                <a16:creationId xmlns:a16="http://schemas.microsoft.com/office/drawing/2014/main" id="{730CE411-93D4-6880-A02B-8282373CB58B}"/>
              </a:ext>
            </a:extLst>
          </p:cNvPr>
          <p:cNvSpPr txBox="1">
            <a:spLocks/>
          </p:cNvSpPr>
          <p:nvPr/>
        </p:nvSpPr>
        <p:spPr>
          <a:xfrm>
            <a:off x="7058024" y="173490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197" name="Titel 1">
            <a:extLst>
              <a:ext uri="{FF2B5EF4-FFF2-40B4-BE49-F238E27FC236}">
                <a16:creationId xmlns:a16="http://schemas.microsoft.com/office/drawing/2014/main" id="{15AF2B63-C9AC-F2F2-AF08-7EF0A8477DC3}"/>
              </a:ext>
            </a:extLst>
          </p:cNvPr>
          <p:cNvSpPr txBox="1">
            <a:spLocks/>
          </p:cNvSpPr>
          <p:nvPr/>
        </p:nvSpPr>
        <p:spPr>
          <a:xfrm>
            <a:off x="7058025" y="24778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198" name="Titel 1">
            <a:extLst>
              <a:ext uri="{FF2B5EF4-FFF2-40B4-BE49-F238E27FC236}">
                <a16:creationId xmlns:a16="http://schemas.microsoft.com/office/drawing/2014/main" id="{AE613DEE-A558-7BAD-9AA3-5E8585D1E53B}"/>
              </a:ext>
            </a:extLst>
          </p:cNvPr>
          <p:cNvSpPr txBox="1">
            <a:spLocks/>
          </p:cNvSpPr>
          <p:nvPr/>
        </p:nvSpPr>
        <p:spPr>
          <a:xfrm>
            <a:off x="7058025" y="317317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199" name="Titel 1">
            <a:extLst>
              <a:ext uri="{FF2B5EF4-FFF2-40B4-BE49-F238E27FC236}">
                <a16:creationId xmlns:a16="http://schemas.microsoft.com/office/drawing/2014/main" id="{2ADF4272-0623-6C8E-6ECB-62A318C3AAC4}"/>
              </a:ext>
            </a:extLst>
          </p:cNvPr>
          <p:cNvSpPr txBox="1">
            <a:spLocks/>
          </p:cNvSpPr>
          <p:nvPr/>
        </p:nvSpPr>
        <p:spPr>
          <a:xfrm>
            <a:off x="7058024" y="38875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200" name="Titel 1">
            <a:extLst>
              <a:ext uri="{FF2B5EF4-FFF2-40B4-BE49-F238E27FC236}">
                <a16:creationId xmlns:a16="http://schemas.microsoft.com/office/drawing/2014/main" id="{B1FBC3B0-E720-358C-4EE9-605F442A713B}"/>
              </a:ext>
            </a:extLst>
          </p:cNvPr>
          <p:cNvSpPr txBox="1">
            <a:spLocks/>
          </p:cNvSpPr>
          <p:nvPr/>
        </p:nvSpPr>
        <p:spPr>
          <a:xfrm>
            <a:off x="7058025" y="4620975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201" name="Titel 1">
            <a:extLst>
              <a:ext uri="{FF2B5EF4-FFF2-40B4-BE49-F238E27FC236}">
                <a16:creationId xmlns:a16="http://schemas.microsoft.com/office/drawing/2014/main" id="{50600E88-A0BB-38CC-381B-202C956D6573}"/>
              </a:ext>
            </a:extLst>
          </p:cNvPr>
          <p:cNvSpPr txBox="1">
            <a:spLocks/>
          </p:cNvSpPr>
          <p:nvPr/>
        </p:nvSpPr>
        <p:spPr>
          <a:xfrm>
            <a:off x="7058024" y="535440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210" name="Titel 1">
            <a:extLst>
              <a:ext uri="{FF2B5EF4-FFF2-40B4-BE49-F238E27FC236}">
                <a16:creationId xmlns:a16="http://schemas.microsoft.com/office/drawing/2014/main" id="{B2784C23-3224-C276-2833-F115EE4103AC}"/>
              </a:ext>
            </a:extLst>
          </p:cNvPr>
          <p:cNvSpPr txBox="1">
            <a:spLocks/>
          </p:cNvSpPr>
          <p:nvPr/>
        </p:nvSpPr>
        <p:spPr>
          <a:xfrm>
            <a:off x="7832099" y="355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1" name="Titel 1">
            <a:extLst>
              <a:ext uri="{FF2B5EF4-FFF2-40B4-BE49-F238E27FC236}">
                <a16:creationId xmlns:a16="http://schemas.microsoft.com/office/drawing/2014/main" id="{C3945D3B-8B88-4C01-DC59-526466201752}"/>
              </a:ext>
            </a:extLst>
          </p:cNvPr>
          <p:cNvSpPr txBox="1">
            <a:spLocks/>
          </p:cNvSpPr>
          <p:nvPr/>
        </p:nvSpPr>
        <p:spPr>
          <a:xfrm>
            <a:off x="7832099" y="1031196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2" name="Titel 1">
            <a:extLst>
              <a:ext uri="{FF2B5EF4-FFF2-40B4-BE49-F238E27FC236}">
                <a16:creationId xmlns:a16="http://schemas.microsoft.com/office/drawing/2014/main" id="{615F660B-F08E-BF8E-0E0A-5DB7717F6C73}"/>
              </a:ext>
            </a:extLst>
          </p:cNvPr>
          <p:cNvSpPr txBox="1">
            <a:spLocks/>
          </p:cNvSpPr>
          <p:nvPr/>
        </p:nvSpPr>
        <p:spPr>
          <a:xfrm>
            <a:off x="7832099" y="17444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3" name="Titel 1">
            <a:extLst>
              <a:ext uri="{FF2B5EF4-FFF2-40B4-BE49-F238E27FC236}">
                <a16:creationId xmlns:a16="http://schemas.microsoft.com/office/drawing/2014/main" id="{4FA94B2B-3DCA-92FA-7E11-FECDDAE1EA8E}"/>
              </a:ext>
            </a:extLst>
          </p:cNvPr>
          <p:cNvSpPr txBox="1">
            <a:spLocks/>
          </p:cNvSpPr>
          <p:nvPr/>
        </p:nvSpPr>
        <p:spPr>
          <a:xfrm>
            <a:off x="7832099" y="24778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4" name="Titel 1">
            <a:extLst>
              <a:ext uri="{FF2B5EF4-FFF2-40B4-BE49-F238E27FC236}">
                <a16:creationId xmlns:a16="http://schemas.microsoft.com/office/drawing/2014/main" id="{05773D16-68E7-D29A-2E58-3BBC80A7D1A3}"/>
              </a:ext>
            </a:extLst>
          </p:cNvPr>
          <p:cNvSpPr txBox="1">
            <a:spLocks/>
          </p:cNvSpPr>
          <p:nvPr/>
        </p:nvSpPr>
        <p:spPr>
          <a:xfrm>
            <a:off x="7832099" y="31731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5" name="Titel 1">
            <a:extLst>
              <a:ext uri="{FF2B5EF4-FFF2-40B4-BE49-F238E27FC236}">
                <a16:creationId xmlns:a16="http://schemas.microsoft.com/office/drawing/2014/main" id="{65271342-3F61-4337-7740-37F4FC038810}"/>
              </a:ext>
            </a:extLst>
          </p:cNvPr>
          <p:cNvSpPr txBox="1">
            <a:spLocks/>
          </p:cNvSpPr>
          <p:nvPr/>
        </p:nvSpPr>
        <p:spPr>
          <a:xfrm>
            <a:off x="7819721" y="38875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6" name="Titel 1">
            <a:extLst>
              <a:ext uri="{FF2B5EF4-FFF2-40B4-BE49-F238E27FC236}">
                <a16:creationId xmlns:a16="http://schemas.microsoft.com/office/drawing/2014/main" id="{BF63D959-9CE7-BCE7-E7CB-1C6BE6B5AFBB}"/>
              </a:ext>
            </a:extLst>
          </p:cNvPr>
          <p:cNvSpPr txBox="1">
            <a:spLocks/>
          </p:cNvSpPr>
          <p:nvPr/>
        </p:nvSpPr>
        <p:spPr>
          <a:xfrm>
            <a:off x="7832099" y="46209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7" name="Titel 1">
            <a:extLst>
              <a:ext uri="{FF2B5EF4-FFF2-40B4-BE49-F238E27FC236}">
                <a16:creationId xmlns:a16="http://schemas.microsoft.com/office/drawing/2014/main" id="{D2498214-6E1D-3488-625B-2D9C264F463E}"/>
              </a:ext>
            </a:extLst>
          </p:cNvPr>
          <p:cNvSpPr txBox="1">
            <a:spLocks/>
          </p:cNvSpPr>
          <p:nvPr/>
        </p:nvSpPr>
        <p:spPr>
          <a:xfrm>
            <a:off x="7832099" y="5354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48DDB29E-1157-46D4-C289-EBF8F11131A7}"/>
              </a:ext>
            </a:extLst>
          </p:cNvPr>
          <p:cNvSpPr txBox="1">
            <a:spLocks/>
          </p:cNvSpPr>
          <p:nvPr/>
        </p:nvSpPr>
        <p:spPr>
          <a:xfrm>
            <a:off x="1714579" y="6169423"/>
            <a:ext cx="805421" cy="3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700" b="1" dirty="0">
                <a:latin typeface="Arial" panose="020B0604020202020204" pitchFamily="34" charset="0"/>
                <a:cs typeface="Arial" panose="020B0604020202020204" pitchFamily="34" charset="0"/>
              </a:rPr>
              <a:t>|2| = 3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B779395B-6EA6-6727-36A3-54CBADD9FE95}"/>
              </a:ext>
            </a:extLst>
          </p:cNvPr>
          <p:cNvSpPr txBox="1">
            <a:spLocks/>
          </p:cNvSpPr>
          <p:nvPr/>
        </p:nvSpPr>
        <p:spPr>
          <a:xfrm>
            <a:off x="4591129" y="6169423"/>
            <a:ext cx="805421" cy="3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700" b="1" dirty="0">
                <a:latin typeface="Arial" panose="020B0604020202020204" pitchFamily="34" charset="0"/>
                <a:cs typeface="Arial" panose="020B0604020202020204" pitchFamily="34" charset="0"/>
              </a:rPr>
              <a:t>|6| = 3</a:t>
            </a:r>
          </a:p>
        </p:txBody>
      </p:sp>
      <p:sp>
        <p:nvSpPr>
          <p:cNvPr id="61" name="Titel 1">
            <a:extLst>
              <a:ext uri="{FF2B5EF4-FFF2-40B4-BE49-F238E27FC236}">
                <a16:creationId xmlns:a16="http://schemas.microsoft.com/office/drawing/2014/main" id="{4B5D0E7A-8924-1FBE-3782-6B114569D543}"/>
              </a:ext>
            </a:extLst>
          </p:cNvPr>
          <p:cNvSpPr txBox="1">
            <a:spLocks/>
          </p:cNvSpPr>
          <p:nvPr/>
        </p:nvSpPr>
        <p:spPr>
          <a:xfrm>
            <a:off x="5372179" y="6169423"/>
            <a:ext cx="805421" cy="3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700" b="1" dirty="0">
                <a:latin typeface="Arial" panose="020B0604020202020204" pitchFamily="34" charset="0"/>
                <a:cs typeface="Arial" panose="020B0604020202020204" pitchFamily="34" charset="0"/>
              </a:rPr>
              <a:t>|7| = 4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390E8ED7-BEA5-B073-D39B-839F0040DF98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67691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15532-B741-91D7-30E8-03277AD70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hteck 65">
            <a:extLst>
              <a:ext uri="{FF2B5EF4-FFF2-40B4-BE49-F238E27FC236}">
                <a16:creationId xmlns:a16="http://schemas.microsoft.com/office/drawing/2014/main" id="{5D30196C-2D1F-9096-808D-4EBA5F70EA56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3" name="Rechteck 192">
            <a:extLst>
              <a:ext uri="{FF2B5EF4-FFF2-40B4-BE49-F238E27FC236}">
                <a16:creationId xmlns:a16="http://schemas.microsoft.com/office/drawing/2014/main" id="{D8C2EE79-BD23-A064-F510-D45AABAEB396}"/>
              </a:ext>
            </a:extLst>
          </p:cNvPr>
          <p:cNvSpPr/>
          <p:nvPr/>
        </p:nvSpPr>
        <p:spPr>
          <a:xfrm>
            <a:off x="7044152" y="5283123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2" name="Rechteck 191">
            <a:extLst>
              <a:ext uri="{FF2B5EF4-FFF2-40B4-BE49-F238E27FC236}">
                <a16:creationId xmlns:a16="http://schemas.microsoft.com/office/drawing/2014/main" id="{573175AE-D4FF-E328-0FA9-1EE0E4384752}"/>
              </a:ext>
            </a:extLst>
          </p:cNvPr>
          <p:cNvSpPr/>
          <p:nvPr/>
        </p:nvSpPr>
        <p:spPr>
          <a:xfrm>
            <a:off x="7041379" y="3839703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2C7F9B1-F200-3A8B-E76F-A2C279F30005}"/>
              </a:ext>
            </a:extLst>
          </p:cNvPr>
          <p:cNvSpPr/>
          <p:nvPr/>
        </p:nvSpPr>
        <p:spPr>
          <a:xfrm>
            <a:off x="6120000" y="2351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9267CF0-0EFE-998E-4921-268F18536864}"/>
              </a:ext>
            </a:extLst>
          </p:cNvPr>
          <p:cNvSpPr/>
          <p:nvPr/>
        </p:nvSpPr>
        <p:spPr>
          <a:xfrm>
            <a:off x="2523897" y="235199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7D5F476-43AB-DFF2-5C6A-D64F5DCF0139}"/>
              </a:ext>
            </a:extLst>
          </p:cNvPr>
          <p:cNvSpPr/>
          <p:nvPr/>
        </p:nvSpPr>
        <p:spPr>
          <a:xfrm>
            <a:off x="1076098" y="24472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41DABAD-4769-2545-FA16-40FAF9456FD2}"/>
              </a:ext>
            </a:extLst>
          </p:cNvPr>
          <p:cNvSpPr/>
          <p:nvPr/>
        </p:nvSpPr>
        <p:spPr>
          <a:xfrm>
            <a:off x="1076099" y="244724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1368A15-6458-C6B6-2E03-47C0936787AF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298844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7744AFF4-48BB-D984-DE0B-777C9AB88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B3FE932-FA17-6100-9E0D-FB63BB19672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2515550-C878-0983-322A-E6D26CBFAC42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003694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2996733E-028B-8135-76C1-82A9477F9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1362621-F645-CE61-545A-714167C9EBC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CAA321EC-2EE9-3463-5776-A880952BD609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171851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3180A35C-C6E7-8E69-D31A-FEB8E80D1A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F9B407F5-959A-19E7-985B-A7B2CE247A9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151A3CB-8DC3-F155-70E5-AF563B6AB504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451494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83941461-2C1F-0CC1-ED0F-7B0C2BD5DDB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9A4A8EBE-85E1-70B4-8D30-CA0E2761008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7132864-4E99-74F0-1D8F-ECD0D1A94B5F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156767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D6927A2F-95BA-A85A-556A-ACBBCEAB9B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418564F2-BF6E-372D-71B6-9FCD6F41B83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EA55BA0-D398-B421-7EEE-26DCE048B788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600725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9704D39F-6C27-7C8D-84D0-922FCCFFE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0E7DF3E5-949D-0D4F-849C-69B4439D270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B9C7A1FC-D218-6078-057B-C1FDCF302943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3185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C13E8B6B-97FF-9F8B-CCE4-CACE18C9E7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141AE83-DA1D-BBC7-A42B-42B10D8C8DC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66176A79-53A7-E8C0-1FFE-D957DD1A00E0}"/>
              </a:ext>
            </a:extLst>
          </p:cNvPr>
          <p:cNvCxnSpPr>
            <a:cxnSpLocks/>
          </p:cNvCxnSpPr>
          <p:nvPr/>
        </p:nvCxnSpPr>
        <p:spPr>
          <a:xfrm>
            <a:off x="108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9DEFD62-42AE-967C-7768-729980F33BE4}"/>
              </a:ext>
            </a:extLst>
          </p:cNvPr>
          <p:cNvCxnSpPr>
            <a:cxnSpLocks/>
          </p:cNvCxnSpPr>
          <p:nvPr/>
        </p:nvCxnSpPr>
        <p:spPr>
          <a:xfrm>
            <a:off x="180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78F128CB-0301-C0DC-CBC1-5938122A075A}"/>
              </a:ext>
            </a:extLst>
          </p:cNvPr>
          <p:cNvCxnSpPr>
            <a:cxnSpLocks/>
          </p:cNvCxnSpPr>
          <p:nvPr/>
        </p:nvCxnSpPr>
        <p:spPr>
          <a:xfrm>
            <a:off x="252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A548E559-30DE-2A63-F00C-6177B0531544}"/>
              </a:ext>
            </a:extLst>
          </p:cNvPr>
          <p:cNvCxnSpPr>
            <a:cxnSpLocks/>
          </p:cNvCxnSpPr>
          <p:nvPr/>
        </p:nvCxnSpPr>
        <p:spPr>
          <a:xfrm>
            <a:off x="324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4CC0D9C1-21E7-EE5C-DB41-9E4466FBA32F}"/>
              </a:ext>
            </a:extLst>
          </p:cNvPr>
          <p:cNvCxnSpPr>
            <a:cxnSpLocks/>
          </p:cNvCxnSpPr>
          <p:nvPr/>
        </p:nvCxnSpPr>
        <p:spPr>
          <a:xfrm>
            <a:off x="396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DFBAC0A-EF68-788A-4B15-3D201AF3C309}"/>
              </a:ext>
            </a:extLst>
          </p:cNvPr>
          <p:cNvCxnSpPr>
            <a:cxnSpLocks/>
          </p:cNvCxnSpPr>
          <p:nvPr/>
        </p:nvCxnSpPr>
        <p:spPr>
          <a:xfrm>
            <a:off x="468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6A5D1EAD-AB6B-388C-2256-41EC20A83EFE}"/>
              </a:ext>
            </a:extLst>
          </p:cNvPr>
          <p:cNvCxnSpPr>
            <a:cxnSpLocks/>
          </p:cNvCxnSpPr>
          <p:nvPr/>
        </p:nvCxnSpPr>
        <p:spPr>
          <a:xfrm>
            <a:off x="540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EDD93EA1-0058-9B02-671B-E6616A41A471}"/>
              </a:ext>
            </a:extLst>
          </p:cNvPr>
          <p:cNvCxnSpPr>
            <a:cxnSpLocks/>
          </p:cNvCxnSpPr>
          <p:nvPr/>
        </p:nvCxnSpPr>
        <p:spPr>
          <a:xfrm>
            <a:off x="612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B592114-2A44-A078-5E1F-04A6AB651362}"/>
              </a:ext>
            </a:extLst>
          </p:cNvPr>
          <p:cNvCxnSpPr>
            <a:cxnSpLocks/>
          </p:cNvCxnSpPr>
          <p:nvPr/>
        </p:nvCxnSpPr>
        <p:spPr>
          <a:xfrm>
            <a:off x="684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4FC1C985-2325-8631-FFDA-A1783D2CE691}"/>
              </a:ext>
            </a:extLst>
          </p:cNvPr>
          <p:cNvCxnSpPr>
            <a:cxnSpLocks/>
          </p:cNvCxnSpPr>
          <p:nvPr/>
        </p:nvCxnSpPr>
        <p:spPr>
          <a:xfrm>
            <a:off x="360000" y="96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EB5B4A9-1E8C-7551-EC11-8050B4C57F22}"/>
              </a:ext>
            </a:extLst>
          </p:cNvPr>
          <p:cNvCxnSpPr>
            <a:cxnSpLocks/>
          </p:cNvCxnSpPr>
          <p:nvPr/>
        </p:nvCxnSpPr>
        <p:spPr>
          <a:xfrm>
            <a:off x="36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82D61998-936B-9091-2E48-8300BD849347}"/>
              </a:ext>
            </a:extLst>
          </p:cNvPr>
          <p:cNvCxnSpPr>
            <a:cxnSpLocks/>
          </p:cNvCxnSpPr>
          <p:nvPr/>
        </p:nvCxnSpPr>
        <p:spPr>
          <a:xfrm>
            <a:off x="360000" y="24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1FBD83EA-464F-D899-5153-923E0A499F0D}"/>
              </a:ext>
            </a:extLst>
          </p:cNvPr>
          <p:cNvCxnSpPr>
            <a:cxnSpLocks/>
          </p:cNvCxnSpPr>
          <p:nvPr/>
        </p:nvCxnSpPr>
        <p:spPr>
          <a:xfrm>
            <a:off x="360000" y="168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F0C8D65D-76C5-529C-B5F0-2D12E12877EF}"/>
              </a:ext>
            </a:extLst>
          </p:cNvPr>
          <p:cNvCxnSpPr>
            <a:cxnSpLocks/>
          </p:cNvCxnSpPr>
          <p:nvPr/>
        </p:nvCxnSpPr>
        <p:spPr>
          <a:xfrm>
            <a:off x="360000" y="240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6ADFD54-E88E-2E08-FF6F-358562388144}"/>
              </a:ext>
            </a:extLst>
          </p:cNvPr>
          <p:cNvCxnSpPr>
            <a:cxnSpLocks/>
          </p:cNvCxnSpPr>
          <p:nvPr/>
        </p:nvCxnSpPr>
        <p:spPr>
          <a:xfrm>
            <a:off x="360000" y="312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893B75F3-0632-721D-3475-DDD0C1FE7A4D}"/>
              </a:ext>
            </a:extLst>
          </p:cNvPr>
          <p:cNvCxnSpPr>
            <a:cxnSpLocks/>
          </p:cNvCxnSpPr>
          <p:nvPr/>
        </p:nvCxnSpPr>
        <p:spPr>
          <a:xfrm>
            <a:off x="360000" y="384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24D8400E-1DD2-1CDB-C534-5AB170D54153}"/>
              </a:ext>
            </a:extLst>
          </p:cNvPr>
          <p:cNvCxnSpPr>
            <a:cxnSpLocks/>
          </p:cNvCxnSpPr>
          <p:nvPr/>
        </p:nvCxnSpPr>
        <p:spPr>
          <a:xfrm>
            <a:off x="360000" y="456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3E37ABF8-F365-6719-5B27-A1AC66FD452A}"/>
              </a:ext>
            </a:extLst>
          </p:cNvPr>
          <p:cNvCxnSpPr>
            <a:cxnSpLocks/>
          </p:cNvCxnSpPr>
          <p:nvPr/>
        </p:nvCxnSpPr>
        <p:spPr>
          <a:xfrm>
            <a:off x="360000" y="528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1C7E66F-DF6E-671B-F382-F3DA16A536BE}"/>
              </a:ext>
            </a:extLst>
          </p:cNvPr>
          <p:cNvCxnSpPr>
            <a:cxnSpLocks/>
          </p:cNvCxnSpPr>
          <p:nvPr/>
        </p:nvCxnSpPr>
        <p:spPr>
          <a:xfrm>
            <a:off x="360000" y="600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6B07DA12-9BD2-6BC4-EC75-9C3428F8CB4F}"/>
              </a:ext>
            </a:extLst>
          </p:cNvPr>
          <p:cNvSpPr>
            <a:spLocks noChangeAspect="1"/>
          </p:cNvSpPr>
          <p:nvPr/>
        </p:nvSpPr>
        <p:spPr>
          <a:xfrm>
            <a:off x="457350" y="105472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5DAC3FC-2A09-1933-1961-C445F1E41CA9}"/>
              </a:ext>
            </a:extLst>
          </p:cNvPr>
          <p:cNvSpPr>
            <a:spLocks noChangeAspect="1"/>
          </p:cNvSpPr>
          <p:nvPr/>
        </p:nvSpPr>
        <p:spPr>
          <a:xfrm>
            <a:off x="449100" y="24947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8861359-F646-0E3D-4B1B-D4FE2E1E12D5}"/>
              </a:ext>
            </a:extLst>
          </p:cNvPr>
          <p:cNvSpPr>
            <a:spLocks noChangeAspect="1"/>
          </p:cNvSpPr>
          <p:nvPr/>
        </p:nvSpPr>
        <p:spPr>
          <a:xfrm>
            <a:off x="461251" y="53725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3A7A42BE-C6B2-0905-F36A-F0991ACF8A4F}"/>
              </a:ext>
            </a:extLst>
          </p:cNvPr>
          <p:cNvSpPr>
            <a:spLocks noChangeAspect="1"/>
          </p:cNvSpPr>
          <p:nvPr/>
        </p:nvSpPr>
        <p:spPr>
          <a:xfrm>
            <a:off x="464700" y="17725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D26280C-8BCB-2ED2-34B9-BD6120B7A178}"/>
              </a:ext>
            </a:extLst>
          </p:cNvPr>
          <p:cNvSpPr>
            <a:spLocks noChangeAspect="1"/>
          </p:cNvSpPr>
          <p:nvPr/>
        </p:nvSpPr>
        <p:spPr>
          <a:xfrm>
            <a:off x="454726" y="321814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4150457B-767E-6A1A-9086-A84B298268C2}"/>
              </a:ext>
            </a:extLst>
          </p:cNvPr>
          <p:cNvSpPr>
            <a:spLocks noChangeAspect="1"/>
          </p:cNvSpPr>
          <p:nvPr/>
        </p:nvSpPr>
        <p:spPr>
          <a:xfrm>
            <a:off x="454725" y="39313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001DC4AB-E8D3-1427-CE47-C7EFA5E59741}"/>
              </a:ext>
            </a:extLst>
          </p:cNvPr>
          <p:cNvSpPr>
            <a:spLocks noChangeAspect="1"/>
          </p:cNvSpPr>
          <p:nvPr/>
        </p:nvSpPr>
        <p:spPr>
          <a:xfrm>
            <a:off x="454725" y="464740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1118DC8A-0163-813E-4022-B099CD136810}"/>
              </a:ext>
            </a:extLst>
          </p:cNvPr>
          <p:cNvSpPr>
            <a:spLocks noChangeAspect="1"/>
          </p:cNvSpPr>
          <p:nvPr/>
        </p:nvSpPr>
        <p:spPr>
          <a:xfrm>
            <a:off x="453450" y="33472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0A81746-6113-4CF2-7B60-202C90E151E3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288407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E844072E-8291-5C0E-917E-7CFCC5116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1D1741FB-FD31-C8F5-D96B-7B662734071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415E0AA9-B8B6-582E-0B05-460FD1A5FDC1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288407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FB045901-E5C3-D9E9-6D51-C3CD08801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DF7E860D-FFC1-9D18-ED7D-5975F9D5DEB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26AC6AFF-4959-BD28-26F4-ABA85CF5707A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288407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267D6D5D-F457-1AA2-995C-A1F6D7A6D1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441BCB9E-6644-41A8-A83B-8D2A648BA17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5214414C-D828-D054-A9F7-2D5D924F90E8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88407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E702F8EE-F837-E3E0-CDC7-719D23FEA3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C416A130-7F5E-1874-518A-E93E9F98871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A6451EF8-838F-55B1-9B48-5B062C9653B4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997307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4A002A5B-2268-5A3F-D168-80862095F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337ADB49-9CA3-3EB4-F05F-E34CF19421E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B8E59A8B-D565-58FA-3A04-866AF6F1C66F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997591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D0137CB5-6DCF-0A7C-C329-DD50A3F9B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5C985E82-323F-C886-4614-42DEB229816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40DBE508-4453-5600-3929-3B781A6AEE47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1718519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FF8DA212-B251-A232-5ADF-12E4C2E90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ECC12955-428C-C18B-A561-4194667A54B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9B769144-C5EE-691D-7103-0E3180213E3C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1718519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9FE3617A-D6BE-EE2D-FCEC-D771AF0566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7FBB492F-CF37-E2A1-871C-70BD17C28B5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3DC6988F-005B-2C0A-377F-637ECBBF70F5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451494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78999414-62B1-35F0-2D78-993FB6E84C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25C2A3FC-66D7-C85F-CF4D-C35785E3BAF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0EB8C698-19E9-A098-EB12-38195C6FABD7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440725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46608714-5962-E209-4BB2-98AAD5199A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6DBA4FAC-AD4D-B31C-466C-8531D91F297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35C8F5ED-6F95-1157-3F9E-AC0AD964EBA9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157307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6E1D1B31-4DE5-2C69-7481-623A3B3142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687B2963-AF6D-49DB-D7A5-C70A9E05D10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5860A3F0-555D-2234-8850-7E5A9E75FB49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156767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DB92D9DF-D424-270B-AB7F-261914107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C253F334-5F01-3BA3-0ED5-C28C4058DF4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63754457-D765-6C17-E090-F23968F8C7AB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154668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D66D70F6-D64F-1CC3-1359-C71A6A62AE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D44065A0-304F-54B3-7B3B-CA6E872F0A8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7408623A-5849-6D2E-E108-0FFBA63B7160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3889769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CDFA8917-165A-9FB7-2E1F-DFE1E42B06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3A2D364B-BA5B-AD35-4928-9469CC0304E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89F94273-F18E-34AA-4571-821B93DB44E3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3880725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4B04C585-63C7-C986-C332-4A6749277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D2362D03-4CD5-F3F7-341D-7C4E5ECE70E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6118F11D-543A-9888-552B-15BECFBFF55F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3880725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D128E40B-DC54-6565-E162-9B101D8D85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58623DAA-0AD5-C629-3DA9-C5C1CF6082F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39F76480-8E52-D2D6-0C7A-32C497929CCE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600725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5F51FBB3-7FE2-71D7-32FD-8CD18D887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BCD7DC25-98CF-8E82-DBB3-DE04FC956D1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0ED5B999-6CF5-D9C0-0503-F108C0FCDEF8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600725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B67C75E5-47D5-7C9A-8260-C55D55206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4473861F-8DB8-7BB1-C089-774D0375F17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F3B4833E-4276-A234-2C1F-1C886387ABFF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310622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218F8689-42C3-53B1-783C-669095A4A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2E0CBE7B-BA0B-5C89-EDCA-ABAC26D6F26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8F9A4855-3823-533E-4B22-820A98BE2287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318519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8F617147-932D-53C2-07FC-0724FDFFE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5DBAB637-2878-DC7B-1951-0C71C46E446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88" name="Gruppieren 187">
            <a:extLst>
              <a:ext uri="{FF2B5EF4-FFF2-40B4-BE49-F238E27FC236}">
                <a16:creationId xmlns:a16="http://schemas.microsoft.com/office/drawing/2014/main" id="{A21ECFFE-CB49-CA52-BF79-7A2141AC1A2D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595960"/>
            <a:ext cx="648000" cy="648000"/>
            <a:chOff x="476500" y="79769"/>
            <a:chExt cx="1152000" cy="1152000"/>
          </a:xfrm>
        </p:grpSpPr>
        <p:pic>
          <p:nvPicPr>
            <p:cNvPr id="189" name="Grafik 188" descr="Mann mit einfarbiger Füllung">
              <a:extLst>
                <a:ext uri="{FF2B5EF4-FFF2-40B4-BE49-F238E27FC236}">
                  <a16:creationId xmlns:a16="http://schemas.microsoft.com/office/drawing/2014/main" id="{7897D0A5-19D3-7752-59EB-809ABB668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90" name="Textfeld 189">
              <a:extLst>
                <a:ext uri="{FF2B5EF4-FFF2-40B4-BE49-F238E27FC236}">
                  <a16:creationId xmlns:a16="http://schemas.microsoft.com/office/drawing/2014/main" id="{6D76D625-60DE-1F01-E677-8167F7A3F97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194" name="Titel 1">
            <a:extLst>
              <a:ext uri="{FF2B5EF4-FFF2-40B4-BE49-F238E27FC236}">
                <a16:creationId xmlns:a16="http://schemas.microsoft.com/office/drawing/2014/main" id="{E57D1364-B83B-3759-420E-20DB74D2CB5C}"/>
              </a:ext>
            </a:extLst>
          </p:cNvPr>
          <p:cNvSpPr txBox="1">
            <a:spLocks/>
          </p:cNvSpPr>
          <p:nvPr/>
        </p:nvSpPr>
        <p:spPr>
          <a:xfrm>
            <a:off x="7058026" y="3537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195" name="Titel 1">
            <a:extLst>
              <a:ext uri="{FF2B5EF4-FFF2-40B4-BE49-F238E27FC236}">
                <a16:creationId xmlns:a16="http://schemas.microsoft.com/office/drawing/2014/main" id="{A4BA9058-9B87-2792-7BAD-E2B996DBC73B}"/>
              </a:ext>
            </a:extLst>
          </p:cNvPr>
          <p:cNvSpPr txBox="1">
            <a:spLocks/>
          </p:cNvSpPr>
          <p:nvPr/>
        </p:nvSpPr>
        <p:spPr>
          <a:xfrm>
            <a:off x="7058025" y="10300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196" name="Titel 1">
            <a:extLst>
              <a:ext uri="{FF2B5EF4-FFF2-40B4-BE49-F238E27FC236}">
                <a16:creationId xmlns:a16="http://schemas.microsoft.com/office/drawing/2014/main" id="{82D4B2A3-3EDF-AF34-6E37-88617D5DF626}"/>
              </a:ext>
            </a:extLst>
          </p:cNvPr>
          <p:cNvSpPr txBox="1">
            <a:spLocks/>
          </p:cNvSpPr>
          <p:nvPr/>
        </p:nvSpPr>
        <p:spPr>
          <a:xfrm>
            <a:off x="7058024" y="173490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197" name="Titel 1">
            <a:extLst>
              <a:ext uri="{FF2B5EF4-FFF2-40B4-BE49-F238E27FC236}">
                <a16:creationId xmlns:a16="http://schemas.microsoft.com/office/drawing/2014/main" id="{26E87915-8A49-D209-8D6E-8DC1B8028F05}"/>
              </a:ext>
            </a:extLst>
          </p:cNvPr>
          <p:cNvSpPr txBox="1">
            <a:spLocks/>
          </p:cNvSpPr>
          <p:nvPr/>
        </p:nvSpPr>
        <p:spPr>
          <a:xfrm>
            <a:off x="7058025" y="24778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198" name="Titel 1">
            <a:extLst>
              <a:ext uri="{FF2B5EF4-FFF2-40B4-BE49-F238E27FC236}">
                <a16:creationId xmlns:a16="http://schemas.microsoft.com/office/drawing/2014/main" id="{7961AFC5-5DD8-AFCB-F77D-CAF00051275F}"/>
              </a:ext>
            </a:extLst>
          </p:cNvPr>
          <p:cNvSpPr txBox="1">
            <a:spLocks/>
          </p:cNvSpPr>
          <p:nvPr/>
        </p:nvSpPr>
        <p:spPr>
          <a:xfrm>
            <a:off x="7058025" y="317317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199" name="Titel 1">
            <a:extLst>
              <a:ext uri="{FF2B5EF4-FFF2-40B4-BE49-F238E27FC236}">
                <a16:creationId xmlns:a16="http://schemas.microsoft.com/office/drawing/2014/main" id="{A7205A65-8E3A-58A7-6A11-FCA30870C364}"/>
              </a:ext>
            </a:extLst>
          </p:cNvPr>
          <p:cNvSpPr txBox="1">
            <a:spLocks/>
          </p:cNvSpPr>
          <p:nvPr/>
        </p:nvSpPr>
        <p:spPr>
          <a:xfrm>
            <a:off x="7058024" y="38875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200" name="Titel 1">
            <a:extLst>
              <a:ext uri="{FF2B5EF4-FFF2-40B4-BE49-F238E27FC236}">
                <a16:creationId xmlns:a16="http://schemas.microsoft.com/office/drawing/2014/main" id="{C7E8D044-E239-74AF-33EF-EE62A1477A17}"/>
              </a:ext>
            </a:extLst>
          </p:cNvPr>
          <p:cNvSpPr txBox="1">
            <a:spLocks/>
          </p:cNvSpPr>
          <p:nvPr/>
        </p:nvSpPr>
        <p:spPr>
          <a:xfrm>
            <a:off x="7058025" y="4620975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201" name="Titel 1">
            <a:extLst>
              <a:ext uri="{FF2B5EF4-FFF2-40B4-BE49-F238E27FC236}">
                <a16:creationId xmlns:a16="http://schemas.microsoft.com/office/drawing/2014/main" id="{42EA31E7-3003-6C4D-571E-185D01FBA5F5}"/>
              </a:ext>
            </a:extLst>
          </p:cNvPr>
          <p:cNvSpPr txBox="1">
            <a:spLocks/>
          </p:cNvSpPr>
          <p:nvPr/>
        </p:nvSpPr>
        <p:spPr>
          <a:xfrm>
            <a:off x="7058024" y="535440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210" name="Titel 1">
            <a:extLst>
              <a:ext uri="{FF2B5EF4-FFF2-40B4-BE49-F238E27FC236}">
                <a16:creationId xmlns:a16="http://schemas.microsoft.com/office/drawing/2014/main" id="{F4934817-1170-445C-D567-4ADFE6679C74}"/>
              </a:ext>
            </a:extLst>
          </p:cNvPr>
          <p:cNvSpPr txBox="1">
            <a:spLocks/>
          </p:cNvSpPr>
          <p:nvPr/>
        </p:nvSpPr>
        <p:spPr>
          <a:xfrm>
            <a:off x="7832099" y="355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1" name="Titel 1">
            <a:extLst>
              <a:ext uri="{FF2B5EF4-FFF2-40B4-BE49-F238E27FC236}">
                <a16:creationId xmlns:a16="http://schemas.microsoft.com/office/drawing/2014/main" id="{E2FB1829-770D-2D7D-A994-97024DCDDF8B}"/>
              </a:ext>
            </a:extLst>
          </p:cNvPr>
          <p:cNvSpPr txBox="1">
            <a:spLocks/>
          </p:cNvSpPr>
          <p:nvPr/>
        </p:nvSpPr>
        <p:spPr>
          <a:xfrm>
            <a:off x="7832099" y="1031196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2" name="Titel 1">
            <a:extLst>
              <a:ext uri="{FF2B5EF4-FFF2-40B4-BE49-F238E27FC236}">
                <a16:creationId xmlns:a16="http://schemas.microsoft.com/office/drawing/2014/main" id="{051E768C-41DF-3A94-A4B0-BAE56521E3C8}"/>
              </a:ext>
            </a:extLst>
          </p:cNvPr>
          <p:cNvSpPr txBox="1">
            <a:spLocks/>
          </p:cNvSpPr>
          <p:nvPr/>
        </p:nvSpPr>
        <p:spPr>
          <a:xfrm>
            <a:off x="7832099" y="17444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3" name="Titel 1">
            <a:extLst>
              <a:ext uri="{FF2B5EF4-FFF2-40B4-BE49-F238E27FC236}">
                <a16:creationId xmlns:a16="http://schemas.microsoft.com/office/drawing/2014/main" id="{3192ACDB-98E3-32CC-D794-6D32A35734D0}"/>
              </a:ext>
            </a:extLst>
          </p:cNvPr>
          <p:cNvSpPr txBox="1">
            <a:spLocks/>
          </p:cNvSpPr>
          <p:nvPr/>
        </p:nvSpPr>
        <p:spPr>
          <a:xfrm>
            <a:off x="7832099" y="24778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4" name="Titel 1">
            <a:extLst>
              <a:ext uri="{FF2B5EF4-FFF2-40B4-BE49-F238E27FC236}">
                <a16:creationId xmlns:a16="http://schemas.microsoft.com/office/drawing/2014/main" id="{BB0162A5-8B82-3BD9-D57A-27204D19CD06}"/>
              </a:ext>
            </a:extLst>
          </p:cNvPr>
          <p:cNvSpPr txBox="1">
            <a:spLocks/>
          </p:cNvSpPr>
          <p:nvPr/>
        </p:nvSpPr>
        <p:spPr>
          <a:xfrm>
            <a:off x="7832099" y="31731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5" name="Titel 1">
            <a:extLst>
              <a:ext uri="{FF2B5EF4-FFF2-40B4-BE49-F238E27FC236}">
                <a16:creationId xmlns:a16="http://schemas.microsoft.com/office/drawing/2014/main" id="{408A50E7-89ED-89AE-1998-4BCCE77E54CC}"/>
              </a:ext>
            </a:extLst>
          </p:cNvPr>
          <p:cNvSpPr txBox="1">
            <a:spLocks/>
          </p:cNvSpPr>
          <p:nvPr/>
        </p:nvSpPr>
        <p:spPr>
          <a:xfrm>
            <a:off x="7819721" y="38875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6" name="Titel 1">
            <a:extLst>
              <a:ext uri="{FF2B5EF4-FFF2-40B4-BE49-F238E27FC236}">
                <a16:creationId xmlns:a16="http://schemas.microsoft.com/office/drawing/2014/main" id="{AD67B316-C08E-4B13-9C73-EFFD3D532AC8}"/>
              </a:ext>
            </a:extLst>
          </p:cNvPr>
          <p:cNvSpPr txBox="1">
            <a:spLocks/>
          </p:cNvSpPr>
          <p:nvPr/>
        </p:nvSpPr>
        <p:spPr>
          <a:xfrm>
            <a:off x="7832099" y="46209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7" name="Titel 1">
            <a:extLst>
              <a:ext uri="{FF2B5EF4-FFF2-40B4-BE49-F238E27FC236}">
                <a16:creationId xmlns:a16="http://schemas.microsoft.com/office/drawing/2014/main" id="{5F542255-732F-BF0D-CEFB-1799357C5B6D}"/>
              </a:ext>
            </a:extLst>
          </p:cNvPr>
          <p:cNvSpPr txBox="1">
            <a:spLocks/>
          </p:cNvSpPr>
          <p:nvPr/>
        </p:nvSpPr>
        <p:spPr>
          <a:xfrm>
            <a:off x="7832099" y="5354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1A5A9F29-4036-45EA-59E7-A8C515FF4D4C}"/>
              </a:ext>
            </a:extLst>
          </p:cNvPr>
          <p:cNvSpPr txBox="1">
            <a:spLocks/>
          </p:cNvSpPr>
          <p:nvPr/>
        </p:nvSpPr>
        <p:spPr>
          <a:xfrm>
            <a:off x="1714579" y="6169423"/>
            <a:ext cx="805421" cy="3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700" b="1" dirty="0">
                <a:latin typeface="Arial" panose="020B0604020202020204" pitchFamily="34" charset="0"/>
                <a:cs typeface="Arial" panose="020B0604020202020204" pitchFamily="34" charset="0"/>
              </a:rPr>
              <a:t>|2| = 3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7622C75E-0BA4-8AEE-4412-DF480CD36FE4}"/>
              </a:ext>
            </a:extLst>
          </p:cNvPr>
          <p:cNvSpPr txBox="1">
            <a:spLocks/>
          </p:cNvSpPr>
          <p:nvPr/>
        </p:nvSpPr>
        <p:spPr>
          <a:xfrm>
            <a:off x="4591129" y="6169423"/>
            <a:ext cx="805421" cy="3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700" b="1" dirty="0">
                <a:latin typeface="Arial" panose="020B0604020202020204" pitchFamily="34" charset="0"/>
                <a:cs typeface="Arial" panose="020B0604020202020204" pitchFamily="34" charset="0"/>
              </a:rPr>
              <a:t>|6| = 3</a:t>
            </a:r>
          </a:p>
        </p:txBody>
      </p:sp>
      <p:sp>
        <p:nvSpPr>
          <p:cNvPr id="61" name="Titel 1">
            <a:extLst>
              <a:ext uri="{FF2B5EF4-FFF2-40B4-BE49-F238E27FC236}">
                <a16:creationId xmlns:a16="http://schemas.microsoft.com/office/drawing/2014/main" id="{21A6D833-5CD6-5A70-DC04-852D522C9CDE}"/>
              </a:ext>
            </a:extLst>
          </p:cNvPr>
          <p:cNvSpPr txBox="1">
            <a:spLocks/>
          </p:cNvSpPr>
          <p:nvPr/>
        </p:nvSpPr>
        <p:spPr>
          <a:xfrm>
            <a:off x="5372179" y="6169423"/>
            <a:ext cx="805421" cy="3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700" b="1" dirty="0">
                <a:latin typeface="Arial" panose="020B0604020202020204" pitchFamily="34" charset="0"/>
                <a:cs typeface="Arial" panose="020B0604020202020204" pitchFamily="34" charset="0"/>
              </a:rPr>
              <a:t>|7| = 4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7F0CE6A5-E1C9-D3F6-41AD-C5F19DBDC8C9}"/>
              </a:ext>
            </a:extLst>
          </p:cNvPr>
          <p:cNvSpPr txBox="1">
            <a:spLocks/>
          </p:cNvSpPr>
          <p:nvPr/>
        </p:nvSpPr>
        <p:spPr>
          <a:xfrm>
            <a:off x="8430295" y="3887550"/>
            <a:ext cx="340170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Score(F) = |2| + |6| = 6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CF5A899-F20E-3523-5269-07FFD5B2A3BC}"/>
              </a:ext>
            </a:extLst>
          </p:cNvPr>
          <p:cNvSpPr txBox="1">
            <a:spLocks/>
          </p:cNvSpPr>
          <p:nvPr/>
        </p:nvSpPr>
        <p:spPr>
          <a:xfrm>
            <a:off x="8430294" y="5354400"/>
            <a:ext cx="340170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Score(H) = |6| + |7| = 7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E49E6455-9A16-27CD-DBCC-CD93C103F65A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15411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90A4A-04F6-BAB5-658E-F53DD95A3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eck 66">
            <a:extLst>
              <a:ext uri="{FF2B5EF4-FFF2-40B4-BE49-F238E27FC236}">
                <a16:creationId xmlns:a16="http://schemas.microsoft.com/office/drawing/2014/main" id="{1F51468C-6898-FC8E-E930-CF51D3B72FB9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3" name="Rechteck 192">
            <a:extLst>
              <a:ext uri="{FF2B5EF4-FFF2-40B4-BE49-F238E27FC236}">
                <a16:creationId xmlns:a16="http://schemas.microsoft.com/office/drawing/2014/main" id="{97BE3FA0-34F1-77BB-2BCC-ECCC269370A6}"/>
              </a:ext>
            </a:extLst>
          </p:cNvPr>
          <p:cNvSpPr/>
          <p:nvPr/>
        </p:nvSpPr>
        <p:spPr>
          <a:xfrm>
            <a:off x="7044152" y="5283123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2" name="Rechteck 191">
            <a:extLst>
              <a:ext uri="{FF2B5EF4-FFF2-40B4-BE49-F238E27FC236}">
                <a16:creationId xmlns:a16="http://schemas.microsoft.com/office/drawing/2014/main" id="{9836104C-B925-BB00-AB9E-5429AB4712A4}"/>
              </a:ext>
            </a:extLst>
          </p:cNvPr>
          <p:cNvSpPr/>
          <p:nvPr/>
        </p:nvSpPr>
        <p:spPr>
          <a:xfrm>
            <a:off x="7041379" y="3839703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6903F30-475D-494F-B7AC-0CCD8B4AE77B}"/>
              </a:ext>
            </a:extLst>
          </p:cNvPr>
          <p:cNvSpPr/>
          <p:nvPr/>
        </p:nvSpPr>
        <p:spPr>
          <a:xfrm>
            <a:off x="6120000" y="2351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38220C0D-0F5F-E1E3-AD92-7B70FAA2BCB4}"/>
              </a:ext>
            </a:extLst>
          </p:cNvPr>
          <p:cNvSpPr/>
          <p:nvPr/>
        </p:nvSpPr>
        <p:spPr>
          <a:xfrm>
            <a:off x="2523897" y="235199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687572E2-AE45-35B3-0C62-4DFD66A2C98D}"/>
              </a:ext>
            </a:extLst>
          </p:cNvPr>
          <p:cNvSpPr/>
          <p:nvPr/>
        </p:nvSpPr>
        <p:spPr>
          <a:xfrm>
            <a:off x="1076098" y="24472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BB36A4B-0232-C529-C6CF-A58AFDF31AA8}"/>
              </a:ext>
            </a:extLst>
          </p:cNvPr>
          <p:cNvSpPr/>
          <p:nvPr/>
        </p:nvSpPr>
        <p:spPr>
          <a:xfrm>
            <a:off x="1076099" y="244724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CB2ED52F-FC60-4D6B-1DBB-04CC49224CEB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298844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817D7737-5646-14BC-A2B3-9103A0BDFB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A6D9D99F-456F-B72F-CBBE-2B71B532E1A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A18ABDC-43F3-375A-C941-EFA57D461480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003694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2F92B73B-7619-28D1-E1AE-650FF091A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E1464B7B-2715-BE1A-D3FF-BA021DA32DC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2251EE49-4B77-FBBD-C344-027C7F570F65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171851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8DA5B1BD-3EF3-EC1F-40EA-768F6907D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A7A641F-E32B-CAE4-A0AD-3F0DF9FC57A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E577F73-D731-3FA3-390E-0985A6BD6EB6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451494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4669CDE2-BF9C-59A3-51F4-1E0FA3A91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BF564AD4-8DCE-AF8F-D345-0A392DA64DF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48621E52-CCD1-BF2B-36D1-9BA0E3FBDF08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156767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7D1F1408-07C2-082D-3C04-AABD5F8E4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40328D45-0DFE-3EC6-67D2-2C1EA7133A9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56D9A3D-E0E7-7968-52F1-1280F5209FA6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600725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1A7B6C95-6A07-29CD-EFA4-DED49D6CE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6E8DBC11-8609-56A5-598A-E71AE7760BE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636D613B-0AC1-65F2-6819-BBD24EFFF6E1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3185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15907B3B-0B82-326D-22EC-EB7218BE05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31E022B6-A9B0-61EC-8A26-CE9E08331DF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10BD76C-2BAC-F509-B559-9FFB457ACC0A}"/>
              </a:ext>
            </a:extLst>
          </p:cNvPr>
          <p:cNvCxnSpPr>
            <a:cxnSpLocks/>
          </p:cNvCxnSpPr>
          <p:nvPr/>
        </p:nvCxnSpPr>
        <p:spPr>
          <a:xfrm>
            <a:off x="108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9407BF2C-9F1B-756D-5CDE-4F80962BCFA0}"/>
              </a:ext>
            </a:extLst>
          </p:cNvPr>
          <p:cNvCxnSpPr>
            <a:cxnSpLocks/>
          </p:cNvCxnSpPr>
          <p:nvPr/>
        </p:nvCxnSpPr>
        <p:spPr>
          <a:xfrm>
            <a:off x="180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AC6D4BC4-42AF-3A16-E393-45EEADE6B465}"/>
              </a:ext>
            </a:extLst>
          </p:cNvPr>
          <p:cNvCxnSpPr>
            <a:cxnSpLocks/>
          </p:cNvCxnSpPr>
          <p:nvPr/>
        </p:nvCxnSpPr>
        <p:spPr>
          <a:xfrm>
            <a:off x="252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24C4AA37-9166-68DF-28BF-833B1522DB27}"/>
              </a:ext>
            </a:extLst>
          </p:cNvPr>
          <p:cNvCxnSpPr>
            <a:cxnSpLocks/>
          </p:cNvCxnSpPr>
          <p:nvPr/>
        </p:nvCxnSpPr>
        <p:spPr>
          <a:xfrm>
            <a:off x="324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224F7E49-5972-F906-85D0-BC204CF54BCF}"/>
              </a:ext>
            </a:extLst>
          </p:cNvPr>
          <p:cNvCxnSpPr>
            <a:cxnSpLocks/>
          </p:cNvCxnSpPr>
          <p:nvPr/>
        </p:nvCxnSpPr>
        <p:spPr>
          <a:xfrm>
            <a:off x="396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ED7A3C2-9484-4E1B-F8A5-3AF1754917A9}"/>
              </a:ext>
            </a:extLst>
          </p:cNvPr>
          <p:cNvCxnSpPr>
            <a:cxnSpLocks/>
          </p:cNvCxnSpPr>
          <p:nvPr/>
        </p:nvCxnSpPr>
        <p:spPr>
          <a:xfrm>
            <a:off x="468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C3154EF3-1AF1-2888-668B-92AF5F4D1566}"/>
              </a:ext>
            </a:extLst>
          </p:cNvPr>
          <p:cNvCxnSpPr>
            <a:cxnSpLocks/>
          </p:cNvCxnSpPr>
          <p:nvPr/>
        </p:nvCxnSpPr>
        <p:spPr>
          <a:xfrm>
            <a:off x="540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15C558F4-7EEF-71A5-A788-BA5B554BF963}"/>
              </a:ext>
            </a:extLst>
          </p:cNvPr>
          <p:cNvCxnSpPr>
            <a:cxnSpLocks/>
          </p:cNvCxnSpPr>
          <p:nvPr/>
        </p:nvCxnSpPr>
        <p:spPr>
          <a:xfrm>
            <a:off x="612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DBDDFD9-7A3F-B01A-7DBC-463838E3AF80}"/>
              </a:ext>
            </a:extLst>
          </p:cNvPr>
          <p:cNvCxnSpPr>
            <a:cxnSpLocks/>
          </p:cNvCxnSpPr>
          <p:nvPr/>
        </p:nvCxnSpPr>
        <p:spPr>
          <a:xfrm>
            <a:off x="684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006094A9-1DF5-C5BD-992B-0553942C6898}"/>
              </a:ext>
            </a:extLst>
          </p:cNvPr>
          <p:cNvCxnSpPr>
            <a:cxnSpLocks/>
          </p:cNvCxnSpPr>
          <p:nvPr/>
        </p:nvCxnSpPr>
        <p:spPr>
          <a:xfrm>
            <a:off x="360000" y="96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AB77DA1F-9DD7-9B13-812B-B17885135B39}"/>
              </a:ext>
            </a:extLst>
          </p:cNvPr>
          <p:cNvCxnSpPr>
            <a:cxnSpLocks/>
          </p:cNvCxnSpPr>
          <p:nvPr/>
        </p:nvCxnSpPr>
        <p:spPr>
          <a:xfrm>
            <a:off x="360000" y="24472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23D773A2-5CB9-DB2E-9889-D5796BF6528B}"/>
              </a:ext>
            </a:extLst>
          </p:cNvPr>
          <p:cNvCxnSpPr>
            <a:cxnSpLocks/>
          </p:cNvCxnSpPr>
          <p:nvPr/>
        </p:nvCxnSpPr>
        <p:spPr>
          <a:xfrm>
            <a:off x="360000" y="24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6F9A1B3-F039-C157-4F42-5F899C767BCE}"/>
              </a:ext>
            </a:extLst>
          </p:cNvPr>
          <p:cNvCxnSpPr>
            <a:cxnSpLocks/>
          </p:cNvCxnSpPr>
          <p:nvPr/>
        </p:nvCxnSpPr>
        <p:spPr>
          <a:xfrm>
            <a:off x="360000" y="168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072B77E1-925B-FE95-B115-69F46AA97596}"/>
              </a:ext>
            </a:extLst>
          </p:cNvPr>
          <p:cNvCxnSpPr>
            <a:cxnSpLocks/>
          </p:cNvCxnSpPr>
          <p:nvPr/>
        </p:nvCxnSpPr>
        <p:spPr>
          <a:xfrm>
            <a:off x="360000" y="240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60BDB347-5150-F137-04DE-F7084EF2B395}"/>
              </a:ext>
            </a:extLst>
          </p:cNvPr>
          <p:cNvCxnSpPr>
            <a:cxnSpLocks/>
          </p:cNvCxnSpPr>
          <p:nvPr/>
        </p:nvCxnSpPr>
        <p:spPr>
          <a:xfrm>
            <a:off x="360000" y="312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520412FE-AF39-AABA-ECF1-CA7FCCB856C4}"/>
              </a:ext>
            </a:extLst>
          </p:cNvPr>
          <p:cNvCxnSpPr>
            <a:cxnSpLocks/>
          </p:cNvCxnSpPr>
          <p:nvPr/>
        </p:nvCxnSpPr>
        <p:spPr>
          <a:xfrm>
            <a:off x="360000" y="384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B0FDBC9-15DB-AF1C-52B4-AA7F7EE6A247}"/>
              </a:ext>
            </a:extLst>
          </p:cNvPr>
          <p:cNvCxnSpPr>
            <a:cxnSpLocks/>
          </p:cNvCxnSpPr>
          <p:nvPr/>
        </p:nvCxnSpPr>
        <p:spPr>
          <a:xfrm>
            <a:off x="360000" y="456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4203C3C9-D68A-D0A0-2726-B372FC42A2EC}"/>
              </a:ext>
            </a:extLst>
          </p:cNvPr>
          <p:cNvCxnSpPr>
            <a:cxnSpLocks/>
          </p:cNvCxnSpPr>
          <p:nvPr/>
        </p:nvCxnSpPr>
        <p:spPr>
          <a:xfrm>
            <a:off x="360000" y="528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AFDB167-9508-BD65-E98D-95075819365A}"/>
              </a:ext>
            </a:extLst>
          </p:cNvPr>
          <p:cNvCxnSpPr>
            <a:cxnSpLocks/>
          </p:cNvCxnSpPr>
          <p:nvPr/>
        </p:nvCxnSpPr>
        <p:spPr>
          <a:xfrm>
            <a:off x="360000" y="6004725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D799E1DF-14CF-2592-6CC5-EFC7273D03C5}"/>
              </a:ext>
            </a:extLst>
          </p:cNvPr>
          <p:cNvSpPr>
            <a:spLocks noChangeAspect="1"/>
          </p:cNvSpPr>
          <p:nvPr/>
        </p:nvSpPr>
        <p:spPr>
          <a:xfrm>
            <a:off x="457350" y="105472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F913DDFF-C54D-058D-B70F-FDAB24176706}"/>
              </a:ext>
            </a:extLst>
          </p:cNvPr>
          <p:cNvSpPr>
            <a:spLocks noChangeAspect="1"/>
          </p:cNvSpPr>
          <p:nvPr/>
        </p:nvSpPr>
        <p:spPr>
          <a:xfrm>
            <a:off x="449100" y="24947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F72D446-7829-1577-41D1-6775121CD161}"/>
              </a:ext>
            </a:extLst>
          </p:cNvPr>
          <p:cNvSpPr>
            <a:spLocks noChangeAspect="1"/>
          </p:cNvSpPr>
          <p:nvPr/>
        </p:nvSpPr>
        <p:spPr>
          <a:xfrm>
            <a:off x="461251" y="53725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FEBFA2EA-7170-92BD-F052-1F3E642572EC}"/>
              </a:ext>
            </a:extLst>
          </p:cNvPr>
          <p:cNvSpPr>
            <a:spLocks noChangeAspect="1"/>
          </p:cNvSpPr>
          <p:nvPr/>
        </p:nvSpPr>
        <p:spPr>
          <a:xfrm>
            <a:off x="464700" y="17725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2105B9F-E829-82A6-A355-29EAE0D3B621}"/>
              </a:ext>
            </a:extLst>
          </p:cNvPr>
          <p:cNvSpPr>
            <a:spLocks noChangeAspect="1"/>
          </p:cNvSpPr>
          <p:nvPr/>
        </p:nvSpPr>
        <p:spPr>
          <a:xfrm>
            <a:off x="454726" y="321814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57A5621B-5DAC-E3AE-713A-D31093188ECE}"/>
              </a:ext>
            </a:extLst>
          </p:cNvPr>
          <p:cNvSpPr>
            <a:spLocks noChangeAspect="1"/>
          </p:cNvSpPr>
          <p:nvPr/>
        </p:nvSpPr>
        <p:spPr>
          <a:xfrm>
            <a:off x="454725" y="39313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698EB34A-C3B5-C3D6-218A-CF128A5E8458}"/>
              </a:ext>
            </a:extLst>
          </p:cNvPr>
          <p:cNvSpPr>
            <a:spLocks noChangeAspect="1"/>
          </p:cNvSpPr>
          <p:nvPr/>
        </p:nvSpPr>
        <p:spPr>
          <a:xfrm>
            <a:off x="454725" y="464740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99D0F07E-66CB-9E8C-E14E-647DBA2D6C4C}"/>
              </a:ext>
            </a:extLst>
          </p:cNvPr>
          <p:cNvSpPr>
            <a:spLocks noChangeAspect="1"/>
          </p:cNvSpPr>
          <p:nvPr/>
        </p:nvSpPr>
        <p:spPr>
          <a:xfrm>
            <a:off x="453450" y="33472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6D06B222-16BF-7B0B-C911-6F111BE0BAC6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288407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F17FA0CB-DAD8-9D5A-F688-85F4C2581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5F75C9EF-AE29-43D6-69DA-FBED80B7DDF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9DBEC64F-4FF9-86F4-3067-CEBD5E4CD32A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288407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B55AAB0B-A40A-2516-166A-C40DE01A7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9333EE86-1F89-50B3-7353-B8B6F7EEB4A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155D568B-15B2-3FF1-72FE-B501B30E6029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288407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AB087AC6-144F-7BC6-FD7E-CF55DE6D6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77F71B9-C361-8150-3833-CE6D235916B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B6273BF8-CF57-60B4-F46F-FF4587F6E32B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88407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78CE8E01-A731-4E81-A32A-3EE0447AA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E47B504F-6ECE-CDE1-8886-635E3B6D01C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029A33C1-73A8-D529-CFF1-6B6ED875EBA5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997307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D6AE9DC2-0544-3F74-9C23-F6934D7476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BDF5DF16-5271-8862-8DB7-4FEA89B6EB2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D126D45E-AA28-7F2E-6EC7-EA8C997BE306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997591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C7B9D638-8219-278E-920A-AF08D9E48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1790697E-37FF-4D66-CF29-AF21F38C053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25FE3D17-7BB7-B187-F8B9-3FD3B253764A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1718519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53C90DCC-0C5A-DBBE-0CD5-71FA04B76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A94EB185-B4D2-CA61-23BF-0FAE79E54CE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C18F9663-AD17-A258-02E4-F8A6D1B6C631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1718519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CA4B548B-D4D4-9741-7D75-B0E62531D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06FC629A-0F8C-B912-902E-22F4263DE8C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1C778337-69A1-2F42-58E1-066065B0B67F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451494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7C88B091-751E-A63C-9926-0BA45BBB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B7818FEA-F45E-35E5-3345-FB514C1E2B4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0C96872F-2364-5FB9-22B4-B2E45FD654D5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440725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22063311-1B11-7316-5016-BBB06FCAB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0C26966E-AD79-E09D-6998-44E642C55B4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B6AF398E-93AA-94BB-9615-CAAB71E66D66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157307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BFAF8A02-9B92-FF9F-DA0A-40061313E1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818848A0-02F9-4512-75C3-57287EB7D9F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6CD5BDAA-0622-53BB-A5F7-BC6980ACBEBA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156767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26B1F363-26B7-E175-E3D8-7E0A06B46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2AA88E26-CE1A-B0FC-07B7-F3CDC874D7D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40CA6842-ADF1-A29C-616E-453D44C42F05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154668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64D2B1E8-4C4D-F0FF-FA29-D9E8A5E54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717FFA0D-8F41-BC6A-30B7-33FE32E3A6B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2252EA05-BB33-C5AD-87F1-0209CCF6701B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3889769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7448CBBD-B894-5B5B-53BB-E703525C9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EC9984AA-9065-C660-A455-9FC43DEA298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87D5290C-C011-8D10-31D8-CE1798B508F7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3880725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CBBEB78A-9668-AFB0-7065-091A91F5DF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608834B8-F1EF-8563-0B4E-B91D16E3EA4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D088AF17-5F11-FBF4-AB27-DCAD6EECB99D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3880725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74510F20-0DAF-0A54-7DA9-B66E805D3B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C65EEC8D-8B50-C65D-1970-B9655B7F74F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6C267C8F-0BF5-95B7-322D-362BF4B32F42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600725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2C9C02C6-6C07-5A33-9877-255A7D9DE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3757763D-B07F-1F11-13AE-DAB70960661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24C19B59-6CBA-4430-A0DB-3E4B754442A5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600725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A53E4C33-D176-9EA3-A9D8-4E5063C6A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8582C638-CBB6-1BA6-9449-9AB5966B57F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2A5BB65A-3B90-F4A7-6026-F51B441CF259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310622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3E8BDB9D-39C5-7FC4-6850-5B65CA3D62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A71B9C53-99F8-A272-DD7D-F7BC5ACF322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7E842127-2B28-81F3-24A7-6CB985545506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318519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DD25E93F-578B-4E5A-DB99-2DBD1579E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6B30AA59-F6B3-F50D-C90F-7E7D22274C7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88" name="Gruppieren 187">
            <a:extLst>
              <a:ext uri="{FF2B5EF4-FFF2-40B4-BE49-F238E27FC236}">
                <a16:creationId xmlns:a16="http://schemas.microsoft.com/office/drawing/2014/main" id="{B99F0555-ED6B-A4CE-0E4E-EAA976F6AFA5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595960"/>
            <a:ext cx="648000" cy="648000"/>
            <a:chOff x="476500" y="79769"/>
            <a:chExt cx="1152000" cy="1152000"/>
          </a:xfrm>
        </p:grpSpPr>
        <p:pic>
          <p:nvPicPr>
            <p:cNvPr id="189" name="Grafik 188" descr="Mann mit einfarbiger Füllung">
              <a:extLst>
                <a:ext uri="{FF2B5EF4-FFF2-40B4-BE49-F238E27FC236}">
                  <a16:creationId xmlns:a16="http://schemas.microsoft.com/office/drawing/2014/main" id="{BB3A20E7-5437-ABC0-A574-55A61789C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90" name="Textfeld 189">
              <a:extLst>
                <a:ext uri="{FF2B5EF4-FFF2-40B4-BE49-F238E27FC236}">
                  <a16:creationId xmlns:a16="http://schemas.microsoft.com/office/drawing/2014/main" id="{AF5E449F-9C16-B55B-A2B1-6FEC86A8D17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194" name="Titel 1">
            <a:extLst>
              <a:ext uri="{FF2B5EF4-FFF2-40B4-BE49-F238E27FC236}">
                <a16:creationId xmlns:a16="http://schemas.microsoft.com/office/drawing/2014/main" id="{07441EB0-949F-B063-428B-6E99F4950A2C}"/>
              </a:ext>
            </a:extLst>
          </p:cNvPr>
          <p:cNvSpPr txBox="1">
            <a:spLocks/>
          </p:cNvSpPr>
          <p:nvPr/>
        </p:nvSpPr>
        <p:spPr>
          <a:xfrm>
            <a:off x="7058026" y="3537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195" name="Titel 1">
            <a:extLst>
              <a:ext uri="{FF2B5EF4-FFF2-40B4-BE49-F238E27FC236}">
                <a16:creationId xmlns:a16="http://schemas.microsoft.com/office/drawing/2014/main" id="{4B810BAA-84AA-965D-A177-C2564D407717}"/>
              </a:ext>
            </a:extLst>
          </p:cNvPr>
          <p:cNvSpPr txBox="1">
            <a:spLocks/>
          </p:cNvSpPr>
          <p:nvPr/>
        </p:nvSpPr>
        <p:spPr>
          <a:xfrm>
            <a:off x="7058025" y="10300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196" name="Titel 1">
            <a:extLst>
              <a:ext uri="{FF2B5EF4-FFF2-40B4-BE49-F238E27FC236}">
                <a16:creationId xmlns:a16="http://schemas.microsoft.com/office/drawing/2014/main" id="{345684F3-CA96-03B9-538B-5B6DE559CAF9}"/>
              </a:ext>
            </a:extLst>
          </p:cNvPr>
          <p:cNvSpPr txBox="1">
            <a:spLocks/>
          </p:cNvSpPr>
          <p:nvPr/>
        </p:nvSpPr>
        <p:spPr>
          <a:xfrm>
            <a:off x="7058024" y="173490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197" name="Titel 1">
            <a:extLst>
              <a:ext uri="{FF2B5EF4-FFF2-40B4-BE49-F238E27FC236}">
                <a16:creationId xmlns:a16="http://schemas.microsoft.com/office/drawing/2014/main" id="{00F32958-6218-044D-870B-B4AC991443E0}"/>
              </a:ext>
            </a:extLst>
          </p:cNvPr>
          <p:cNvSpPr txBox="1">
            <a:spLocks/>
          </p:cNvSpPr>
          <p:nvPr/>
        </p:nvSpPr>
        <p:spPr>
          <a:xfrm>
            <a:off x="7058025" y="24778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198" name="Titel 1">
            <a:extLst>
              <a:ext uri="{FF2B5EF4-FFF2-40B4-BE49-F238E27FC236}">
                <a16:creationId xmlns:a16="http://schemas.microsoft.com/office/drawing/2014/main" id="{B9D87D69-2856-62BF-5DEE-950A021E69C9}"/>
              </a:ext>
            </a:extLst>
          </p:cNvPr>
          <p:cNvSpPr txBox="1">
            <a:spLocks/>
          </p:cNvSpPr>
          <p:nvPr/>
        </p:nvSpPr>
        <p:spPr>
          <a:xfrm>
            <a:off x="7058025" y="317317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199" name="Titel 1">
            <a:extLst>
              <a:ext uri="{FF2B5EF4-FFF2-40B4-BE49-F238E27FC236}">
                <a16:creationId xmlns:a16="http://schemas.microsoft.com/office/drawing/2014/main" id="{26DBC23D-F04C-A640-06E8-F1C75ACD4A82}"/>
              </a:ext>
            </a:extLst>
          </p:cNvPr>
          <p:cNvSpPr txBox="1">
            <a:spLocks/>
          </p:cNvSpPr>
          <p:nvPr/>
        </p:nvSpPr>
        <p:spPr>
          <a:xfrm>
            <a:off x="7058024" y="38875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200" name="Titel 1">
            <a:extLst>
              <a:ext uri="{FF2B5EF4-FFF2-40B4-BE49-F238E27FC236}">
                <a16:creationId xmlns:a16="http://schemas.microsoft.com/office/drawing/2014/main" id="{5768F2B2-6C0B-A725-18E5-857527E7B356}"/>
              </a:ext>
            </a:extLst>
          </p:cNvPr>
          <p:cNvSpPr txBox="1">
            <a:spLocks/>
          </p:cNvSpPr>
          <p:nvPr/>
        </p:nvSpPr>
        <p:spPr>
          <a:xfrm>
            <a:off x="7058025" y="4620975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201" name="Titel 1">
            <a:extLst>
              <a:ext uri="{FF2B5EF4-FFF2-40B4-BE49-F238E27FC236}">
                <a16:creationId xmlns:a16="http://schemas.microsoft.com/office/drawing/2014/main" id="{8D167960-8464-8DCA-186A-6B6851D6529C}"/>
              </a:ext>
            </a:extLst>
          </p:cNvPr>
          <p:cNvSpPr txBox="1">
            <a:spLocks/>
          </p:cNvSpPr>
          <p:nvPr/>
        </p:nvSpPr>
        <p:spPr>
          <a:xfrm>
            <a:off x="7058024" y="535440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210" name="Titel 1">
            <a:extLst>
              <a:ext uri="{FF2B5EF4-FFF2-40B4-BE49-F238E27FC236}">
                <a16:creationId xmlns:a16="http://schemas.microsoft.com/office/drawing/2014/main" id="{86477DA1-4C39-5374-BDFD-6A5B9301E5F6}"/>
              </a:ext>
            </a:extLst>
          </p:cNvPr>
          <p:cNvSpPr txBox="1">
            <a:spLocks/>
          </p:cNvSpPr>
          <p:nvPr/>
        </p:nvSpPr>
        <p:spPr>
          <a:xfrm>
            <a:off x="7832099" y="355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1" name="Titel 1">
            <a:extLst>
              <a:ext uri="{FF2B5EF4-FFF2-40B4-BE49-F238E27FC236}">
                <a16:creationId xmlns:a16="http://schemas.microsoft.com/office/drawing/2014/main" id="{5AAF4966-8C69-312E-03FC-F1B98ACD4447}"/>
              </a:ext>
            </a:extLst>
          </p:cNvPr>
          <p:cNvSpPr txBox="1">
            <a:spLocks/>
          </p:cNvSpPr>
          <p:nvPr/>
        </p:nvSpPr>
        <p:spPr>
          <a:xfrm>
            <a:off x="7832099" y="1031196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2" name="Titel 1">
            <a:extLst>
              <a:ext uri="{FF2B5EF4-FFF2-40B4-BE49-F238E27FC236}">
                <a16:creationId xmlns:a16="http://schemas.microsoft.com/office/drawing/2014/main" id="{4086B283-A27F-5F74-3B59-912DDE79B7DD}"/>
              </a:ext>
            </a:extLst>
          </p:cNvPr>
          <p:cNvSpPr txBox="1">
            <a:spLocks/>
          </p:cNvSpPr>
          <p:nvPr/>
        </p:nvSpPr>
        <p:spPr>
          <a:xfrm>
            <a:off x="7832099" y="17444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3" name="Titel 1">
            <a:extLst>
              <a:ext uri="{FF2B5EF4-FFF2-40B4-BE49-F238E27FC236}">
                <a16:creationId xmlns:a16="http://schemas.microsoft.com/office/drawing/2014/main" id="{55738716-5B22-39E5-FBFC-A6D27C807B59}"/>
              </a:ext>
            </a:extLst>
          </p:cNvPr>
          <p:cNvSpPr txBox="1">
            <a:spLocks/>
          </p:cNvSpPr>
          <p:nvPr/>
        </p:nvSpPr>
        <p:spPr>
          <a:xfrm>
            <a:off x="7832099" y="24778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4" name="Titel 1">
            <a:extLst>
              <a:ext uri="{FF2B5EF4-FFF2-40B4-BE49-F238E27FC236}">
                <a16:creationId xmlns:a16="http://schemas.microsoft.com/office/drawing/2014/main" id="{8427D4D9-3158-83EB-5603-1BA406FBAD1E}"/>
              </a:ext>
            </a:extLst>
          </p:cNvPr>
          <p:cNvSpPr txBox="1">
            <a:spLocks/>
          </p:cNvSpPr>
          <p:nvPr/>
        </p:nvSpPr>
        <p:spPr>
          <a:xfrm>
            <a:off x="7832099" y="31731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5" name="Titel 1">
            <a:extLst>
              <a:ext uri="{FF2B5EF4-FFF2-40B4-BE49-F238E27FC236}">
                <a16:creationId xmlns:a16="http://schemas.microsoft.com/office/drawing/2014/main" id="{758431CA-C722-FADE-1F54-2AE7DE5310E7}"/>
              </a:ext>
            </a:extLst>
          </p:cNvPr>
          <p:cNvSpPr txBox="1">
            <a:spLocks/>
          </p:cNvSpPr>
          <p:nvPr/>
        </p:nvSpPr>
        <p:spPr>
          <a:xfrm>
            <a:off x="7819721" y="38875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6" name="Titel 1">
            <a:extLst>
              <a:ext uri="{FF2B5EF4-FFF2-40B4-BE49-F238E27FC236}">
                <a16:creationId xmlns:a16="http://schemas.microsoft.com/office/drawing/2014/main" id="{6D7F97FC-9A54-2C32-DCD2-7B76E9C47273}"/>
              </a:ext>
            </a:extLst>
          </p:cNvPr>
          <p:cNvSpPr txBox="1">
            <a:spLocks/>
          </p:cNvSpPr>
          <p:nvPr/>
        </p:nvSpPr>
        <p:spPr>
          <a:xfrm>
            <a:off x="7832099" y="46209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17" name="Titel 1">
            <a:extLst>
              <a:ext uri="{FF2B5EF4-FFF2-40B4-BE49-F238E27FC236}">
                <a16:creationId xmlns:a16="http://schemas.microsoft.com/office/drawing/2014/main" id="{6DF3B249-F5C9-2CDD-56B4-29ABFBD195B1}"/>
              </a:ext>
            </a:extLst>
          </p:cNvPr>
          <p:cNvSpPr txBox="1">
            <a:spLocks/>
          </p:cNvSpPr>
          <p:nvPr/>
        </p:nvSpPr>
        <p:spPr>
          <a:xfrm>
            <a:off x="7832099" y="5354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127A721E-9F89-7C93-C4D4-405B6FB30F26}"/>
              </a:ext>
            </a:extLst>
          </p:cNvPr>
          <p:cNvSpPr txBox="1">
            <a:spLocks/>
          </p:cNvSpPr>
          <p:nvPr/>
        </p:nvSpPr>
        <p:spPr>
          <a:xfrm>
            <a:off x="1714579" y="6169423"/>
            <a:ext cx="805421" cy="3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700" b="1" dirty="0">
                <a:latin typeface="Arial" panose="020B0604020202020204" pitchFamily="34" charset="0"/>
                <a:cs typeface="Arial" panose="020B0604020202020204" pitchFamily="34" charset="0"/>
              </a:rPr>
              <a:t>|2| = 3</a:t>
            </a:r>
          </a:p>
        </p:txBody>
      </p:sp>
      <p:sp>
        <p:nvSpPr>
          <p:cNvPr id="56" name="Titel 1">
            <a:extLst>
              <a:ext uri="{FF2B5EF4-FFF2-40B4-BE49-F238E27FC236}">
                <a16:creationId xmlns:a16="http://schemas.microsoft.com/office/drawing/2014/main" id="{C74D9D6E-199A-B4F2-2FF1-E95F2C19CB24}"/>
              </a:ext>
            </a:extLst>
          </p:cNvPr>
          <p:cNvSpPr txBox="1">
            <a:spLocks/>
          </p:cNvSpPr>
          <p:nvPr/>
        </p:nvSpPr>
        <p:spPr>
          <a:xfrm>
            <a:off x="4591129" y="6169423"/>
            <a:ext cx="805421" cy="3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700" b="1" dirty="0">
                <a:latin typeface="Arial" panose="020B0604020202020204" pitchFamily="34" charset="0"/>
                <a:cs typeface="Arial" panose="020B0604020202020204" pitchFamily="34" charset="0"/>
              </a:rPr>
              <a:t>|6| = 3</a:t>
            </a:r>
          </a:p>
        </p:txBody>
      </p:sp>
      <p:sp>
        <p:nvSpPr>
          <p:cNvPr id="61" name="Titel 1">
            <a:extLst>
              <a:ext uri="{FF2B5EF4-FFF2-40B4-BE49-F238E27FC236}">
                <a16:creationId xmlns:a16="http://schemas.microsoft.com/office/drawing/2014/main" id="{6DBBCD8E-ED41-7B31-5C5E-EC0657F16121}"/>
              </a:ext>
            </a:extLst>
          </p:cNvPr>
          <p:cNvSpPr txBox="1">
            <a:spLocks/>
          </p:cNvSpPr>
          <p:nvPr/>
        </p:nvSpPr>
        <p:spPr>
          <a:xfrm>
            <a:off x="5372179" y="6169423"/>
            <a:ext cx="805421" cy="3620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700" b="1" dirty="0">
                <a:latin typeface="Arial" panose="020B0604020202020204" pitchFamily="34" charset="0"/>
                <a:cs typeface="Arial" panose="020B0604020202020204" pitchFamily="34" charset="0"/>
              </a:rPr>
              <a:t>|7| = 4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8D28686C-E68F-BB00-18AC-1852838541C9}"/>
              </a:ext>
            </a:extLst>
          </p:cNvPr>
          <p:cNvSpPr txBox="1">
            <a:spLocks/>
          </p:cNvSpPr>
          <p:nvPr/>
        </p:nvSpPr>
        <p:spPr>
          <a:xfrm>
            <a:off x="8430295" y="3887550"/>
            <a:ext cx="340170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Score(F) = |2| + |6| = 6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8C920B31-E3AC-E869-5BF7-93770D350F94}"/>
              </a:ext>
            </a:extLst>
          </p:cNvPr>
          <p:cNvSpPr txBox="1">
            <a:spLocks/>
          </p:cNvSpPr>
          <p:nvPr/>
        </p:nvSpPr>
        <p:spPr>
          <a:xfrm>
            <a:off x="8430294" y="5354400"/>
            <a:ext cx="340170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Score(H) = |6| + |7| = 7</a:t>
            </a:r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A9B2B3E0-E4FE-A3D6-33E8-F75A8FD3535A}"/>
              </a:ext>
            </a:extLst>
          </p:cNvPr>
          <p:cNvSpPr txBox="1">
            <a:spLocks/>
          </p:cNvSpPr>
          <p:nvPr/>
        </p:nvSpPr>
        <p:spPr>
          <a:xfrm>
            <a:off x="8458869" y="4669858"/>
            <a:ext cx="3401706" cy="495096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Score(F) &lt; Score(H)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618AB88B-52DA-DDAD-8798-E019AB2297E0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2151369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611E1-DA0F-D284-9754-909A777FE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hteck 82">
            <a:extLst>
              <a:ext uri="{FF2B5EF4-FFF2-40B4-BE49-F238E27FC236}">
                <a16:creationId xmlns:a16="http://schemas.microsoft.com/office/drawing/2014/main" id="{25B364A3-3495-53AB-F47B-4CE95BF85065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463694F-A8FC-F05A-13C9-6BD039D318AD}"/>
              </a:ext>
            </a:extLst>
          </p:cNvPr>
          <p:cNvSpPr/>
          <p:nvPr/>
        </p:nvSpPr>
        <p:spPr>
          <a:xfrm>
            <a:off x="7041379" y="413497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5D5A0D7-7CB6-B1E9-8D8F-EE588BE40688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E3F049C2-54EB-7CC3-07F1-C95D716F2E46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B77F472-2389-259A-D8D8-FD45E9A93F48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B956ED1F-0A63-C800-D0A7-D13EEB6A10B7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EB6EBBB-66BE-9AE3-9013-7CBF8E1D6607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14B1368C-691C-9A7D-BAA8-CC5A09BB5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5DBFD188-074E-A52D-5C89-DF8168D7C0E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C41E014-027D-52DD-4656-66CA9CFCF2E2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2E799C77-0AFF-780C-9DC7-2B03F1E3A4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ECF9717A-A786-2310-4116-477D12D793F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625A66D-1AFC-DBD2-7094-E9D789E573F0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ECBA80C9-5F94-FAEB-F914-A2232E7A65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C52C9CD6-4A24-532D-3B07-7044B39C12B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78F1CFCF-0C7B-B45C-3D9E-87CBFFFE12B7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864A56D2-2621-56A2-9E69-06DAC41F3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8CF6AB18-7762-1E6C-C048-9A7382C0D11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AF4AA329-64A0-0691-09C8-428C90B1111A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96F6EF57-E802-F7C4-F38D-C2522B377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10F27374-A2AA-1FB9-2CD3-7F81B88288F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11BB73A6-6CC2-DD4D-F836-07DB74C54655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9D20A8B2-DB50-4A65-28DA-347860959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CD7A0C98-E07B-23E0-56D3-A5E1F342FC3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EC6FEDAC-709B-22F2-5F45-C4C09E687E7A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50586ED0-897F-DAA9-4C67-E818D6DDC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9CF75A56-1B3D-64BD-F9F3-8AA2B83B306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8416BA3-A3ED-21CF-C84A-ED659F8CBE36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0BD9B317-628D-3C43-C315-3116301A9F12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5EE07235-C348-4987-6C3A-53E8120804AF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4F2E4F67-45D5-4AAF-1719-F06818774853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DCAC246E-7B58-3131-9D3C-43EF108B2E58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57B174B2-A348-A2A7-1947-15A80D145909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D8B56A5-E150-E77A-ABF2-6A9D9F0D5293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1159584E-07C4-2BFE-D8C9-605C0B5253B0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B2FA20C8-DC43-5533-B327-167C6D0DC02A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B287E167-91F3-6A7A-A5CF-250EEDE0A298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EFDADB0A-5BAC-93B8-2892-7CBBF8F50842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5DE0EAEE-F94F-2AD5-3EFB-C7ABF24FBD37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52052426-7A43-CE7A-FDD7-7F27BDB23313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96C0BDDB-61F2-EA6D-66CB-331DA8524CFB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BFC6058D-066D-82ED-126E-7AA29FAFDCFE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E8F05765-0F52-6AF1-EA20-698F256C9047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725B82AD-16F4-530E-CABE-BBAF97B98D3A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564810C9-9BD2-BC3F-7A06-6F64DE809F0E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1AB45624-C01C-FC6F-1D32-79AC3FC98713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683DECFB-ADFF-4C62-33D4-9AB85936D49E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3AADEA88-8029-4D38-DDC7-F3A5EAD965C7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8B444357-723B-1226-09E8-A1086899B015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C9B01F53-54EB-56AC-4335-B1549661EA05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A9AE73C5-8C48-0374-FFF3-971F4CB59288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4D210B04-8B9C-618A-5291-05452A4F17EF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E6CE714B-EE51-D529-82CC-5B7BA31685C3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4A46D417-5CBF-C06E-E961-B2CD8AEF92BF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72932D86-416E-5F45-AADE-FC6B34F990AA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C4E33285-3233-63D1-254F-811C4DA42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C64045E0-4E63-2A3C-E4DC-C87C62ECEE6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20C01F37-DFE7-FCB8-3EE3-CCC76FD60291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EE787EEB-06DA-A441-ACC3-A470CFE6F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28BC4FAF-B4FC-FC52-5B48-533E3749879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1E2A5304-2E97-FBBD-E5CC-52E8713C7378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508C9854-8358-CA4C-64F5-88459A9A60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BBA8E93-A029-BCC1-A968-9B52EAB5E7D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215D92B9-DC10-7728-8A68-E66620191D6F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4E90926C-DFA5-29A2-B21E-E84E4E6D1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1154497B-3AB2-96CD-7A56-2BA28D18A77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5EE3F486-7EB6-E9BF-5C83-B4864A2242DB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8B890749-D26A-D7F4-7E24-BCA3804B07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3F07F013-6E3F-4356-6EC9-C9F619E4ADB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8BB0C70D-A75A-669F-B50E-C120D684D276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F637AD94-8C76-987A-4CE9-C4CB0495B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0C6E68AC-4E86-2898-A521-07BB9BF17BC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64C02413-B37C-B47B-9873-CD5F518B7C69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DED93C17-CFAC-749F-14DF-FAD0BFFFED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72D735E5-A300-CAFD-508A-CD3C22696B8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F5D40DEE-2E9E-4A39-EB70-C7CEE2D520CD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D3F05991-37B1-D923-FA79-282818729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C37B7216-74BE-799D-F831-3D91B199CB5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3E91B938-B339-7899-6F13-2C994237D819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110B732D-C6D5-965A-49F6-0A8B064BA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EC4C8E02-5E32-7A49-9FCB-0730342ECEF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8BAD5817-5156-B177-4F02-4285E7010898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43D6F72F-237E-6087-E306-2F6AB86EA7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63A19F09-F6AB-869D-1616-0B56619BD38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F66987C0-E687-5078-4AB7-9095CA08445E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F04DDCA1-DBB7-67A5-77F8-0B59792A9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45509E6F-E401-A07F-BE35-4AFCD6F5D01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478F9C44-CD2C-2808-7676-91975C124885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F046AE2F-7D68-BEFC-5D15-9A45CF456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68625C7E-5454-5F37-2C7B-63786DDF682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A226645B-78C9-E737-345D-CB3E5B657241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F5E3BDF8-C02B-FDB7-2AC5-59DBDF68D4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104BC72E-9964-C002-6CA8-BF1C67E297A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B17FEE22-9EEC-5165-F8AE-4F3B700E4D51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4EBCFE20-D611-4F3C-B185-0383D2328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EB55663B-144D-E7A8-19A6-20B3C297188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BB204FD5-5DDC-4EED-EF98-90E3B00F8A84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0B852FCB-EEA9-7FFB-F105-FE889F825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1EF92870-8CC1-B259-B5D9-44BFB9BCE74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F04FD26E-A8AA-2C50-FFAB-9C49CD04CD9F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4FA61A83-3C69-738F-BB92-22BFF9EBF4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88FE5932-51E3-54B0-B392-52C06CEADE2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66813D5F-3B4E-D9CC-42B1-8F26530A3CD4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51A05238-5C56-1F71-C6BC-4048D2070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A5D422A6-5671-B98D-95DD-B85A79C3B88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6CD7C3FC-AE37-165E-21BE-0E38F93D2440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F1F138E2-4B9B-2E72-C836-FD8E02E6F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3CAAF6BC-6F62-9C2B-EECB-D657A29A22D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178924FB-A1AF-DF29-4E0D-939D2002C307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7E6A2CF4-68F8-5F76-B775-A1D1DC7CF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264D4B58-A654-BA76-C222-00EEA3DB3D2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580713BC-3607-DD79-02E8-C752B736EDD0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46B9DCD9-D000-D77F-4A9B-887494A28E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16353A2E-CA8D-907A-D241-BB092EB761D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5618417C-7CD5-78BF-B9FD-F8B471405FBE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A9DF0A79-FA96-0C5F-387F-23C9A2CFD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7A945FA1-B3B0-C484-115F-4609586064E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0AD0094A-668F-400D-7460-2CA10DE92212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0CD91D7B-4865-B579-9583-94648472D653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28B25AED-7E69-9813-A271-08EE79AA57EE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7961C3EB-3C9E-CD57-0D6A-F7F3FCAC4C4E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81AFDE2E-C400-67BB-0C4A-28478EE28A7C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45A47FB5-F146-7A4E-E786-96F94FE7A96F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3FB136BE-0067-7BE4-312D-79582D1929EF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70B98CAD-A2C3-54B6-9F27-D9C34421E1AA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63" name="Titel 1">
            <a:extLst>
              <a:ext uri="{FF2B5EF4-FFF2-40B4-BE49-F238E27FC236}">
                <a16:creationId xmlns:a16="http://schemas.microsoft.com/office/drawing/2014/main" id="{E1D39BF6-9D94-87F2-7B88-496502B6CA81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5" name="Titel 1">
            <a:extLst>
              <a:ext uri="{FF2B5EF4-FFF2-40B4-BE49-F238E27FC236}">
                <a16:creationId xmlns:a16="http://schemas.microsoft.com/office/drawing/2014/main" id="{A8C40358-0A05-F706-3DCD-F60CE4FB3E66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6" name="Titel 1">
            <a:extLst>
              <a:ext uri="{FF2B5EF4-FFF2-40B4-BE49-F238E27FC236}">
                <a16:creationId xmlns:a16="http://schemas.microsoft.com/office/drawing/2014/main" id="{FCFE94D3-0ECA-2EAB-C5D3-28BDAC65A329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6" name="Titel 1">
            <a:extLst>
              <a:ext uri="{FF2B5EF4-FFF2-40B4-BE49-F238E27FC236}">
                <a16:creationId xmlns:a16="http://schemas.microsoft.com/office/drawing/2014/main" id="{BEB9513A-B5B8-5F91-D531-5BD97D5413F3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2" name="Titel 1">
            <a:extLst>
              <a:ext uri="{FF2B5EF4-FFF2-40B4-BE49-F238E27FC236}">
                <a16:creationId xmlns:a16="http://schemas.microsoft.com/office/drawing/2014/main" id="{7CCDBE4B-A397-8DD1-34BD-34EA830B4044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3" name="Titel 1">
            <a:extLst>
              <a:ext uri="{FF2B5EF4-FFF2-40B4-BE49-F238E27FC236}">
                <a16:creationId xmlns:a16="http://schemas.microsoft.com/office/drawing/2014/main" id="{C3EB6874-7166-0250-1C58-28AE87C0CB6F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4" name="Titel 1">
            <a:extLst>
              <a:ext uri="{FF2B5EF4-FFF2-40B4-BE49-F238E27FC236}">
                <a16:creationId xmlns:a16="http://schemas.microsoft.com/office/drawing/2014/main" id="{1DEBE313-9D42-D1A3-214E-087BCDA2CD59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5" name="Titel 1">
            <a:extLst>
              <a:ext uri="{FF2B5EF4-FFF2-40B4-BE49-F238E27FC236}">
                <a16:creationId xmlns:a16="http://schemas.microsoft.com/office/drawing/2014/main" id="{604EE11D-C045-079B-3D84-EDA05C256C1E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F85317AE-A90A-6AA9-5498-F37EC0D2A1D7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61687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45990-0CF0-3520-D2C9-05BE2681F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hteck 82">
            <a:extLst>
              <a:ext uri="{FF2B5EF4-FFF2-40B4-BE49-F238E27FC236}">
                <a16:creationId xmlns:a16="http://schemas.microsoft.com/office/drawing/2014/main" id="{6943FDB9-9FCC-D850-1DCD-998458A19996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61E01DDE-07D2-7986-F0B8-3FB4C28613B5}"/>
              </a:ext>
            </a:extLst>
          </p:cNvPr>
          <p:cNvSpPr/>
          <p:nvPr/>
        </p:nvSpPr>
        <p:spPr>
          <a:xfrm>
            <a:off x="1076099" y="4139998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7736E818-EABA-E446-875B-B4F04EF1A346}"/>
              </a:ext>
            </a:extLst>
          </p:cNvPr>
          <p:cNvSpPr/>
          <p:nvPr/>
        </p:nvSpPr>
        <p:spPr>
          <a:xfrm>
            <a:off x="7041379" y="413497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96E298A5-5CBE-4244-C245-D526532916B4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F841A95D-5658-32CD-46BA-9468D685D7FA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20DAD77C-8D61-CF05-485B-63D07FB0E8FA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5C71520-33C1-0731-77B5-C520B0652B6A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9E5991F6-FD0D-F8C7-0327-66AF0FBAA3A7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6976B74B-5F1B-3EDA-66C0-E80119D6B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BCC9570-610F-193B-B6A0-0A93E90AAC0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D5F03EB6-403E-9336-478D-6A169BBA66E9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D3071507-5F62-EFF4-5169-084978B945F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CB90F692-48B1-65AA-10DA-F5F6E8D196F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DBE5355-C5BC-C7FA-9870-9D1045DE9B86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484A27D9-78FC-63AF-6785-5D7B9D697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1826923D-A384-3EA9-F767-CC719EF482A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3F0677A-1E84-4137-688A-300E3659A642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3A228418-1EEF-EF88-3ED5-899BB2838A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0CC50F47-C8F4-47FF-D870-010EC3AC892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422EAC09-0F62-B320-E2EE-B8CBB59A6704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B6F7A3AA-2554-6AEB-EF5A-F03127137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47267E1-3D89-00D3-5E1F-948C0B2EEA1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5C626DCE-0878-EB56-DC57-B38A83279EC9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6D3209EA-5AEC-24D7-6C6B-DA33F3F3E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AE237EEA-8D3E-FAF7-C02E-70E2FDD454D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0F45CDF6-7570-F9FE-7DDC-054763E617F0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81BAD2DC-D491-4F4B-2C4E-55ED44365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208C1291-0C71-ECFE-1372-6B4630C3585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D55A6A73-0A52-7726-AD23-3FC3FD5E046A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99B5EC1-B50E-2AC2-AA16-8A3F1A928F74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1ADB5BE4-B872-6523-7DE1-02132F727064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3E75B22C-7AA0-23BA-A51C-F4C8FEB2A06A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28081091-7CF2-D46F-5FA5-381376198253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3DF6886C-0F6F-4BFF-0BD0-5EA66E0A7004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7A2019B0-8D66-E4D3-C274-C75B8EA4608A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EB56C338-E0DD-E1D8-1499-8B2CF2BA04AB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D3CE9A04-770C-5268-7E15-BBBFD36D6ADA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FA303186-AF90-D805-BF3D-CAA7EED8023C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55835AB2-4F24-9201-9EA3-6044E608C5CB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A4DD480A-79CB-1FE6-598E-18E9A6801BD0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F6FD229-06C8-6171-FAFD-A836E1BD6C01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636D17B-05E9-44C0-1DD1-EF9BF84D46A3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84C77596-139A-D4AC-1B45-D15D3C75FF16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2E64C4CE-D304-2F63-FCED-446966E68848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CB329C7C-8947-F5A9-C711-47040826F51A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C072243D-5284-04D2-667A-F41F5B3CCF0F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E6BF1340-5952-2B31-10A5-60003AFEA02C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8DB6EC47-4F85-D15E-F5F5-0893A1F54EF3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6E0DB64-B208-EDF9-1E9F-F8856BD10F20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CDE1401F-4C32-A3D6-EDA5-8F5B9DFCCBA1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7CC1CBCB-1312-E5E8-639E-15DB80EF3FE7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D607D3FD-7EC5-CF34-E36E-EA5F8719D17D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BC352AB7-C876-1C30-3568-1F084184B00F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BCDECD01-18DE-1E32-4023-AD419E496924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8861E841-F105-9134-C7B9-3F3D2ED46D84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24415856-EFC3-B4CF-F01E-E365ECBEDA2F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48B4FD8D-CFCD-718B-DFB4-B7A4ABC11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5E4A6A28-497A-7D23-8A60-808699EB050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EC07604E-7066-99A8-E1AE-E55FA73FA41F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84024395-4A3D-D8FD-4692-84EEA02B0B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9508C6F5-A975-A44F-9C04-3CBDDA76572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8076DE59-EB40-A4BD-79A8-EF8518BC74B2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7CA04E0F-CC38-D7DD-ED37-42B3F3C805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0BDFC23F-1DF8-CBB8-E124-C334786DEB9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B11BDEF0-F0CA-CAB3-D69A-F84180FB7162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5B7379A3-0173-A282-9D7D-09A1B3C869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1FFC07AF-CB48-2651-2649-259193C2038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F0DBD59A-F05B-F109-A552-74DD1F604F1B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2F68DBAF-174B-5F2F-6B3A-A933E92DD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1392F26C-7EA7-7B03-885A-B6699CC74AE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A7E05E3E-2AB9-23E2-6C46-3BA4AB30D2D4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3038B541-6BEA-F280-1332-4E13EC629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6470D1CA-CBD6-A43D-7492-9ABF90CDE93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92836822-8CDB-933F-98FA-35B95E2F917F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2C2EE39E-F84D-E748-BEB1-C1A5414F4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866F4763-06E0-0739-3634-F39723009CF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695B6170-E4C2-5DB7-68E9-255473DE2BC7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403D9143-AA21-A158-1748-25F81804C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94BF80D8-8D52-B628-5829-4582F800294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F88DAB44-DD5B-15D9-B753-A68295B1778B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85CA3B5A-8142-C989-6723-EE53BD4624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8CBA8AAD-6B71-3869-3987-236877111DD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174A7829-1FB2-C812-1E52-FAA0884B420E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A1CDFEF2-C93D-8555-9EBA-E010984019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94A8995C-F9E7-F45E-F4C2-4E37A51BEBC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482FABD1-813D-D04B-80EC-67560E5818A7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E93FBFE0-42BA-1847-AC14-29FD9A9C45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EFD24598-937D-0381-F65A-F0B4D5AA064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11E5CC20-0DB6-B3A2-803A-2A43399AC057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A5784F6C-D621-D40B-1C92-9E4DA17A7E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7BF9EB2B-B1D6-FBAC-E6F5-84EF0E82EE6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2020D552-5672-CE58-BA20-676B4E8D5965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36C80F1A-237D-D01A-8D4E-13BD9C03EB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23F45B9A-E569-1F52-2925-477528DC861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D60F73B-8C03-71C2-5D3C-52E6C74CB85A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4AF770B3-8DD3-E923-6F71-32190DE10D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CBC00377-72F4-8A0C-B685-9656E9F92DE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F15C4907-5CBB-8B05-C0DD-06D43604B37F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93F02192-12F3-F0F4-3B3B-0B2029F2D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F07CD352-E922-2A42-38DB-F536B7BBE6F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595C071D-5CB9-EFE9-BA3F-2992E7B657FE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E4B213F5-D46D-815D-9BAA-940348495A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8F73E5A1-17E2-8139-B523-4C18CF15C13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ADFF54CF-F2FA-041A-98CB-7988273F2714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6B2D57C0-1D28-0AA7-B4A3-9C7CE4BF6A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27662647-612D-3DBC-CA7E-9DF55AE73C9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DEB5E4B1-1535-CCE6-1A16-8F935AC3B126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66F4EC6B-96A3-79E2-7C3E-526FF5CA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C3CB3651-8EC7-6613-1677-F533371CC75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3410E703-FF42-7336-2700-8878653C0C48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33850B34-7FCE-85A1-2A75-88443F48B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6D6A0F7A-C1E0-E1C4-F8A0-47382B514E9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2868314C-4ED5-7862-760A-92B83595BC80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8F03EEF5-D292-10EE-DCA1-E603894AE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B8F8A3C6-D63D-25A8-C349-C3A5EB52445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E4FABF6A-9BC1-7E80-22C1-AD8B267F0804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9EADAD28-96DC-13E4-F2C1-BAAEA6DC9D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4FE170B7-C2BA-7C64-4DEA-AA3E64B5375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550883A8-AFA8-C815-7CF7-1986C5720DCC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072AD018-F9FE-1B5C-B8B3-D0EF41AD26B7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D8551547-A2E1-C7A4-113C-B6A3E817E0A8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A897C104-2D93-5B70-0B8F-E7CC1A394539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36D3AE92-A247-8F6E-4D82-3A7276FF72C2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618C6C96-4A7D-50F1-8EFE-F165CB51A99E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4CC2F9F1-870E-200A-E879-FECFE3813077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32C7A800-F553-42E2-FDF7-B13677077597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63" name="Titel 1">
            <a:extLst>
              <a:ext uri="{FF2B5EF4-FFF2-40B4-BE49-F238E27FC236}">
                <a16:creationId xmlns:a16="http://schemas.microsoft.com/office/drawing/2014/main" id="{70422D06-69E5-BD3D-4447-EC3EA9B57CE0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5" name="Titel 1">
            <a:extLst>
              <a:ext uri="{FF2B5EF4-FFF2-40B4-BE49-F238E27FC236}">
                <a16:creationId xmlns:a16="http://schemas.microsoft.com/office/drawing/2014/main" id="{F3774F4A-2F49-B966-FD1D-400959A4DBF1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6" name="Titel 1">
            <a:extLst>
              <a:ext uri="{FF2B5EF4-FFF2-40B4-BE49-F238E27FC236}">
                <a16:creationId xmlns:a16="http://schemas.microsoft.com/office/drawing/2014/main" id="{17016C64-7193-97C0-BA40-4C5B27D12938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6" name="Titel 1">
            <a:extLst>
              <a:ext uri="{FF2B5EF4-FFF2-40B4-BE49-F238E27FC236}">
                <a16:creationId xmlns:a16="http://schemas.microsoft.com/office/drawing/2014/main" id="{953BCE7C-A04C-1B77-2210-8780895F81D9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2" name="Titel 1">
            <a:extLst>
              <a:ext uri="{FF2B5EF4-FFF2-40B4-BE49-F238E27FC236}">
                <a16:creationId xmlns:a16="http://schemas.microsoft.com/office/drawing/2014/main" id="{76016247-B91C-2E10-C92A-ED25DCD5F09C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3" name="Titel 1">
            <a:extLst>
              <a:ext uri="{FF2B5EF4-FFF2-40B4-BE49-F238E27FC236}">
                <a16:creationId xmlns:a16="http://schemas.microsoft.com/office/drawing/2014/main" id="{5814B2C9-FA72-3B4D-4C09-493E962FFFB6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4" name="Titel 1">
            <a:extLst>
              <a:ext uri="{FF2B5EF4-FFF2-40B4-BE49-F238E27FC236}">
                <a16:creationId xmlns:a16="http://schemas.microsoft.com/office/drawing/2014/main" id="{BC97FBF8-90A0-7C7A-C4CB-D8A5529744B3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5" name="Titel 1">
            <a:extLst>
              <a:ext uri="{FF2B5EF4-FFF2-40B4-BE49-F238E27FC236}">
                <a16:creationId xmlns:a16="http://schemas.microsoft.com/office/drawing/2014/main" id="{1F6301ED-3062-EA85-2113-3F959EDF3E63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456B6587-6CE5-980B-AFD5-C5ECFA1D420F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E9B76DCF-A4DD-1BCB-07CD-09F1BB23AEC8}"/>
              </a:ext>
            </a:extLst>
          </p:cNvPr>
          <p:cNvSpPr>
            <a:spLocks noChangeAspect="1"/>
          </p:cNvSpPr>
          <p:nvPr/>
        </p:nvSpPr>
        <p:spPr>
          <a:xfrm>
            <a:off x="9785697" y="61503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5298589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E531D-86F6-DCFF-BF63-EE4E97C97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hteck 93">
            <a:extLst>
              <a:ext uri="{FF2B5EF4-FFF2-40B4-BE49-F238E27FC236}">
                <a16:creationId xmlns:a16="http://schemas.microsoft.com/office/drawing/2014/main" id="{9B99E1DB-7370-929F-8610-104446F566EE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BFB559A4-6D24-D96D-F9AF-B8518F5C6F82}"/>
              </a:ext>
            </a:extLst>
          </p:cNvPr>
          <p:cNvSpPr/>
          <p:nvPr/>
        </p:nvSpPr>
        <p:spPr>
          <a:xfrm>
            <a:off x="4679999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D851308-8611-1956-5BC0-860500B9E48F}"/>
              </a:ext>
            </a:extLst>
          </p:cNvPr>
          <p:cNvSpPr/>
          <p:nvPr/>
        </p:nvSpPr>
        <p:spPr>
          <a:xfrm>
            <a:off x="1799994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7144EFB-5640-BD09-5EFE-41EBF7D42793}"/>
              </a:ext>
            </a:extLst>
          </p:cNvPr>
          <p:cNvSpPr/>
          <p:nvPr/>
        </p:nvSpPr>
        <p:spPr>
          <a:xfrm>
            <a:off x="1076099" y="4139998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FAD0323F-7C8B-F9EE-B449-AFB2A64A2019}"/>
              </a:ext>
            </a:extLst>
          </p:cNvPr>
          <p:cNvSpPr/>
          <p:nvPr/>
        </p:nvSpPr>
        <p:spPr>
          <a:xfrm>
            <a:off x="7041379" y="413497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8D2B2F88-4715-7B58-71D5-3D8CE5DA6609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5332FBC9-05E7-B053-762E-CD7165C71578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304B4AD-7D82-5073-E7F6-A1A2B825B2D5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32E982D8-B2BA-272D-44D7-82F667B75689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75FB053-B62A-7CCF-8E6A-7F4759E37D32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2FAD72A2-8127-AC4C-11E7-F0FEF4BC9A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B5D54FA0-F018-6111-B0E6-AF9F684817C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F8BC3498-8A56-633B-E86E-FBE3FAFD4E03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5AE70804-2BD8-48A1-211E-C90C379E1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BBF857AE-2976-281D-9241-5F078500100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DFDBB82-4B14-CE83-3A4D-9BE8D336A563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9DBC9FF4-95E7-332F-ACC4-AC31B4F47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91B5D942-FD36-1E0E-F198-5CB28EAEE8B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749E29A-3BC2-4410-0B25-A92AB00DB177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A1E48DC3-AAEA-BFB9-9EEA-B40298FDE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9766C015-E546-80EC-2FC9-9E258959BDD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E0494271-2A16-9BCB-2F6F-6035B290E405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DD5B2A72-8AC5-A6EB-F909-2A2FBEAAA3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D9A41EE-47A0-9804-1D9B-8D3761631C6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8062B276-922C-3782-BC5D-61E34C66BA9B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EFB0F805-7F70-AD53-D5A0-44B0D8AEF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DA85BAE9-70B7-E409-89D0-AF3D64CB0F0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1697A1C4-800A-C755-6BCB-FB5F46384AF4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5C4C57AF-0886-F42A-E28B-243DDF798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5C15A018-A719-EC5C-6D9B-ADBE930984A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4F297866-60C7-E9D4-FEEA-83B6AF6C9001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AD5455A4-C05B-29D8-92CA-DBB37D91649C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1D825888-CA51-31B4-7508-B62C0C6ECC87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46DB52EC-2326-E5F2-FBF5-7D115A569266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E9C78370-ED63-37F1-9320-D184C4D14446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BD269B6-9309-5ECA-5583-8155BF7E3E8F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4DA0A082-9395-813E-977C-6ECA5993C9D6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09269EF8-4548-8E1C-B5B2-C6B74BCA6740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858D73D9-3574-EFD3-C327-73108D87AF05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C1584906-A1AD-9837-CE91-D7ABD4AA3EAB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5DC7C9C1-8DCC-49C4-DD52-4C9416489DAC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423A7053-24F5-089E-91A9-83AE430B42F7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1FEF40C0-415F-619A-6E16-17797CE70D0A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26A42854-7B5C-C2A5-5E53-71A1597A7B6D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1FEED28-BDA0-9704-8797-6EA81BBAC0E2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0217EC31-1868-B8A9-B21C-E4E33014646F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DF08DC1D-8506-89B0-C016-4955D4C09A5E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F767D18A-7532-D5AD-6C6F-CBE310629361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340185C-06A1-D5AA-597C-03E49CDEB07C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96F6A06C-802F-169F-3655-A15BF0F551F6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CD103272-D756-0463-A7C9-0719D04C24E3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1FA7A38C-1BC1-BDF2-159F-6BDBBC25D8F2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E6F6E3D6-7A7E-8D29-A750-1298A169C25C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F752A7C-3C8A-31E1-C09D-77636C90F4B9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723C7F16-F2F1-036E-BCBF-CC09E1AC89AF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87667A52-6BB1-8340-E288-A2D94D34597D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002A7642-1EFD-80D3-B42E-D7C71DC6D4B8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89A34101-AE86-5A1C-2C77-A59832F0EE32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F771F657-C827-5E93-9EF5-9E73F2BD8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62CC4949-4A8C-359A-6EC8-7862B3B67E9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B1D9D78A-76BE-BF78-67D2-5850C190B831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4E8FC56A-69CE-638A-53CA-C7DA3BB85B0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15890FFE-5655-A8D7-DB19-376347865DD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747C79C7-C16C-C926-7E2D-F20D6579BA1C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C69C1E1D-0EA6-E10D-B710-CD351FD25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9F3BB232-A18F-A9FA-C149-31A4630D9C2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0FD16DF3-5311-4B29-8D00-F4C8F0260EB4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4AFA6E40-9C09-AF6A-DF91-3F63B7B6D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70FFEECF-97E7-AEA3-6993-F6B955B0AB7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0D99D308-5FA1-3EAF-0902-2FC46A0D85F5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E3282047-B349-D21C-B88F-F3CB5CC63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D5D8FF6B-1058-883B-9411-FE278AF34E5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7302A601-8E36-BA73-6519-15993AEDF3A8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688FBDBD-5A41-E813-E6D9-48944F371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A576D10B-F961-1DAF-24E7-D57E1321569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47B30D4D-B9D1-24A8-446B-57E032137D9A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DCE9FD9A-DB1F-91C9-2829-68FF6C50D0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55C341B2-1206-A9FE-96C7-9195ADC3D67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8919D3DF-9925-CA99-975B-B4383B96D4B6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B6068E9F-BD7B-29A8-585F-5FB24207FB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5EE22ECE-5B7F-E565-248B-1E0D04D2C6D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4F791C1C-DDEE-52F8-79A9-0778E4FFBA41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3462B5FF-1EC7-EB87-105C-33D807460A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0C0D46E3-D1A7-AB2F-CF0E-C8DA3F89BDA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A69F69F3-45BD-EAF0-3474-966A09714A74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53CCE425-1E98-DD66-1146-E2809ED3BD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FFD53C6A-9E95-7388-D9EE-13DD4823D88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E8314006-06E5-B680-34CC-C768A505F27A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3904CF70-6A96-95B7-E3F9-4965753AD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3C65318E-BBBE-9E72-9B79-EB67550E753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74E4B567-0DEA-1749-E79D-EEB6734604F2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CDFFC881-9E5B-67D7-AC43-04D20D6D8F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BA7B2554-165F-0C7B-7A85-3E7A62B5C65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15AB78ED-9F08-4584-ED97-3D1755895247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34793132-7766-EC7E-D758-5D434E124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D23364A5-5E77-8666-A344-7675C5EACD3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93FA3035-ED33-02BB-5B48-526E2855C2B8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77B6EB3C-6609-6B10-382F-8D1D1630D1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C36B604B-B25B-2062-86D1-2B3FBF3B814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1F501732-481C-7C5B-5A9B-646FD5C58FC2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3DD11540-DC9E-FC31-110F-B62047FE80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01838343-7DF0-2401-F3F8-9E7221878B9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53868FC5-F8B3-FF31-C527-935D926D319F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22D2FB2B-4660-EC14-B310-95C6C2D453E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B56BF265-62C0-224F-44B4-E065382E5F5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D0512895-3582-018D-70A7-E0B061EC380C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E676F6B3-6120-7EB7-FFEC-EB3E2151A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FEDE54E3-ED89-C59F-4DAE-AD8D669662A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D3D82476-8163-85B4-7EFF-241A7F62367F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A0F63365-0C85-C9FB-B635-F79348826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FBAE5F2C-4B55-3F2B-C596-3D305554116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B8417F61-14DC-35AB-65F9-0E43F4051C8D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DC702332-9A78-9E3E-51A2-369EDC0D41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92572C8A-327A-06A5-4791-14C80A77A79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05610E06-BFAA-4226-1AE6-46EB32351450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E1042A1B-3381-5941-3AC1-90906DA503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C1998297-F1AF-EFF7-8D47-007F01CCC9B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40EB6B06-14A5-5035-CF24-14851A32755A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A9E7ABD0-5260-D5DD-C7BC-7FF8BF13A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E7174D72-B19D-AF15-7DB8-75DE108D6F4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D428BEF0-2D8E-D283-1250-5CE784CD2D95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0CA67CF3-EF70-BE00-EB7D-CB35B37ACEA8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AE12286E-7590-A4CD-4596-EE0A14998241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81A31A3F-AF9D-1BED-6852-90C6D5C3979C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F69277B4-120C-DB15-15BC-1674A471E476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C80EF0E9-09ED-4FA9-17EE-7DF1E9DE4580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23C1EF0B-625A-8E24-D4ED-303546EC6373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EAE4D46B-B51D-9761-BCDD-8F4CB62B53E6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63" name="Titel 1">
            <a:extLst>
              <a:ext uri="{FF2B5EF4-FFF2-40B4-BE49-F238E27FC236}">
                <a16:creationId xmlns:a16="http://schemas.microsoft.com/office/drawing/2014/main" id="{EA064799-D0B1-C823-AE48-EBB5A2394F62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5" name="Titel 1">
            <a:extLst>
              <a:ext uri="{FF2B5EF4-FFF2-40B4-BE49-F238E27FC236}">
                <a16:creationId xmlns:a16="http://schemas.microsoft.com/office/drawing/2014/main" id="{E9BA6469-928A-FC77-6CE3-DC452FE501EA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66" name="Titel 1">
            <a:extLst>
              <a:ext uri="{FF2B5EF4-FFF2-40B4-BE49-F238E27FC236}">
                <a16:creationId xmlns:a16="http://schemas.microsoft.com/office/drawing/2014/main" id="{EB05F94A-B548-16ED-E58D-EA42AF9FA5AD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96" name="Titel 1">
            <a:extLst>
              <a:ext uri="{FF2B5EF4-FFF2-40B4-BE49-F238E27FC236}">
                <a16:creationId xmlns:a16="http://schemas.microsoft.com/office/drawing/2014/main" id="{6F364057-64F4-3FF9-7B25-FBCAEF0ECA13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2" name="Titel 1">
            <a:extLst>
              <a:ext uri="{FF2B5EF4-FFF2-40B4-BE49-F238E27FC236}">
                <a16:creationId xmlns:a16="http://schemas.microsoft.com/office/drawing/2014/main" id="{01E8A795-B859-6E1F-D7C6-F46B31F8E850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3" name="Titel 1">
            <a:extLst>
              <a:ext uri="{FF2B5EF4-FFF2-40B4-BE49-F238E27FC236}">
                <a16:creationId xmlns:a16="http://schemas.microsoft.com/office/drawing/2014/main" id="{576A7DF2-7484-4585-6267-BF89CF3814B1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144" name="Titel 1">
            <a:extLst>
              <a:ext uri="{FF2B5EF4-FFF2-40B4-BE49-F238E27FC236}">
                <a16:creationId xmlns:a16="http://schemas.microsoft.com/office/drawing/2014/main" id="{A3360B9D-ECBB-B5DE-14A1-3E122C0DA18B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5" name="Titel 1">
            <a:extLst>
              <a:ext uri="{FF2B5EF4-FFF2-40B4-BE49-F238E27FC236}">
                <a16:creationId xmlns:a16="http://schemas.microsoft.com/office/drawing/2014/main" id="{6197C1C0-51B9-CFA9-595F-35D7685DE316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2AB62898-CC20-61DC-C328-DF83FEAFDFBA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CF6F382C-21C2-0C8B-EF91-E23BBCAC96E7}"/>
              </a:ext>
            </a:extLst>
          </p:cNvPr>
          <p:cNvSpPr>
            <a:spLocks noChangeAspect="1"/>
          </p:cNvSpPr>
          <p:nvPr/>
        </p:nvSpPr>
        <p:spPr>
          <a:xfrm>
            <a:off x="9785697" y="61503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8826271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214B4-9CD0-040C-EF69-674EAEFB2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hteck 85">
            <a:extLst>
              <a:ext uri="{FF2B5EF4-FFF2-40B4-BE49-F238E27FC236}">
                <a16:creationId xmlns:a16="http://schemas.microsoft.com/office/drawing/2014/main" id="{09B48455-96D9-1983-7E61-3D2C82232DAF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9CE8E2AA-F12F-677C-B315-9FCC03B6C67B}"/>
              </a:ext>
            </a:extLst>
          </p:cNvPr>
          <p:cNvSpPr/>
          <p:nvPr/>
        </p:nvSpPr>
        <p:spPr>
          <a:xfrm>
            <a:off x="4679999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68F9F132-0508-16D8-8532-3E8EB6B62C72}"/>
              </a:ext>
            </a:extLst>
          </p:cNvPr>
          <p:cNvSpPr/>
          <p:nvPr/>
        </p:nvSpPr>
        <p:spPr>
          <a:xfrm>
            <a:off x="1799994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8C3A99F-23EC-346A-9904-9B10FB848E67}"/>
              </a:ext>
            </a:extLst>
          </p:cNvPr>
          <p:cNvSpPr/>
          <p:nvPr/>
        </p:nvSpPr>
        <p:spPr>
          <a:xfrm>
            <a:off x="1076099" y="4139998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C48EC3CD-64FA-E50E-ECBB-F87A5B68C497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4835367B-C646-F6C0-A509-8D8D6A29DBD3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DE54E796-0CE2-815D-34ED-B403B5604A10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2069E2D7-3899-0D5B-CCDA-CD0C5B62828C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D64FC59-FB82-4C1D-FF9C-F6B1BC544185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0F9048E9-CACA-4B91-F698-68AC2EA6C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69235FCC-3D2B-592E-5C94-5D752890371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2F753FC8-A5BC-297F-5018-743E41299B62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117DDE28-41C3-6299-6F5E-2EC5DB4F2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2F889663-CECC-A065-6041-1C6E66C27B2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9809A774-3A5E-34F9-4372-3F5D4E5BF09C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F0FA44FB-59C0-C1CD-060D-F29498B87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8D14682-D0D9-B479-AA46-42D1C462AD2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1EE0E470-2172-B001-1757-3CECEB1752A8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8ECF912C-75C6-5177-4F05-141CB733FD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B1357104-6178-1AA1-33B7-06CCD469E5B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110F4886-3BA1-1514-8C64-1602C5C5C7CC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974796E2-09F9-A7D8-0D85-590B98B0AE1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BE4C0CA4-60D8-D85C-BAB8-308BD248630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9C49B239-9544-E0FD-81A2-F39EAD12CF62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54DA37BB-62CA-835F-C08F-095430093C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FB756D57-25E4-24E6-CFBE-3551AB50DD0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D8B941E8-1F8D-5993-FEBC-838BB129E82F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D2A6F19A-11F3-36F1-3A0A-FDA461237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31FE74B7-0E48-B96D-F4A5-A57FBCF637B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53CA86E-FD56-9514-406A-B638847E77B4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F04685AF-18E1-A5D7-183F-806944104CF2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477DD96E-E683-5E36-FC27-022475C66E49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93CAAF9-4EF4-69AB-1084-17740EE4978D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5D377645-F4DD-358A-3506-16AA03E26F54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F09E6D1F-771F-1BFD-9069-75ACF673EF36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6ED6AD2-2BDF-5AD9-27F6-1734033E05BE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ABB793A9-5F74-9C13-1BF1-12E76BB6B688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C2064F54-3132-FB08-0DFB-A66528074705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350C84ED-00E0-C736-4D4C-D8F600D98379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48A6F930-5711-A1FA-820A-5AA359A687A9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46218DDB-E533-3367-A4EE-A8467260D82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FDBAB496-CED8-D878-C94F-6CF9F89AA899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05E6D251-47AD-A0DD-1547-32CF52214B17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E5E5793-2996-3B3D-44BE-1E7407A34464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08DF0A57-8DA4-C2BC-DBA7-37B64DF946F8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EF405F69-D1C7-842A-50D6-32E45819E23B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8EA0BB79-8A67-3064-7036-93D018903954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CD16331A-2F47-D9D5-8DAB-906E6D4ECCE8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CC50EA83-59D9-03A1-EA35-3E17956B5C04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54AF3D3A-E318-6715-80E8-92C1E9CC9338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C7D27C39-01AC-9F4A-B40C-3622AAADB640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EF8EFAC6-C6F1-2B17-1199-23AA095B4E0F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B06F50B9-DD13-2CF9-C2C7-54A651DE57FC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0689018C-548E-EE31-D0E5-083E8ECFD858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E3D09DAE-92ED-16E9-C999-C34AD98BA366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B2C59A05-2773-C6AC-9D94-8A778C89F2F5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76EC32D-9A25-F759-A249-4E15F2F75180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343C2E90-5083-7769-22EA-8CCC638CC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3608A0AE-EEBF-E1F6-E38D-A92D47A2B97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7BD90F9-6562-A997-C375-403652272384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5D409CFA-6A78-CAE6-5DF9-6CCFDACD0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CD55EFA3-AB66-1C42-F41E-D11CB89B833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5E7B495F-5718-EE24-5162-65A602AE3CD9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A0DDDBF1-9B15-486F-05EE-25685C8658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C2EE36B1-74CF-D849-1C40-5C7F2A4CD60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119D7099-449D-4A6D-5890-D3C673A0C228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46E3E7F8-484F-A97F-929D-A7D685EF7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19C0D1EF-FE99-F782-1E59-DA84B093D93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5959364E-E514-3543-3E2A-4E9016C78603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D80400E8-CBF0-AA40-EFEA-78F3F57ED8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394AB9EE-356E-2969-55E7-FD1025BC574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D28D5EAF-225F-E0FF-871A-0C977F0447C0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2BC67AF8-7F1B-D3DF-F133-771E57F0B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66AA3B48-47C8-71CF-395B-F9EEE8011D7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1AEB6CB9-732B-A605-8355-165820E39F03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821EDA67-E919-E340-6478-6CEAE3CF1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D93BE608-D7F6-C562-19C9-D1F7841995B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1AD328FF-59AF-3246-0990-96EE5F6C5A29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6134BA9D-59A9-0F5B-C9C4-0C9EBE0CC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32F19BC4-EAC3-F535-E822-AEE97F003E5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348AC03F-D1D1-9C32-6627-1EE31B1E7F63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246E4886-1B5F-FC06-FA4C-18537D206A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088F24ED-98E0-4A1A-1B7C-DE2CEB13243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E6EBE70D-E500-CE03-9A77-9D2097EEF5A8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8DDA1233-4F84-6E62-93A0-B8B64A877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F44FB6CC-1A20-B3C3-4424-5F92BC19FAC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39FF5892-B271-5D88-8A4B-95485610C3ED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F69CDAA6-1A07-158C-1B9C-06C065A78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54A619E2-547F-4191-319A-3357F2305B2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C2C4C17D-5410-B819-CC25-1C559174A172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A4987483-096E-80C0-9F3A-9C94106961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4205325B-A159-DB53-1F4D-37B0C29FF47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8A158C83-5C4D-C702-B1A4-28988E760658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8530FAF2-7ACE-8230-6503-260E20EDCE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AE50E62C-06B2-1D31-A029-DA32FED5E6B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611F9AAE-5822-5062-91A7-DFAD227B6994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1AC5CA46-5B5C-F99C-BFA2-94FA8FE81F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84C00851-713B-C886-8092-254AB44CAF6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169AE035-22AC-5253-3612-5B29B627D38E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29CBE4C6-CF50-D7FD-C7ED-7D7647B5B1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01D06797-3950-1E66-043F-772AB6D99F5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8E023519-59EA-BA9E-CFF7-376311EEC032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A6B170E4-F1EA-67BD-2C78-D8195D360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56678DE6-62E8-91A6-C949-5C65991A2BD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A57BF04D-C4CD-E2A9-E54E-AD1891D3541B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6703E09E-0E47-6B7A-C28E-F8971068C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C5B5EFE7-161F-9D01-E914-DF870225E36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ADA77B34-A097-25F6-115E-7CFDCEE99F89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268117BD-0BC5-8396-30A1-A4F7EC28ED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31B5EBDD-0C7B-8940-6CD5-A701136A353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AA3266C2-80C8-8CAB-48D6-C86B0A4C87A8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4413C55B-2C4D-C5D0-22DE-A7EE16AD74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5B602833-1432-FB73-3A71-6845F23BB29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1C0523FB-C90D-6FC9-028D-6CCA5A356389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B80FD4A9-339C-F4AE-19D3-302304E8F0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5181D161-793B-096C-1012-6F515FEA062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DDCBC3C9-A748-1466-6021-CF1A832B1EA1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5E17D9CC-748C-BA4B-3E99-223350EF5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CBC3D747-67AE-8D15-8BF4-F0072A06335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5FC9E5F0-6AB5-4C6B-B9FB-88381AC74800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672DF58F-1786-6374-9D7A-49CC10AF72A3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9F76EF1C-7D0B-0843-7656-AF35A4BC6634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07FBEEBA-8AE8-F6D4-ACA7-B713951C911F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5B791D49-61EE-26E6-94BA-65F25229A320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D2735D1B-E36F-F0E1-8BBD-B11B084938B1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2AB89CFA-1727-3176-475A-8913C41560F4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9010AC65-891C-8CEF-FAAD-6D91894B653E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63" name="!!Titel 1">
            <a:extLst>
              <a:ext uri="{FF2B5EF4-FFF2-40B4-BE49-F238E27FC236}">
                <a16:creationId xmlns:a16="http://schemas.microsoft.com/office/drawing/2014/main" id="{76C2D089-2003-5F92-4332-9CBF6EF1F790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5" name="!!Titel 1">
            <a:extLst>
              <a:ext uri="{FF2B5EF4-FFF2-40B4-BE49-F238E27FC236}">
                <a16:creationId xmlns:a16="http://schemas.microsoft.com/office/drawing/2014/main" id="{24BD6890-CB56-F2FE-1598-F9E6D1B26C3C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6" name="!!Titel 1">
            <a:extLst>
              <a:ext uri="{FF2B5EF4-FFF2-40B4-BE49-F238E27FC236}">
                <a16:creationId xmlns:a16="http://schemas.microsoft.com/office/drawing/2014/main" id="{00851974-60C4-5492-72B6-65C2B5B957BE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6" name="!!Titel 1">
            <a:extLst>
              <a:ext uri="{FF2B5EF4-FFF2-40B4-BE49-F238E27FC236}">
                <a16:creationId xmlns:a16="http://schemas.microsoft.com/office/drawing/2014/main" id="{AD3E0F8C-D9F2-38E5-C3B9-809548EA36FD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2" name="!!Titel 1">
            <a:extLst>
              <a:ext uri="{FF2B5EF4-FFF2-40B4-BE49-F238E27FC236}">
                <a16:creationId xmlns:a16="http://schemas.microsoft.com/office/drawing/2014/main" id="{720E598A-AAE6-7905-8C0F-4D2F7FA1D37E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3" name="!!Titel 1">
            <a:extLst>
              <a:ext uri="{FF2B5EF4-FFF2-40B4-BE49-F238E27FC236}">
                <a16:creationId xmlns:a16="http://schemas.microsoft.com/office/drawing/2014/main" id="{9FE38DB2-236B-B570-1C46-C3C62DF1D201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4" name="!!Titel 1">
            <a:extLst>
              <a:ext uri="{FF2B5EF4-FFF2-40B4-BE49-F238E27FC236}">
                <a16:creationId xmlns:a16="http://schemas.microsoft.com/office/drawing/2014/main" id="{E05C2217-D7B2-D77A-A87A-0FAC27D5BD24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5" name="!!Titel 1">
            <a:extLst>
              <a:ext uri="{FF2B5EF4-FFF2-40B4-BE49-F238E27FC236}">
                <a16:creationId xmlns:a16="http://schemas.microsoft.com/office/drawing/2014/main" id="{752EB01F-E6D3-E825-5410-9314BEE99B09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3" name="Ellipse 84">
            <a:extLst>
              <a:ext uri="{FF2B5EF4-FFF2-40B4-BE49-F238E27FC236}">
                <a16:creationId xmlns:a16="http://schemas.microsoft.com/office/drawing/2014/main" id="{BC8F7348-A857-260B-F09E-2ED7E6205B6B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5" name="Ellipse 85">
            <a:extLst>
              <a:ext uri="{FF2B5EF4-FFF2-40B4-BE49-F238E27FC236}">
                <a16:creationId xmlns:a16="http://schemas.microsoft.com/office/drawing/2014/main" id="{D8759CAB-3963-B9C8-547B-AA5934B530CF}"/>
              </a:ext>
            </a:extLst>
          </p:cNvPr>
          <p:cNvSpPr>
            <a:spLocks noChangeAspect="1"/>
          </p:cNvSpPr>
          <p:nvPr/>
        </p:nvSpPr>
        <p:spPr>
          <a:xfrm>
            <a:off x="9785697" y="61503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5254349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225D7-3003-5AFA-00EA-3C2A1820E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!!Rechteck 172">
            <a:extLst>
              <a:ext uri="{FF2B5EF4-FFF2-40B4-BE49-F238E27FC236}">
                <a16:creationId xmlns:a16="http://schemas.microsoft.com/office/drawing/2014/main" id="{DBCBB756-1491-62CC-E201-A43B10C06FD6}"/>
              </a:ext>
            </a:extLst>
          </p:cNvPr>
          <p:cNvSpPr/>
          <p:nvPr/>
        </p:nvSpPr>
        <p:spPr>
          <a:xfrm>
            <a:off x="7041379" y="485839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9" name="!!Rechteck 168">
            <a:extLst>
              <a:ext uri="{FF2B5EF4-FFF2-40B4-BE49-F238E27FC236}">
                <a16:creationId xmlns:a16="http://schemas.microsoft.com/office/drawing/2014/main" id="{5C798CB1-5315-CA13-8A0F-4A6349C5CA5D}"/>
              </a:ext>
            </a:extLst>
          </p:cNvPr>
          <p:cNvSpPr/>
          <p:nvPr/>
        </p:nvSpPr>
        <p:spPr>
          <a:xfrm>
            <a:off x="7041379" y="557839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1" name="!!Rechteck 80">
            <a:extLst>
              <a:ext uri="{FF2B5EF4-FFF2-40B4-BE49-F238E27FC236}">
                <a16:creationId xmlns:a16="http://schemas.microsoft.com/office/drawing/2014/main" id="{607CE273-CBF8-835A-0199-1E7EB0409F5B}"/>
              </a:ext>
            </a:extLst>
          </p:cNvPr>
          <p:cNvSpPr/>
          <p:nvPr/>
        </p:nvSpPr>
        <p:spPr>
          <a:xfrm>
            <a:off x="7041379" y="126847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9" name="!!Rechteck 78">
            <a:extLst>
              <a:ext uri="{FF2B5EF4-FFF2-40B4-BE49-F238E27FC236}">
                <a16:creationId xmlns:a16="http://schemas.microsoft.com/office/drawing/2014/main" id="{CA7465A5-171D-FAB9-CD39-686DCFA5AE19}"/>
              </a:ext>
            </a:extLst>
          </p:cNvPr>
          <p:cNvSpPr/>
          <p:nvPr/>
        </p:nvSpPr>
        <p:spPr>
          <a:xfrm>
            <a:off x="7041379" y="2715753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CDFD3AD9-1F14-4AE6-3EC4-791631E2AF7A}"/>
              </a:ext>
            </a:extLst>
          </p:cNvPr>
          <p:cNvSpPr/>
          <p:nvPr/>
        </p:nvSpPr>
        <p:spPr>
          <a:xfrm>
            <a:off x="4679999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7B9AB5EB-A498-1E39-8EBD-72975FCDBBEC}"/>
              </a:ext>
            </a:extLst>
          </p:cNvPr>
          <p:cNvSpPr/>
          <p:nvPr/>
        </p:nvSpPr>
        <p:spPr>
          <a:xfrm>
            <a:off x="1799994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E77BA73-B1F9-09F1-3945-07CCA8767A67}"/>
              </a:ext>
            </a:extLst>
          </p:cNvPr>
          <p:cNvSpPr/>
          <p:nvPr/>
        </p:nvSpPr>
        <p:spPr>
          <a:xfrm>
            <a:off x="1076099" y="4139998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2ABE0053-A443-5BDF-274D-18143D07EE91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A3802822-A5AC-1B72-8742-A0E6B87ABD03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3FC9B9EA-EB20-D3C5-3691-5261FF2C7D52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C4021045-C508-B5BA-9602-E65AE0BF7C2A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ED3128D9-BC1D-FAD1-34CD-14B46450E2DA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4F7B359D-D20F-C0F9-5F1B-0D80BBB056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37DA5B7-8734-0292-5EB2-8A80EBADAB6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D66812A-CD2F-D434-1529-3EB11293715B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14331B2C-0064-9F92-3294-347796163F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6BB1C21F-E21B-4F54-8023-C792ECF9D80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2AC1202-3276-2F9A-4E29-0DF75419212D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DC963935-1186-3C99-1E9F-1226544C4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DE73082C-9F9C-1D47-B78E-43A59A929B9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820FED5-481A-A92E-0BF7-7D74E9534391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7B94CFF1-961F-8E1C-6342-60E24D533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C5538FDE-CB25-EF78-010B-CCD6D70E368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BF21A6F3-BC3B-F76E-F0C2-2E71FA252370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86D0FE33-C0DF-4ABE-FE28-EDFA6982CE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DC5C77CC-2DF0-730E-55F1-BE1401DDE2A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2D7B493F-56AB-1296-2533-918E1ED56BCD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1BCD38BC-A523-AEEB-9598-7D38FA2533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4E5699F2-19ED-4A74-7E5A-AF9BD9A9C7B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46EE7EE2-80BA-F43C-A800-4EA1C21738A6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EF1049F6-B329-347F-FF69-329AFF64E6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3024FA9B-7F1D-BE4A-6BF6-1317FF878EA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EB8B5AD2-90C6-8B61-B473-1686DC53DA6E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659AD36-190C-BEE8-DA39-2C159F403C33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37F5602-B923-1E66-5B04-B76A5405B345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B7DFA30-027F-C65A-2E99-462AAEC2246E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B1ACA143-C749-0DDB-0892-9AF8DB00323B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36D5A785-7689-718E-FBF6-6CE98E2121C7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8A16753-7B27-FAF9-E230-7D02090E1FDE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D4F24A36-BB62-3F09-96BC-09CF001100C0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933BAF1-7373-9077-F61E-250AB1DDF5B7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90697004-8968-0D89-A056-5416673C4AB7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2A48599F-D6A1-0D0A-9C4A-5D56B1E3DB56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0328EDDE-1CF8-648E-8E9C-40F2087B365E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F79DF030-41E1-6A86-BFBD-EA25C9778DD4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01813501-D187-6432-95EA-F95919D8D863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56BF8FD-A5B2-4F7A-5A5C-F9D4F9373D3E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8E5E2C30-BF4E-3D62-E318-7932E3D559A8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48F2B95E-2806-43B9-145A-BC75736A76A1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8935FFC-1372-FA29-3F0F-C288D29C0F23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01396110-08F5-3A1B-8C6E-961479B9F472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F3A552AB-3CC6-BE4B-9B56-2389E686930D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76F27536-B8B0-A730-8142-2EBB68F05C5A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EF4BEEA8-38D9-6A19-AD00-C753672BC33C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448ED334-C4BA-3BF8-55AB-9F94AA06D8B7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9BC1D42A-286B-575C-8CF9-0DD9C734FC26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04D7430C-E2E2-AD6E-3B85-9800551830B2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BD402B54-5194-7DA7-9D3F-7E37F85C65CE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A1B8B0EE-C20A-DE60-EDDE-CE88952FD9F6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1926ECE-A698-AB6F-30CC-8E8544555CC0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062BB467-ADFE-6D4B-298D-A4745E576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5031E6FB-B513-F95E-DD57-5BAD38C4A17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44E2DB3B-D4CE-2F32-15C7-1A96A8539F15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D92D92EE-7FFA-E867-853D-94C3A9C3EC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34B19D84-F104-224F-8D9B-6E7F60D07A9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A58C512A-D8CF-6A39-5F4E-F27C127AE0CC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89F08AF6-A308-A4BE-2120-DCAC3AA18E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4EDD345B-C3C1-F870-1EFB-68E200653C2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721B5467-677E-1748-8528-358D01899641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B2341301-E6C8-38F1-C174-001E6877C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59CE1E83-610E-EC23-5847-BEFD7222A25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95BC987E-9E7D-F3AD-D2CB-E71ED0F0FBFE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FFD16E04-6F9D-5114-565A-AD3642C24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9D2DBB8B-DF34-608A-1EF7-849747FFD99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85FD656F-BAF4-C24D-307B-0BD7BE4F5213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D947E51B-321D-3959-DE4A-C12C6B2BC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CDA7F055-EB25-38AB-29C6-3E8862ABF83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D8E44F73-CEEF-A841-3969-24CBC92E03AF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BA09768E-7443-AB17-CABE-201BAC2A5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EA0C79A2-0FDF-3BF1-E42E-CB885CA0850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0E1F5505-6591-FD04-3BA8-F678781B758A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39355893-446F-E240-AE9D-FB7AF8D56C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760D622A-B296-ED70-C608-3D05216A8CC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774789EC-8579-640C-530F-CC00CF09A67F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19B5CAC2-1DD5-B303-C78A-C60E04DF9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71724142-7703-026F-CCA5-889C9F9163E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D783435A-7702-D6E7-570C-640BE0A3EC5B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7BDD9401-0BD0-8ECF-728A-17E0A40379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F8A13E29-FA9E-A42D-2009-1895801543A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7D7D75A7-61F1-0A7A-9218-B72160D811E9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8CAC0ECD-405E-25A5-38DE-38CCD242F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7556FBA3-17A2-3513-436F-069C02F8AC2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9DB6E746-507E-DC98-62D6-364DDC780E4A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EA11E430-B27C-1F01-05FF-CDE8DE64A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91DB3612-4CC8-6D95-0BDB-989D28C3053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6837A5D7-8424-72D6-2D4F-CC8463C4A7FA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4E0F47F0-C251-8465-CB34-D78B48D220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794DA290-5D13-6A8E-6C39-E16507415C3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25769D93-1411-033B-639D-3FB6F77E425E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5BDE5DDD-386B-BF6D-B811-39A93A57D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BDAB9092-1485-D7FA-7652-C6F57559AE4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0659C6D2-4868-B34A-F4AB-E8BA3C2300E8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83F5358A-BB9E-BD47-3086-777C2A5BC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448084A0-6BC4-F747-41EE-578182F38D5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1676406-AEA1-48E5-F7CB-792DE0607EC2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F8D917CF-FD10-5339-5399-8AC97803B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DA4CB9BF-04F6-A60B-7A41-5B778BE829F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54713266-6F19-D676-3951-8178286160D1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DD3E9EAD-5520-A2F7-FE44-2F955217B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957C5B0B-C869-E907-D6F1-57EEE4EBB2D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49797EEC-E21A-D70A-D214-99BC11F4073D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01CAF1E0-7CCF-AFB3-61C5-B407250CD8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9A8C89BC-A0CC-6844-E48E-2F4849C401B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F215BCC3-77A0-97EB-F67B-69E81D7EECA1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E4A1166B-18AD-F135-AF94-B73AF64B5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A5873456-A885-FB26-78D2-CF8C89F27A5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2BE78C41-5BC5-9F62-543F-D7AFB8C21E13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F667AF4B-AAE7-6733-1817-0CCB016DA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FBD21284-6174-DA6F-79B4-B2E29748CF1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9E1934FB-F13C-661A-DDEE-E205097A94EF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7D0ED337-A66A-A88C-1DA6-4F275EE35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CCDEF23E-B973-B0AA-1AA7-B21CF6D05BA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824A6801-5C43-BF2F-7243-1E6FDCB19A8C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11A34F15-97B5-3FD2-1C71-B47A2A12DA15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6D08F200-92EB-CF38-20AE-B0359BCA6A09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4CB45590-EF4D-4710-54BC-1B8D1480B2A7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D9A1402D-518F-AC63-BBE8-F43892978D99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C915B05E-DE2C-6C81-C0D6-CEF98401C0D0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48383524-238F-F51A-01DE-D1D683D0D243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645BE5B9-5C5B-AC45-0B79-AD2F34959A7D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63" name="!!Titel 1">
            <a:extLst>
              <a:ext uri="{FF2B5EF4-FFF2-40B4-BE49-F238E27FC236}">
                <a16:creationId xmlns:a16="http://schemas.microsoft.com/office/drawing/2014/main" id="{65CF03E8-1978-33B2-22D8-C638C10E3DAB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5" name="!!Titel 1">
            <a:extLst>
              <a:ext uri="{FF2B5EF4-FFF2-40B4-BE49-F238E27FC236}">
                <a16:creationId xmlns:a16="http://schemas.microsoft.com/office/drawing/2014/main" id="{576FA227-2CD4-B162-77CC-EF89A99280CC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6" name="!!Titel 1">
            <a:extLst>
              <a:ext uri="{FF2B5EF4-FFF2-40B4-BE49-F238E27FC236}">
                <a16:creationId xmlns:a16="http://schemas.microsoft.com/office/drawing/2014/main" id="{D07CA9C8-787D-9503-A1CF-816E66C57922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6" name="!!Titel 1">
            <a:extLst>
              <a:ext uri="{FF2B5EF4-FFF2-40B4-BE49-F238E27FC236}">
                <a16:creationId xmlns:a16="http://schemas.microsoft.com/office/drawing/2014/main" id="{FA4DD686-CFE6-D5AD-BA0E-5F3FAFD9A1D9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2" name="!!Titel 1">
            <a:extLst>
              <a:ext uri="{FF2B5EF4-FFF2-40B4-BE49-F238E27FC236}">
                <a16:creationId xmlns:a16="http://schemas.microsoft.com/office/drawing/2014/main" id="{3D4910A9-8854-45A1-6309-88420629869A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3" name="!!Titel 1">
            <a:extLst>
              <a:ext uri="{FF2B5EF4-FFF2-40B4-BE49-F238E27FC236}">
                <a16:creationId xmlns:a16="http://schemas.microsoft.com/office/drawing/2014/main" id="{916FF1BE-4BE7-F8F1-19D0-CAB3D74CE4BA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4" name="!!Titel 1">
            <a:extLst>
              <a:ext uri="{FF2B5EF4-FFF2-40B4-BE49-F238E27FC236}">
                <a16:creationId xmlns:a16="http://schemas.microsoft.com/office/drawing/2014/main" id="{1B30DA15-759D-6858-9708-A0CD510B408C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5" name="!!Titel 1">
            <a:extLst>
              <a:ext uri="{FF2B5EF4-FFF2-40B4-BE49-F238E27FC236}">
                <a16:creationId xmlns:a16="http://schemas.microsoft.com/office/drawing/2014/main" id="{335EDF1A-1017-0297-CA3F-F99320643380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3FA5076E-0BD8-AAC1-F78B-B495C9502267}"/>
              </a:ext>
            </a:extLst>
          </p:cNvPr>
          <p:cNvCxnSpPr>
            <a:cxnSpLocks/>
          </p:cNvCxnSpPr>
          <p:nvPr/>
        </p:nvCxnSpPr>
        <p:spPr>
          <a:xfrm>
            <a:off x="971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F50B4FF8-9AC4-23D3-7828-A5273305520F}"/>
              </a:ext>
            </a:extLst>
          </p:cNvPr>
          <p:cNvCxnSpPr>
            <a:cxnSpLocks/>
          </p:cNvCxnSpPr>
          <p:nvPr/>
        </p:nvCxnSpPr>
        <p:spPr>
          <a:xfrm>
            <a:off x="1043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9ACA4F1C-D4B3-D27E-990B-F2DA3FF08F17}"/>
              </a:ext>
            </a:extLst>
          </p:cNvPr>
          <p:cNvCxnSpPr>
            <a:cxnSpLocks/>
          </p:cNvCxnSpPr>
          <p:nvPr/>
        </p:nvCxnSpPr>
        <p:spPr>
          <a:xfrm>
            <a:off x="8994067" y="12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13673705-69E2-7917-6EFA-67F6A7DEEA84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873AC165-E924-A3C5-6B37-BDC2E58ADB2B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C8D960B6-95CB-9904-E7CC-5A88CFDDF4CD}"/>
              </a:ext>
            </a:extLst>
          </p:cNvPr>
          <p:cNvCxnSpPr>
            <a:cxnSpLocks/>
          </p:cNvCxnSpPr>
          <p:nvPr/>
        </p:nvCxnSpPr>
        <p:spPr>
          <a:xfrm>
            <a:off x="8994067" y="19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Gerader Verbinder 145">
            <a:extLst>
              <a:ext uri="{FF2B5EF4-FFF2-40B4-BE49-F238E27FC236}">
                <a16:creationId xmlns:a16="http://schemas.microsoft.com/office/drawing/2014/main" id="{C3B6D552-DFD3-8137-FE48-861320EB3FB9}"/>
              </a:ext>
            </a:extLst>
          </p:cNvPr>
          <p:cNvCxnSpPr>
            <a:cxnSpLocks/>
          </p:cNvCxnSpPr>
          <p:nvPr/>
        </p:nvCxnSpPr>
        <p:spPr>
          <a:xfrm>
            <a:off x="8994067" y="26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A476D718-7157-2794-72E9-EB5581A6F9EA}"/>
              </a:ext>
            </a:extLst>
          </p:cNvPr>
          <p:cNvCxnSpPr>
            <a:cxnSpLocks/>
          </p:cNvCxnSpPr>
          <p:nvPr/>
        </p:nvCxnSpPr>
        <p:spPr>
          <a:xfrm>
            <a:off x="8994067" y="341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1E162C2E-D069-DAEA-E7E3-DDEC1B52C9E5}"/>
              </a:ext>
            </a:extLst>
          </p:cNvPr>
          <p:cNvCxnSpPr>
            <a:cxnSpLocks/>
          </p:cNvCxnSpPr>
          <p:nvPr/>
        </p:nvCxnSpPr>
        <p:spPr>
          <a:xfrm>
            <a:off x="8994067" y="41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C99E8BD8-73E5-9F7C-E248-B7390BE9CA55}"/>
              </a:ext>
            </a:extLst>
          </p:cNvPr>
          <p:cNvCxnSpPr>
            <a:cxnSpLocks/>
          </p:cNvCxnSpPr>
          <p:nvPr/>
        </p:nvCxnSpPr>
        <p:spPr>
          <a:xfrm>
            <a:off x="8994067" y="48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0DA910F3-0796-C83A-0A0D-838823EF200B}"/>
              </a:ext>
            </a:extLst>
          </p:cNvPr>
          <p:cNvCxnSpPr>
            <a:cxnSpLocks/>
          </p:cNvCxnSpPr>
          <p:nvPr/>
        </p:nvCxnSpPr>
        <p:spPr>
          <a:xfrm>
            <a:off x="8994067" y="55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Gerader Verbinder 150">
            <a:extLst>
              <a:ext uri="{FF2B5EF4-FFF2-40B4-BE49-F238E27FC236}">
                <a16:creationId xmlns:a16="http://schemas.microsoft.com/office/drawing/2014/main" id="{9137B90E-B01A-6B2C-5627-71BE9E892F3B}"/>
              </a:ext>
            </a:extLst>
          </p:cNvPr>
          <p:cNvCxnSpPr>
            <a:cxnSpLocks/>
          </p:cNvCxnSpPr>
          <p:nvPr/>
        </p:nvCxnSpPr>
        <p:spPr>
          <a:xfrm>
            <a:off x="8994067" y="62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Ellipse 151">
            <a:extLst>
              <a:ext uri="{FF2B5EF4-FFF2-40B4-BE49-F238E27FC236}">
                <a16:creationId xmlns:a16="http://schemas.microsoft.com/office/drawing/2014/main" id="{A27CE8D9-4198-4E24-51EB-EEB4C7419B97}"/>
              </a:ext>
            </a:extLst>
          </p:cNvPr>
          <p:cNvSpPr>
            <a:spLocks noChangeAspect="1"/>
          </p:cNvSpPr>
          <p:nvPr/>
        </p:nvSpPr>
        <p:spPr>
          <a:xfrm>
            <a:off x="9091417" y="134839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3" name="Ellipse 152">
            <a:extLst>
              <a:ext uri="{FF2B5EF4-FFF2-40B4-BE49-F238E27FC236}">
                <a16:creationId xmlns:a16="http://schemas.microsoft.com/office/drawing/2014/main" id="{5E0243DB-4611-CB2B-0D93-150B726A7D05}"/>
              </a:ext>
            </a:extLst>
          </p:cNvPr>
          <p:cNvSpPr>
            <a:spLocks noChangeAspect="1"/>
          </p:cNvSpPr>
          <p:nvPr/>
        </p:nvSpPr>
        <p:spPr>
          <a:xfrm>
            <a:off x="9083167" y="278839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EF4A8602-2132-575F-91AD-F5461AE55162}"/>
              </a:ext>
            </a:extLst>
          </p:cNvPr>
          <p:cNvSpPr>
            <a:spLocks noChangeAspect="1"/>
          </p:cNvSpPr>
          <p:nvPr/>
        </p:nvSpPr>
        <p:spPr>
          <a:xfrm>
            <a:off x="9095318" y="566618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395F29F0-ECBA-C3C3-D9FE-75BF6DD57712}"/>
              </a:ext>
            </a:extLst>
          </p:cNvPr>
          <p:cNvSpPr>
            <a:spLocks noChangeAspect="1"/>
          </p:cNvSpPr>
          <p:nvPr/>
        </p:nvSpPr>
        <p:spPr>
          <a:xfrm>
            <a:off x="9098767" y="206618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56" name="Ellipse 155">
            <a:extLst>
              <a:ext uri="{FF2B5EF4-FFF2-40B4-BE49-F238E27FC236}">
                <a16:creationId xmlns:a16="http://schemas.microsoft.com/office/drawing/2014/main" id="{357EE5E5-4C3C-432C-C7CC-E0DFD2300AB9}"/>
              </a:ext>
            </a:extLst>
          </p:cNvPr>
          <p:cNvSpPr>
            <a:spLocks noChangeAspect="1"/>
          </p:cNvSpPr>
          <p:nvPr/>
        </p:nvSpPr>
        <p:spPr>
          <a:xfrm>
            <a:off x="9088793" y="351181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57" name="!!Ellipse 156">
            <a:extLst>
              <a:ext uri="{FF2B5EF4-FFF2-40B4-BE49-F238E27FC236}">
                <a16:creationId xmlns:a16="http://schemas.microsoft.com/office/drawing/2014/main" id="{7343DD3C-7AB8-E328-C2DE-74A265D3F34A}"/>
              </a:ext>
            </a:extLst>
          </p:cNvPr>
          <p:cNvSpPr>
            <a:spLocks noChangeAspect="1"/>
          </p:cNvSpPr>
          <p:nvPr/>
        </p:nvSpPr>
        <p:spPr>
          <a:xfrm>
            <a:off x="9088792" y="422497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8" name="Ellipse 157">
            <a:extLst>
              <a:ext uri="{FF2B5EF4-FFF2-40B4-BE49-F238E27FC236}">
                <a16:creationId xmlns:a16="http://schemas.microsoft.com/office/drawing/2014/main" id="{AA275E35-F1C7-F28A-E433-B853F48D0BD4}"/>
              </a:ext>
            </a:extLst>
          </p:cNvPr>
          <p:cNvSpPr>
            <a:spLocks noChangeAspect="1"/>
          </p:cNvSpPr>
          <p:nvPr/>
        </p:nvSpPr>
        <p:spPr>
          <a:xfrm>
            <a:off x="9088792" y="494107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59" name="!!Ellipse 158">
            <a:extLst>
              <a:ext uri="{FF2B5EF4-FFF2-40B4-BE49-F238E27FC236}">
                <a16:creationId xmlns:a16="http://schemas.microsoft.com/office/drawing/2014/main" id="{3C095189-8652-7BA3-2E83-F49D1D06C46C}"/>
              </a:ext>
            </a:extLst>
          </p:cNvPr>
          <p:cNvSpPr>
            <a:spLocks noChangeAspect="1"/>
          </p:cNvSpPr>
          <p:nvPr/>
        </p:nvSpPr>
        <p:spPr>
          <a:xfrm>
            <a:off x="9087517" y="62839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60" name="Titel 1">
            <a:extLst>
              <a:ext uri="{FF2B5EF4-FFF2-40B4-BE49-F238E27FC236}">
                <a16:creationId xmlns:a16="http://schemas.microsoft.com/office/drawing/2014/main" id="{77D9F3E2-C356-84EC-6143-64DD50CA56F8}"/>
              </a:ext>
            </a:extLst>
          </p:cNvPr>
          <p:cNvSpPr txBox="1">
            <a:spLocks/>
          </p:cNvSpPr>
          <p:nvPr/>
        </p:nvSpPr>
        <p:spPr>
          <a:xfrm>
            <a:off x="9718417" y="647444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161" name="Titel 1">
            <a:extLst>
              <a:ext uri="{FF2B5EF4-FFF2-40B4-BE49-F238E27FC236}">
                <a16:creationId xmlns:a16="http://schemas.microsoft.com/office/drawing/2014/main" id="{32304098-3693-43E9-6009-2466E42FA5F5}"/>
              </a:ext>
            </a:extLst>
          </p:cNvPr>
          <p:cNvSpPr txBox="1">
            <a:spLocks/>
          </p:cNvSpPr>
          <p:nvPr/>
        </p:nvSpPr>
        <p:spPr>
          <a:xfrm>
            <a:off x="9732246" y="13237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62" name="Titel 1">
            <a:extLst>
              <a:ext uri="{FF2B5EF4-FFF2-40B4-BE49-F238E27FC236}">
                <a16:creationId xmlns:a16="http://schemas.microsoft.com/office/drawing/2014/main" id="{219035CC-B6E7-E003-E842-6388FE6DBB14}"/>
              </a:ext>
            </a:extLst>
          </p:cNvPr>
          <p:cNvSpPr txBox="1">
            <a:spLocks/>
          </p:cNvSpPr>
          <p:nvPr/>
        </p:nvSpPr>
        <p:spPr>
          <a:xfrm>
            <a:off x="9732246" y="2028569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63" name="Titel 1">
            <a:extLst>
              <a:ext uri="{FF2B5EF4-FFF2-40B4-BE49-F238E27FC236}">
                <a16:creationId xmlns:a16="http://schemas.microsoft.com/office/drawing/2014/main" id="{1BF842F3-8703-6883-4853-31FE652A8E8A}"/>
              </a:ext>
            </a:extLst>
          </p:cNvPr>
          <p:cNvSpPr txBox="1">
            <a:spLocks/>
          </p:cNvSpPr>
          <p:nvPr/>
        </p:nvSpPr>
        <p:spPr>
          <a:xfrm>
            <a:off x="9732246" y="2771519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64" name="Titel 1">
            <a:extLst>
              <a:ext uri="{FF2B5EF4-FFF2-40B4-BE49-F238E27FC236}">
                <a16:creationId xmlns:a16="http://schemas.microsoft.com/office/drawing/2014/main" id="{497E3215-546C-4B95-69A8-21F81CFBCDFF}"/>
              </a:ext>
            </a:extLst>
          </p:cNvPr>
          <p:cNvSpPr txBox="1">
            <a:spLocks/>
          </p:cNvSpPr>
          <p:nvPr/>
        </p:nvSpPr>
        <p:spPr>
          <a:xfrm>
            <a:off x="9732245" y="3466844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65" name="Titel 1">
            <a:extLst>
              <a:ext uri="{FF2B5EF4-FFF2-40B4-BE49-F238E27FC236}">
                <a16:creationId xmlns:a16="http://schemas.microsoft.com/office/drawing/2014/main" id="{B06F795A-1A2E-E3C1-B9D5-E3BF5D95645D}"/>
              </a:ext>
            </a:extLst>
          </p:cNvPr>
          <p:cNvSpPr txBox="1">
            <a:spLocks/>
          </p:cNvSpPr>
          <p:nvPr/>
        </p:nvSpPr>
        <p:spPr>
          <a:xfrm>
            <a:off x="9732246" y="41812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66" name="Titel 1">
            <a:extLst>
              <a:ext uri="{FF2B5EF4-FFF2-40B4-BE49-F238E27FC236}">
                <a16:creationId xmlns:a16="http://schemas.microsoft.com/office/drawing/2014/main" id="{465B02CE-D2BE-B344-360F-6040C9EB6C9C}"/>
              </a:ext>
            </a:extLst>
          </p:cNvPr>
          <p:cNvSpPr txBox="1">
            <a:spLocks/>
          </p:cNvSpPr>
          <p:nvPr/>
        </p:nvSpPr>
        <p:spPr>
          <a:xfrm>
            <a:off x="9732246" y="4933894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167" name="Titel 1">
            <a:extLst>
              <a:ext uri="{FF2B5EF4-FFF2-40B4-BE49-F238E27FC236}">
                <a16:creationId xmlns:a16="http://schemas.microsoft.com/office/drawing/2014/main" id="{87B838E3-75B0-3B62-5344-13390641A23D}"/>
              </a:ext>
            </a:extLst>
          </p:cNvPr>
          <p:cNvSpPr txBox="1">
            <a:spLocks/>
          </p:cNvSpPr>
          <p:nvPr/>
        </p:nvSpPr>
        <p:spPr>
          <a:xfrm>
            <a:off x="9732245" y="5648069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28149766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6663E-C5D0-0026-7934-DABBD24F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hteck 20">
            <a:extLst>
              <a:ext uri="{FF2B5EF4-FFF2-40B4-BE49-F238E27FC236}">
                <a16:creationId xmlns:a16="http://schemas.microsoft.com/office/drawing/2014/main" id="{612048A0-FA76-B36A-15E4-E3C33AE3EEE3}"/>
              </a:ext>
            </a:extLst>
          </p:cNvPr>
          <p:cNvSpPr/>
          <p:nvPr/>
        </p:nvSpPr>
        <p:spPr>
          <a:xfrm>
            <a:off x="8990172" y="4867923"/>
            <a:ext cx="1453356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0" name="!!Rechteck 172">
            <a:extLst>
              <a:ext uri="{FF2B5EF4-FFF2-40B4-BE49-F238E27FC236}">
                <a16:creationId xmlns:a16="http://schemas.microsoft.com/office/drawing/2014/main" id="{2AF251B4-DB0D-73B1-B326-5BDC133CE268}"/>
              </a:ext>
            </a:extLst>
          </p:cNvPr>
          <p:cNvSpPr/>
          <p:nvPr/>
        </p:nvSpPr>
        <p:spPr>
          <a:xfrm>
            <a:off x="7041379" y="485839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DF4388F-851E-3FC5-50E3-5723F16521A4}"/>
              </a:ext>
            </a:extLst>
          </p:cNvPr>
          <p:cNvSpPr/>
          <p:nvPr/>
        </p:nvSpPr>
        <p:spPr>
          <a:xfrm>
            <a:off x="4679999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7A7E852-24B9-D2A7-407D-91562E20DB12}"/>
              </a:ext>
            </a:extLst>
          </p:cNvPr>
          <p:cNvSpPr/>
          <p:nvPr/>
        </p:nvSpPr>
        <p:spPr>
          <a:xfrm>
            <a:off x="1799994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01BF057-0052-130C-BEB9-C300C3B42A25}"/>
              </a:ext>
            </a:extLst>
          </p:cNvPr>
          <p:cNvSpPr/>
          <p:nvPr/>
        </p:nvSpPr>
        <p:spPr>
          <a:xfrm>
            <a:off x="1076099" y="4139998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84E5F3D-88B2-343E-4A1A-6B832B856140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9235B38E-73A2-3F0B-8F11-D2D6028C6228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88A51C23-6178-11F8-47CA-59780FAE19D3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00AAE6D-6C9D-F3AA-E691-A02588E9C73E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2D3EBF5B-BB38-A92A-737E-DF61920277C8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21B3B836-D287-2108-1C82-5E04AE8C7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F89BEA2-55A1-727F-B91E-5B78CFA9ABB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E47AA36D-C2E5-B84F-EB01-D4899052944A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206745DF-1C17-FD97-A6FF-2B40335F1B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513829B0-85FE-1F78-58C5-90D861C9A14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ACC2F3C-1800-39F7-D213-477D4BBFF14D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87D9D512-B879-42FF-33F1-F23EABAEA8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7D0FA488-8377-D52B-DFD4-CA5F508FF6B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696FCA4B-DC12-3EDC-8E80-9B38A5CC2864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0107F197-B865-0B02-5624-F7AAC89632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FDD737F5-F5CF-8845-F406-50B0BD65F20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08224702-76A4-FF77-74B4-1C2ACE4B3314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56BC0CBF-C322-4823-2447-4AA91211E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C49364D4-C76E-7CBA-26EB-15F20F8E112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BC4E2FC1-0C85-E68A-2506-EC0C8559843B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6725F6DE-A4F4-715B-B222-0204C53BD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AC408945-2DD4-9C44-0110-74AF7214E5F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4497AF10-2D4B-BB0D-D2D0-EE0134B13920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38C8712C-A62B-2417-3BD7-BE15389E20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60997F1C-7B9D-0505-ED8E-225919AD805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89DBB62-5CD1-872A-CE0D-E338F066E63E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BC04476-BD95-E0AC-0144-36B2DBD17E24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90AEDB1D-E1A5-F117-F4E6-58409351B37B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B62D26D7-9DB1-7598-9E7B-B2E9BA45CEB4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8134FF9B-3339-C24A-E21E-24160C0B52EC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4409D4E8-98E1-0FB2-6CD8-4B6E031A8DDC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39F425A-C2AE-285C-58A5-42AD460E8B30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A19A56B7-DE7C-F79E-05CC-09FE557B6E13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A0746B34-79A6-EA60-BDC1-21206DFC9F91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87F575E9-E74E-52D9-D792-5C032D913362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421B7559-4BDE-D33F-897C-64C8C4439653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509E95F-48F4-EF37-F13B-0CC164D5BC3B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FF30B78A-F116-72F6-3A62-9A4FBF28BC0A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6D0EE343-D54B-EBA3-755D-D79C80B66D4E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175A3542-B56D-B767-A529-DAA912FF1592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1BA31878-E4AC-C1E2-8B8C-B4BAFE17A9CD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5431A690-3F24-350D-6DD9-9257C438E949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6899629B-2817-A1EE-4E8C-688AEB01163E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E6507D64-6D7D-9E15-0F03-8055B598DCD1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BCCF113E-1544-DB0A-79A6-9C0C3ED1AD36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9AFAED38-9969-6DF8-5B98-2E0F8C9005DE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3DB54979-8B51-5E31-D51E-A604A0658E47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2B106CDF-AB5D-16BD-C400-4158A9E45E1F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50E69352-4DA8-D9FF-757D-9E3E3A940559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07FC1CA8-D606-FCB0-382F-CA3D5CC07A50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9E4CA8B8-9384-FB46-815B-1A0001DB230B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4DAC6129-C527-DD60-9701-406E1436C440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2D4B76DB-7CBE-A82F-37BF-467531B3E457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248F3A0A-D6E4-B6A7-0D3F-96F1BCE8E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BD327900-07DF-5568-2717-8213D3AF12E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28F1803F-737D-26AD-48E1-0EC230ED5F96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8D96E812-5414-B960-B31A-A5B0FDDB7B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008D8175-355F-C1A8-0B9A-A0C31C85787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6FD5F060-86E0-5018-157D-E44660FCD5BC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633AC7BA-72D7-842B-50C1-1C7D8522D0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4AE81AEF-95E6-6CF6-D437-4FBCF796CB8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B99094F5-2D15-3514-E975-9D3343CA9CDD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C2C47507-A878-FAF3-0600-1838F1BDE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A9F1484B-1E06-0824-D560-380A93BCEE8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2AB7F11E-709B-F482-0C49-0B7D4364F864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B28ECDF9-81D7-4E90-953E-C1F194D35D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9B09CAAF-F1F2-B9CF-F071-B764004F1BD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983F475-0679-1134-A0C1-6AE2B6CD9A92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C50C0DB6-65DF-EB9C-4343-648512E2F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6B48BF63-BD36-B8FC-CAEB-3289C7319F2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0FABA630-9AA3-0758-8189-F7C7C399437B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AEE48DE1-C2D8-563F-B43E-F8DD9A180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849119A2-4682-68E3-FF96-83FA0191FE1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E6A6A185-FC0E-095F-03B7-ADAAC17E9E67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295D64A6-8303-9333-9A2A-73743F66E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34A3A660-2CDD-A09E-8570-ADF3CAE970B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8217651D-2507-6830-6E35-8BBC6BC747E9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034FA86A-4582-E186-89EE-3CC91D930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378FE124-0C0E-3921-8977-2ECA75B1EFA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966D478E-B5DF-4023-0604-5842ED171C24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9E0D2129-6B31-D8AA-F638-BF2EA1C2A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4476088C-1245-119F-0F5A-C633D59BAC3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9C240E87-EB06-8C29-459B-FB964AF9E876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9B971E53-A763-7DD3-60C6-B348426D4F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E375D196-B453-0876-AF00-ABC8498A7B7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5A8D9EBD-5BD5-647E-512D-1D6EB4509F53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B0960E66-762C-CD51-498E-11E8B2788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8D2CD5BF-5A63-C7C1-ADE1-398F9DA5754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2285B8B3-6437-FE6A-9576-9ADBF7907620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1A54DCA8-A7DE-3C11-B1F7-1111A6CEB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795622E4-5E79-74F2-DFD4-1F5524966C3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E8445E00-8D9E-E907-6023-18B2743035AC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F58D5E66-2F1B-72F5-79AF-34E07B977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48D7D20A-E73E-BEEB-E3B2-6DEB2C49B9A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2D251206-291A-EC83-8E52-919A550057A1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9D6C6571-DD10-FFA5-E0AF-4D3808AF60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9D873455-C36B-4D2E-C576-F09C2FAEE7A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D008D7B3-6FB8-1F0E-DB5F-BA6EC950F413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92E0AA67-3BA0-05E9-6798-2D13CFE06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95FB973D-F230-B068-837B-5F940716DB2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FE2FC45D-F07D-1618-A1FE-BCB5B533CDE5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23CA5CBF-EC36-5E1D-3059-E6AE2F8C3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1A923FBD-F1A5-8B4E-4541-C040DBC67C6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959C486A-CB5A-3B9E-4746-793567F97028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93EA3698-A324-DF1E-8A74-ED44D16847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A854AC25-41FC-05B3-4E98-98167708FD9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F4E81D2C-0466-364D-5BA0-3072F3C37908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22CD9108-2569-4D02-461F-D0AC7B7B0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682362E9-5BDB-83CB-0D9D-5C862E2C470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DA3E86F5-AB5D-F503-83C1-F8E5D4EF6B9A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B1328FE6-F15B-5703-7AF4-DE2B017E0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6B34A01C-4717-3E88-E71D-4C00C69A773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9348BCDE-9DDE-F53C-2DCC-51BA7B0DCFC9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3E55D6A3-F4C1-1D51-AD26-8BBA2AAB37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3B1B0AA9-8FF8-A6D2-B07C-EF12E2B10D7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8C45C3A9-3E62-E58C-C2F5-6518AF350951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41327EB1-E9AC-81C1-054B-D2C4F8BF941F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1E1E895E-3C05-79A2-8488-12393E3DBB7C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CD4DFF06-9635-DE70-9722-578C0A7EA56F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21D029A7-2D4C-6EB8-A064-39FD4F2AA37D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A829AC8F-84F8-DD67-D313-0E06E2CE7530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DA8665E1-B440-CD6D-9E95-3E6E2F043871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13CCFC97-3799-C83F-D96D-771C52D19637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63" name="!!Titel 1">
            <a:extLst>
              <a:ext uri="{FF2B5EF4-FFF2-40B4-BE49-F238E27FC236}">
                <a16:creationId xmlns:a16="http://schemas.microsoft.com/office/drawing/2014/main" id="{A94AE18F-3ACF-3C21-9D2E-BD33CC9F58E2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5" name="!!Titel 1">
            <a:extLst>
              <a:ext uri="{FF2B5EF4-FFF2-40B4-BE49-F238E27FC236}">
                <a16:creationId xmlns:a16="http://schemas.microsoft.com/office/drawing/2014/main" id="{7161B926-8682-61A4-C58A-AECD27E5FB8E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6" name="!!Titel 1">
            <a:extLst>
              <a:ext uri="{FF2B5EF4-FFF2-40B4-BE49-F238E27FC236}">
                <a16:creationId xmlns:a16="http://schemas.microsoft.com/office/drawing/2014/main" id="{3FD78862-2F0E-D10A-FA77-3E6E3DD5637F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6" name="!!Titel 1">
            <a:extLst>
              <a:ext uri="{FF2B5EF4-FFF2-40B4-BE49-F238E27FC236}">
                <a16:creationId xmlns:a16="http://schemas.microsoft.com/office/drawing/2014/main" id="{76C06E59-8D86-4852-38E9-169BEA8A44BB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2" name="!!Titel 1">
            <a:extLst>
              <a:ext uri="{FF2B5EF4-FFF2-40B4-BE49-F238E27FC236}">
                <a16:creationId xmlns:a16="http://schemas.microsoft.com/office/drawing/2014/main" id="{614EE747-2105-5973-73FE-6F79140683E9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3" name="!!Titel 1">
            <a:extLst>
              <a:ext uri="{FF2B5EF4-FFF2-40B4-BE49-F238E27FC236}">
                <a16:creationId xmlns:a16="http://schemas.microsoft.com/office/drawing/2014/main" id="{03C9D126-01A6-0F6C-2C39-45028FB172DF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4" name="!!Titel 1">
            <a:extLst>
              <a:ext uri="{FF2B5EF4-FFF2-40B4-BE49-F238E27FC236}">
                <a16:creationId xmlns:a16="http://schemas.microsoft.com/office/drawing/2014/main" id="{4331614B-B56A-A99C-10B6-1A252AE94E44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5" name="!!Titel 1">
            <a:extLst>
              <a:ext uri="{FF2B5EF4-FFF2-40B4-BE49-F238E27FC236}">
                <a16:creationId xmlns:a16="http://schemas.microsoft.com/office/drawing/2014/main" id="{6755E52B-9385-2FBC-150B-F8F4FFB99AD8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6FC950AE-17E8-5178-CAFD-41C7984BC322}"/>
              </a:ext>
            </a:extLst>
          </p:cNvPr>
          <p:cNvCxnSpPr>
            <a:cxnSpLocks/>
          </p:cNvCxnSpPr>
          <p:nvPr/>
        </p:nvCxnSpPr>
        <p:spPr>
          <a:xfrm>
            <a:off x="971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637300E4-34D0-D0BE-DEB3-A58FC42310B6}"/>
              </a:ext>
            </a:extLst>
          </p:cNvPr>
          <p:cNvCxnSpPr>
            <a:cxnSpLocks/>
          </p:cNvCxnSpPr>
          <p:nvPr/>
        </p:nvCxnSpPr>
        <p:spPr>
          <a:xfrm>
            <a:off x="1043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Gerader Verbinder 84">
            <a:extLst>
              <a:ext uri="{FF2B5EF4-FFF2-40B4-BE49-F238E27FC236}">
                <a16:creationId xmlns:a16="http://schemas.microsoft.com/office/drawing/2014/main" id="{5CA5424C-C7D5-BB85-79D1-4F973EE15EE1}"/>
              </a:ext>
            </a:extLst>
          </p:cNvPr>
          <p:cNvCxnSpPr>
            <a:cxnSpLocks/>
          </p:cNvCxnSpPr>
          <p:nvPr/>
        </p:nvCxnSpPr>
        <p:spPr>
          <a:xfrm>
            <a:off x="8994067" y="12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Gerader Verbinder 85">
            <a:extLst>
              <a:ext uri="{FF2B5EF4-FFF2-40B4-BE49-F238E27FC236}">
                <a16:creationId xmlns:a16="http://schemas.microsoft.com/office/drawing/2014/main" id="{55114D95-1A0D-25DF-A3C7-334B78F9770E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A50C470C-661C-BEAB-3978-E0D2278DBCCC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4BE6D4B6-B109-4E7D-9643-38BE941F07A0}"/>
              </a:ext>
            </a:extLst>
          </p:cNvPr>
          <p:cNvCxnSpPr>
            <a:cxnSpLocks/>
          </p:cNvCxnSpPr>
          <p:nvPr/>
        </p:nvCxnSpPr>
        <p:spPr>
          <a:xfrm>
            <a:off x="8994067" y="19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6" name="Gerader Verbinder 145">
            <a:extLst>
              <a:ext uri="{FF2B5EF4-FFF2-40B4-BE49-F238E27FC236}">
                <a16:creationId xmlns:a16="http://schemas.microsoft.com/office/drawing/2014/main" id="{9C7998FC-652E-C466-474B-25AF938DB860}"/>
              </a:ext>
            </a:extLst>
          </p:cNvPr>
          <p:cNvCxnSpPr>
            <a:cxnSpLocks/>
          </p:cNvCxnSpPr>
          <p:nvPr/>
        </p:nvCxnSpPr>
        <p:spPr>
          <a:xfrm>
            <a:off x="8994067" y="26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7" name="Gerader Verbinder 146">
            <a:extLst>
              <a:ext uri="{FF2B5EF4-FFF2-40B4-BE49-F238E27FC236}">
                <a16:creationId xmlns:a16="http://schemas.microsoft.com/office/drawing/2014/main" id="{E22445CA-8A6E-8DCA-8E16-1D15951849F7}"/>
              </a:ext>
            </a:extLst>
          </p:cNvPr>
          <p:cNvCxnSpPr>
            <a:cxnSpLocks/>
          </p:cNvCxnSpPr>
          <p:nvPr/>
        </p:nvCxnSpPr>
        <p:spPr>
          <a:xfrm>
            <a:off x="8994067" y="341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Gerader Verbinder 147">
            <a:extLst>
              <a:ext uri="{FF2B5EF4-FFF2-40B4-BE49-F238E27FC236}">
                <a16:creationId xmlns:a16="http://schemas.microsoft.com/office/drawing/2014/main" id="{FF0B3CB4-7B4D-E989-0F71-65005487CFB5}"/>
              </a:ext>
            </a:extLst>
          </p:cNvPr>
          <p:cNvCxnSpPr>
            <a:cxnSpLocks/>
          </p:cNvCxnSpPr>
          <p:nvPr/>
        </p:nvCxnSpPr>
        <p:spPr>
          <a:xfrm>
            <a:off x="8994067" y="41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" name="Gerader Verbinder 148">
            <a:extLst>
              <a:ext uri="{FF2B5EF4-FFF2-40B4-BE49-F238E27FC236}">
                <a16:creationId xmlns:a16="http://schemas.microsoft.com/office/drawing/2014/main" id="{1E5F9E77-2E0C-DDD8-FDAA-24FEBCC6718C}"/>
              </a:ext>
            </a:extLst>
          </p:cNvPr>
          <p:cNvCxnSpPr>
            <a:cxnSpLocks/>
          </p:cNvCxnSpPr>
          <p:nvPr/>
        </p:nvCxnSpPr>
        <p:spPr>
          <a:xfrm>
            <a:off x="8994067" y="48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Gerader Verbinder 149">
            <a:extLst>
              <a:ext uri="{FF2B5EF4-FFF2-40B4-BE49-F238E27FC236}">
                <a16:creationId xmlns:a16="http://schemas.microsoft.com/office/drawing/2014/main" id="{A7AAADFB-5E21-3957-2D3B-7266F3788A0A}"/>
              </a:ext>
            </a:extLst>
          </p:cNvPr>
          <p:cNvCxnSpPr>
            <a:cxnSpLocks/>
          </p:cNvCxnSpPr>
          <p:nvPr/>
        </p:nvCxnSpPr>
        <p:spPr>
          <a:xfrm>
            <a:off x="8994067" y="55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1" name="Gerader Verbinder 150">
            <a:extLst>
              <a:ext uri="{FF2B5EF4-FFF2-40B4-BE49-F238E27FC236}">
                <a16:creationId xmlns:a16="http://schemas.microsoft.com/office/drawing/2014/main" id="{627D9853-9AC2-4304-FA92-400452A69234}"/>
              </a:ext>
            </a:extLst>
          </p:cNvPr>
          <p:cNvCxnSpPr>
            <a:cxnSpLocks/>
          </p:cNvCxnSpPr>
          <p:nvPr/>
        </p:nvCxnSpPr>
        <p:spPr>
          <a:xfrm>
            <a:off x="8994067" y="62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2" name="Ellipse 151">
            <a:extLst>
              <a:ext uri="{FF2B5EF4-FFF2-40B4-BE49-F238E27FC236}">
                <a16:creationId xmlns:a16="http://schemas.microsoft.com/office/drawing/2014/main" id="{DA3EC9F8-36AA-D84F-CB0E-536E76C70558}"/>
              </a:ext>
            </a:extLst>
          </p:cNvPr>
          <p:cNvSpPr>
            <a:spLocks noChangeAspect="1"/>
          </p:cNvSpPr>
          <p:nvPr/>
        </p:nvSpPr>
        <p:spPr>
          <a:xfrm>
            <a:off x="9091417" y="134839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3" name="Ellipse 152">
            <a:extLst>
              <a:ext uri="{FF2B5EF4-FFF2-40B4-BE49-F238E27FC236}">
                <a16:creationId xmlns:a16="http://schemas.microsoft.com/office/drawing/2014/main" id="{0744B6C5-81C1-59FD-E51E-1B23FA977534}"/>
              </a:ext>
            </a:extLst>
          </p:cNvPr>
          <p:cNvSpPr>
            <a:spLocks noChangeAspect="1"/>
          </p:cNvSpPr>
          <p:nvPr/>
        </p:nvSpPr>
        <p:spPr>
          <a:xfrm>
            <a:off x="9083167" y="278839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54" name="Ellipse 153">
            <a:extLst>
              <a:ext uri="{FF2B5EF4-FFF2-40B4-BE49-F238E27FC236}">
                <a16:creationId xmlns:a16="http://schemas.microsoft.com/office/drawing/2014/main" id="{2F587CA9-7AFD-3A49-97B7-C7B99B57812B}"/>
              </a:ext>
            </a:extLst>
          </p:cNvPr>
          <p:cNvSpPr>
            <a:spLocks noChangeAspect="1"/>
          </p:cNvSpPr>
          <p:nvPr/>
        </p:nvSpPr>
        <p:spPr>
          <a:xfrm>
            <a:off x="9095318" y="566618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55" name="Ellipse 154">
            <a:extLst>
              <a:ext uri="{FF2B5EF4-FFF2-40B4-BE49-F238E27FC236}">
                <a16:creationId xmlns:a16="http://schemas.microsoft.com/office/drawing/2014/main" id="{14B1FCEF-2E12-84B1-ABFD-95052955CA03}"/>
              </a:ext>
            </a:extLst>
          </p:cNvPr>
          <p:cNvSpPr>
            <a:spLocks noChangeAspect="1"/>
          </p:cNvSpPr>
          <p:nvPr/>
        </p:nvSpPr>
        <p:spPr>
          <a:xfrm>
            <a:off x="9098767" y="206618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56" name="Ellipse 155">
            <a:extLst>
              <a:ext uri="{FF2B5EF4-FFF2-40B4-BE49-F238E27FC236}">
                <a16:creationId xmlns:a16="http://schemas.microsoft.com/office/drawing/2014/main" id="{944D3194-13F5-855E-1881-64A7A1CBB53B}"/>
              </a:ext>
            </a:extLst>
          </p:cNvPr>
          <p:cNvSpPr>
            <a:spLocks noChangeAspect="1"/>
          </p:cNvSpPr>
          <p:nvPr/>
        </p:nvSpPr>
        <p:spPr>
          <a:xfrm>
            <a:off x="9088793" y="351181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57" name="!!Ellipse 156">
            <a:extLst>
              <a:ext uri="{FF2B5EF4-FFF2-40B4-BE49-F238E27FC236}">
                <a16:creationId xmlns:a16="http://schemas.microsoft.com/office/drawing/2014/main" id="{03C6AAC5-517A-22B7-1467-0A4EE0D38C99}"/>
              </a:ext>
            </a:extLst>
          </p:cNvPr>
          <p:cNvSpPr>
            <a:spLocks noChangeAspect="1"/>
          </p:cNvSpPr>
          <p:nvPr/>
        </p:nvSpPr>
        <p:spPr>
          <a:xfrm>
            <a:off x="9088792" y="422497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8" name="Ellipse 157">
            <a:extLst>
              <a:ext uri="{FF2B5EF4-FFF2-40B4-BE49-F238E27FC236}">
                <a16:creationId xmlns:a16="http://schemas.microsoft.com/office/drawing/2014/main" id="{C59B34DB-B72C-4902-F1BC-5F1595109A35}"/>
              </a:ext>
            </a:extLst>
          </p:cNvPr>
          <p:cNvSpPr>
            <a:spLocks noChangeAspect="1"/>
          </p:cNvSpPr>
          <p:nvPr/>
        </p:nvSpPr>
        <p:spPr>
          <a:xfrm>
            <a:off x="9088792" y="494107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159" name="!!Ellipse 158">
            <a:extLst>
              <a:ext uri="{FF2B5EF4-FFF2-40B4-BE49-F238E27FC236}">
                <a16:creationId xmlns:a16="http://schemas.microsoft.com/office/drawing/2014/main" id="{51E6F129-5135-AE46-DADE-7626D6E75819}"/>
              </a:ext>
            </a:extLst>
          </p:cNvPr>
          <p:cNvSpPr>
            <a:spLocks noChangeAspect="1"/>
          </p:cNvSpPr>
          <p:nvPr/>
        </p:nvSpPr>
        <p:spPr>
          <a:xfrm>
            <a:off x="9087517" y="62839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60" name="Titel 1">
            <a:extLst>
              <a:ext uri="{FF2B5EF4-FFF2-40B4-BE49-F238E27FC236}">
                <a16:creationId xmlns:a16="http://schemas.microsoft.com/office/drawing/2014/main" id="{85A1ABBA-0EF1-0D8F-9758-139DA6B57DB9}"/>
              </a:ext>
            </a:extLst>
          </p:cNvPr>
          <p:cNvSpPr txBox="1">
            <a:spLocks/>
          </p:cNvSpPr>
          <p:nvPr/>
        </p:nvSpPr>
        <p:spPr>
          <a:xfrm>
            <a:off x="9718417" y="647444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161" name="Titel 1">
            <a:extLst>
              <a:ext uri="{FF2B5EF4-FFF2-40B4-BE49-F238E27FC236}">
                <a16:creationId xmlns:a16="http://schemas.microsoft.com/office/drawing/2014/main" id="{F18DEC99-B376-C18B-CAA1-77DBA117079D}"/>
              </a:ext>
            </a:extLst>
          </p:cNvPr>
          <p:cNvSpPr txBox="1">
            <a:spLocks/>
          </p:cNvSpPr>
          <p:nvPr/>
        </p:nvSpPr>
        <p:spPr>
          <a:xfrm>
            <a:off x="9732246" y="13237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62" name="Titel 1">
            <a:extLst>
              <a:ext uri="{FF2B5EF4-FFF2-40B4-BE49-F238E27FC236}">
                <a16:creationId xmlns:a16="http://schemas.microsoft.com/office/drawing/2014/main" id="{38B3747E-362B-3296-37DC-D55BD21B7038}"/>
              </a:ext>
            </a:extLst>
          </p:cNvPr>
          <p:cNvSpPr txBox="1">
            <a:spLocks/>
          </p:cNvSpPr>
          <p:nvPr/>
        </p:nvSpPr>
        <p:spPr>
          <a:xfrm>
            <a:off x="9732246" y="2028569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63" name="Titel 1">
            <a:extLst>
              <a:ext uri="{FF2B5EF4-FFF2-40B4-BE49-F238E27FC236}">
                <a16:creationId xmlns:a16="http://schemas.microsoft.com/office/drawing/2014/main" id="{1AD25545-8422-B9C2-FE70-9469F1A30004}"/>
              </a:ext>
            </a:extLst>
          </p:cNvPr>
          <p:cNvSpPr txBox="1">
            <a:spLocks/>
          </p:cNvSpPr>
          <p:nvPr/>
        </p:nvSpPr>
        <p:spPr>
          <a:xfrm>
            <a:off x="9732246" y="2771519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64" name="Titel 1">
            <a:extLst>
              <a:ext uri="{FF2B5EF4-FFF2-40B4-BE49-F238E27FC236}">
                <a16:creationId xmlns:a16="http://schemas.microsoft.com/office/drawing/2014/main" id="{47A7C029-9709-568F-4987-A0594B3FA791}"/>
              </a:ext>
            </a:extLst>
          </p:cNvPr>
          <p:cNvSpPr txBox="1">
            <a:spLocks/>
          </p:cNvSpPr>
          <p:nvPr/>
        </p:nvSpPr>
        <p:spPr>
          <a:xfrm>
            <a:off x="9732245" y="3466844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165" name="Titel 1">
            <a:extLst>
              <a:ext uri="{FF2B5EF4-FFF2-40B4-BE49-F238E27FC236}">
                <a16:creationId xmlns:a16="http://schemas.microsoft.com/office/drawing/2014/main" id="{4EB45D01-29CB-F66F-2C27-9A3C6BE9C1CE}"/>
              </a:ext>
            </a:extLst>
          </p:cNvPr>
          <p:cNvSpPr txBox="1">
            <a:spLocks/>
          </p:cNvSpPr>
          <p:nvPr/>
        </p:nvSpPr>
        <p:spPr>
          <a:xfrm>
            <a:off x="9732246" y="41812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166" name="Titel 1">
            <a:extLst>
              <a:ext uri="{FF2B5EF4-FFF2-40B4-BE49-F238E27FC236}">
                <a16:creationId xmlns:a16="http://schemas.microsoft.com/office/drawing/2014/main" id="{4E92CADF-D93C-19AC-9AA3-6813131938E5}"/>
              </a:ext>
            </a:extLst>
          </p:cNvPr>
          <p:cNvSpPr txBox="1">
            <a:spLocks/>
          </p:cNvSpPr>
          <p:nvPr/>
        </p:nvSpPr>
        <p:spPr>
          <a:xfrm>
            <a:off x="9732246" y="4933894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167" name="Titel 1">
            <a:extLst>
              <a:ext uri="{FF2B5EF4-FFF2-40B4-BE49-F238E27FC236}">
                <a16:creationId xmlns:a16="http://schemas.microsoft.com/office/drawing/2014/main" id="{48AFF89A-0A6C-C888-57A5-70B284E31705}"/>
              </a:ext>
            </a:extLst>
          </p:cNvPr>
          <p:cNvSpPr txBox="1">
            <a:spLocks/>
          </p:cNvSpPr>
          <p:nvPr/>
        </p:nvSpPr>
        <p:spPr>
          <a:xfrm>
            <a:off x="9732245" y="5648069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920741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CB292-C86C-2156-2AD6-71A9DFCC4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!!Rechteck 174">
            <a:extLst>
              <a:ext uri="{FF2B5EF4-FFF2-40B4-BE49-F238E27FC236}">
                <a16:creationId xmlns:a16="http://schemas.microsoft.com/office/drawing/2014/main" id="{F2C2A4F9-967E-FB36-206A-154E40F1FB91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3" name="!!Rechteck 172">
            <a:extLst>
              <a:ext uri="{FF2B5EF4-FFF2-40B4-BE49-F238E27FC236}">
                <a16:creationId xmlns:a16="http://schemas.microsoft.com/office/drawing/2014/main" id="{83752853-3535-D3F2-D489-9B90B48F56A6}"/>
              </a:ext>
            </a:extLst>
          </p:cNvPr>
          <p:cNvSpPr/>
          <p:nvPr/>
        </p:nvSpPr>
        <p:spPr>
          <a:xfrm>
            <a:off x="7041379" y="4858398"/>
            <a:ext cx="1216492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!!Rechteck 60">
            <a:extLst>
              <a:ext uri="{FF2B5EF4-FFF2-40B4-BE49-F238E27FC236}">
                <a16:creationId xmlns:a16="http://schemas.microsoft.com/office/drawing/2014/main" id="{AE0302F7-28F7-DED4-8DA7-0B583FB041B0}"/>
              </a:ext>
            </a:extLst>
          </p:cNvPr>
          <p:cNvSpPr/>
          <p:nvPr/>
        </p:nvSpPr>
        <p:spPr>
          <a:xfrm>
            <a:off x="1072200" y="4859998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4931FBF9-31A6-8090-0B9F-304049517F4D}"/>
              </a:ext>
            </a:extLst>
          </p:cNvPr>
          <p:cNvSpPr/>
          <p:nvPr/>
        </p:nvSpPr>
        <p:spPr>
          <a:xfrm>
            <a:off x="4679999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CDD26378-2F1F-98F3-159F-84D139BC08E7}"/>
              </a:ext>
            </a:extLst>
          </p:cNvPr>
          <p:cNvSpPr/>
          <p:nvPr/>
        </p:nvSpPr>
        <p:spPr>
          <a:xfrm>
            <a:off x="1799994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18">
            <a:extLst>
              <a:ext uri="{FF2B5EF4-FFF2-40B4-BE49-F238E27FC236}">
                <a16:creationId xmlns:a16="http://schemas.microsoft.com/office/drawing/2014/main" id="{E4B4F332-5D0E-D222-B8CD-50C8769ABC46}"/>
              </a:ext>
            </a:extLst>
          </p:cNvPr>
          <p:cNvSpPr/>
          <p:nvPr/>
        </p:nvSpPr>
        <p:spPr>
          <a:xfrm>
            <a:off x="1076099" y="4139998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FE4CA846-94F1-1580-5CE9-487C4F46BC78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BF914E7-42D0-EA57-5481-724B08E0B8C6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515B1624-25CC-DD91-B559-05E1BEFCE0B6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DD29AE98-FE1C-26E2-1E71-F082D593972E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027F5B6E-1DB6-E0E1-A098-FF66CADFACC0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01D23DC6-EE08-14B7-3F15-1486C027A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3D9F53D0-699C-4471-5645-291CEC75248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2EAE19C1-D111-753B-D356-4C3B85D96E89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76838F06-98E6-2978-25DC-C67B9EEF2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E47A1AAC-DA23-7E1F-2F23-5FBC27176D1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D3F55061-E0F1-7533-C7C3-4CFDF7C36004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1215DE1C-12FF-D5BD-32F6-8B95AFED5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FC20179B-0C60-62C3-26C4-F79440C2618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FE7B5C84-A60E-4825-A7B0-4EF330F36D4B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EEC427AB-8F3F-FAF3-EEF4-153F77AF99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1CBA3AF8-5DFD-AF05-DC57-35778FFABC1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8F35BCA3-C0DE-071B-39B2-1C44064198BF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67F54115-F70D-534F-5A26-C2A631D93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011AD876-D71C-52B8-1A04-0547897B34C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51D17C65-0325-1275-23ED-4D119D9C5C2A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F2EE00F1-7E82-0E4F-0398-9AB8B5C31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CD544DDF-E5E4-212A-800C-14D899187EB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BFE516E9-90A9-084C-E679-FF51AFA013AB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6FFFB8D4-1926-1F41-905F-0C7239631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E8E60FF5-EA60-4736-6DFD-4289D86C22D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79DD927-21A3-5B8E-F332-90A3FCFECA68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A392691-499C-06BB-08CC-7A44E469E114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ED58894-4228-B160-2417-B6CD12147A7E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CB240DE2-E565-0A67-1995-DE824E12285D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52FC166-034D-7307-4691-7EE5F493F21C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58ED00CA-EC36-EAE2-1E7E-BEAE8A60DC5E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50C7FC6-1FF0-33C8-33D2-640CD36826E2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B3217090-A28C-E80C-7921-C440D28243F1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86338E7-CF23-6F14-464A-BB6D788ECF47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1AEA4E88-715A-8677-D381-114C13071591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06E3B40-48B1-D699-AFF7-6D8EE058B123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CCC16D5-8D04-4B84-E4EB-FDD79FCD430E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74D4200-C7F5-90E6-620C-E743E03CE16E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280CE38D-02C3-CDEF-8778-93220BBEA7B1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76E141C3-C07E-1C6A-AEEC-C5C8B68A3D25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5C77F058-B30C-F439-DD64-E6C152862246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B3BFDFA6-A72D-AAA1-F5AC-84878DAA0C97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03DF6BE5-90C1-D82D-9183-FC1CAD473AB9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DD5FE7C5-E2A2-266E-1DD0-33A8A029EA21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1B773B9E-6C17-705D-139E-420543A46EE3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B4EB16CD-7C87-49D9-E5FA-73911326E907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14E4904C-CC8C-B9F7-5C30-1D45A3124FEC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020AFAB6-8C25-B064-3BD6-41E94C0852EB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DED1FC19-F50B-3CA4-5EB7-1DBAA2C972F5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E4A21F85-4364-BD17-F30F-C320273752E2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F88BAA73-B810-CE4F-2506-A287D7427E27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58F27F4F-4329-43A7-AFD2-3B53A52A5B7E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91626C6-FF06-0114-B163-CF19C71AAE82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FFDD1E59-7984-D09C-A733-9D664655C9A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38DBDBFD-ECDB-98F6-D5F8-6731F07F43A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6C964127-6D2B-762E-9E83-11A0573C17AF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C5FA355B-157F-96BD-63B9-D058E437A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1617CBC7-08A8-0497-731D-5621867D5E2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740A8055-FCC3-70E8-B895-7867EC074CF3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39225058-55FA-0890-B377-B1812E5B2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2FA38491-288A-8B1D-F873-1B2C94ABBA9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12D227DE-E249-C5AC-3558-FD5E19720055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A729DF2B-C3C0-90D3-BFEC-EDAAE49FD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B775AA45-BACB-70F4-B72A-68F746F40BB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3D18403B-43EF-3E83-8684-22AD38D4B3FD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A44CF8E9-C356-4EF0-3F9F-3A5856C71E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F332837E-5D65-6AE1-67FD-65CF441C5F7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CEF32860-760C-42E5-3721-9C63E4FEA35F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4630C912-7ED5-F60D-409A-87799F472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B35F2317-EC1A-C437-B2A3-962C5DC6EDA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FC0CE96F-8DF8-9311-EA3F-47A73B2F37A9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A204F874-4DAE-CF1F-440B-DB7ABD97A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1B0F41C1-D79F-26EB-909C-706961DA963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4CBFB4F5-E48B-A191-26E0-3185992E7F20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78C342F8-35BB-7F04-6BD5-3A26F14D9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B18F7FA7-2C38-C910-78B4-C9BE21A8EAC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F43B792B-1A3C-7E8C-DA31-50611DEB4624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AF005CCB-E3B9-7842-624A-249C1E3CD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FCAB771F-CD69-342B-1332-965D3540494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46FFAFFB-2F2B-6CB7-6A32-A0C281331D9D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3C802722-580D-EE8B-1837-63F6AFDDC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BB146B3F-DC9E-513E-CC8F-0D3277385E9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C8631DD7-8467-2B3E-DD48-5B37E3F2B733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C1EE2DC0-48E3-E8FF-30AA-918C3C9FC9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AF202F62-1F45-D249-E216-56BAE0271CB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7FAB471E-858F-CBEC-C7DA-621870A8E9A8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E03C89CE-BFDB-F453-8B03-015B3C91B6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78EC204C-9A77-E8EC-4193-75665DE3FD4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E1049B28-B97F-13F1-AC7B-6FC4C8747C2E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FDFDB676-6FFC-A96F-C59A-8202ED8776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D2473785-F5A8-58A4-3F00-5FBEEDE3290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B51FBCDA-6B01-BE40-ECD3-1D9D88D72A8A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0C254166-C61B-EFE7-4E3E-34B1AE714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8D2349CB-5E81-ABB8-A0E6-0DABF33BB51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C40362DE-4E95-3913-9639-9E056FC0DBEA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993E9636-C34A-7EB1-EAA7-8C6AE39ED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6AC56E46-E312-5CFE-0A91-D0B1A7E9EBF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2DB4EAF1-A3FE-4CF4-85EE-D7C661DFD6B2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FDCE0362-2545-2C45-AB6A-484A3F0F14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29EE2DA9-49A3-7BEF-7BFC-7B3661E3E83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8DED1F3B-18B5-4B3D-051D-842078AF864B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6E5C4CEE-36AE-C3BD-0DB8-213314F0C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496826B0-A426-3C98-6888-FF5EA88C56A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EADA5055-5BD8-5730-5217-4B4B4E846607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0F440FBB-DB95-8A53-150F-EFCA2E47AF0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00F7D54C-303F-A9CE-3C8B-36A83FF74A5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ED566E32-1634-2EC3-6324-308E78DEC157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A914C6C7-993A-3020-A259-DDB55D74A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9002E408-A1E6-D266-839A-A5746749D65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5FAFA46B-79D7-7A8B-FC0A-4CB1B7790A14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5D01EAEB-6115-0B17-C501-4C570E3A82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7B5D5BE4-D373-B496-9AF0-D0A9851E7D9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8ECF973F-9DD5-4AD0-BE64-4972194BE552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C48921AD-42A7-9A20-635E-48B6BF7B2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28086E30-D9FB-7696-098E-169B6500593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AB4788FD-CDB0-6734-7745-1779CF6ECD15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79B6EB81-468C-9C3B-9FBE-CB5286F2E333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AD06F510-544C-C6DD-0401-5326CC8CE69E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C4886DE2-6630-2A1C-7589-8F99B6FDF5C1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1ADC9D03-A7D9-4278-19E5-09D7AF1927F5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B0D8F2F4-36E3-4476-E70B-4C762C1CAB02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EFFEE397-4F1F-2ABD-97F5-A68BB4B4A7DE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A6F7BB20-17A8-2002-EC24-DBDF2F4EE5BA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63" name="!!Titel 1">
            <a:extLst>
              <a:ext uri="{FF2B5EF4-FFF2-40B4-BE49-F238E27FC236}">
                <a16:creationId xmlns:a16="http://schemas.microsoft.com/office/drawing/2014/main" id="{5E962303-2A27-4CFB-D719-9417C733CFDF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5" name="!!Titel 1">
            <a:extLst>
              <a:ext uri="{FF2B5EF4-FFF2-40B4-BE49-F238E27FC236}">
                <a16:creationId xmlns:a16="http://schemas.microsoft.com/office/drawing/2014/main" id="{49A9751F-A300-0A70-F5FE-AD7D6850DBF1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66" name="!!Titel 1">
            <a:extLst>
              <a:ext uri="{FF2B5EF4-FFF2-40B4-BE49-F238E27FC236}">
                <a16:creationId xmlns:a16="http://schemas.microsoft.com/office/drawing/2014/main" id="{C0309A92-CC28-7ACB-33F5-380A4CEEA177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6" name="!!Titel 1">
            <a:extLst>
              <a:ext uri="{FF2B5EF4-FFF2-40B4-BE49-F238E27FC236}">
                <a16:creationId xmlns:a16="http://schemas.microsoft.com/office/drawing/2014/main" id="{DAAFA448-24E1-A889-3C2B-648854E31315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2" name="!!Titel 1">
            <a:extLst>
              <a:ext uri="{FF2B5EF4-FFF2-40B4-BE49-F238E27FC236}">
                <a16:creationId xmlns:a16="http://schemas.microsoft.com/office/drawing/2014/main" id="{6803DA75-73BD-60F8-CB57-0D715429983C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3" name="!!Titel 1">
            <a:extLst>
              <a:ext uri="{FF2B5EF4-FFF2-40B4-BE49-F238E27FC236}">
                <a16:creationId xmlns:a16="http://schemas.microsoft.com/office/drawing/2014/main" id="{BEAA877D-06E3-1AE5-FDBC-280BD6EBFA88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4" name="!!Titel 1">
            <a:extLst>
              <a:ext uri="{FF2B5EF4-FFF2-40B4-BE49-F238E27FC236}">
                <a16:creationId xmlns:a16="http://schemas.microsoft.com/office/drawing/2014/main" id="{C9F64411-2B6B-94F2-095F-1E2B08A2E6D4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45" name="!!Titel 1">
            <a:extLst>
              <a:ext uri="{FF2B5EF4-FFF2-40B4-BE49-F238E27FC236}">
                <a16:creationId xmlns:a16="http://schemas.microsoft.com/office/drawing/2014/main" id="{4261B78F-D2D4-93C5-2B42-E3E083BA3FC8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71" name="!!Ellipse 170">
            <a:extLst>
              <a:ext uri="{FF2B5EF4-FFF2-40B4-BE49-F238E27FC236}">
                <a16:creationId xmlns:a16="http://schemas.microsoft.com/office/drawing/2014/main" id="{4C129A74-17E9-F1C9-FDBA-E85D2A059BE0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72" name="!!Ellipse 171">
            <a:extLst>
              <a:ext uri="{FF2B5EF4-FFF2-40B4-BE49-F238E27FC236}">
                <a16:creationId xmlns:a16="http://schemas.microsoft.com/office/drawing/2014/main" id="{941783A5-6757-850D-17BC-4FD3B1A27793}"/>
              </a:ext>
            </a:extLst>
          </p:cNvPr>
          <p:cNvSpPr>
            <a:spLocks noChangeAspect="1"/>
          </p:cNvSpPr>
          <p:nvPr/>
        </p:nvSpPr>
        <p:spPr>
          <a:xfrm>
            <a:off x="9785697" y="61503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74" name="!!Ellipse 173">
            <a:extLst>
              <a:ext uri="{FF2B5EF4-FFF2-40B4-BE49-F238E27FC236}">
                <a16:creationId xmlns:a16="http://schemas.microsoft.com/office/drawing/2014/main" id="{F0ECD4FD-F112-A04E-A546-8486A12BD662}"/>
              </a:ext>
            </a:extLst>
          </p:cNvPr>
          <p:cNvSpPr>
            <a:spLocks noChangeAspect="1"/>
          </p:cNvSpPr>
          <p:nvPr/>
        </p:nvSpPr>
        <p:spPr>
          <a:xfrm>
            <a:off x="10514623" y="625234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3515145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306FD-58F9-7C8B-CEDB-8893D6F9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!!Rechteck 20">
            <a:extLst>
              <a:ext uri="{FF2B5EF4-FFF2-40B4-BE49-F238E27FC236}">
                <a16:creationId xmlns:a16="http://schemas.microsoft.com/office/drawing/2014/main" id="{4E468643-F9E8-ACFA-AD81-FE2DAE163853}"/>
              </a:ext>
            </a:extLst>
          </p:cNvPr>
          <p:cNvSpPr/>
          <p:nvPr/>
        </p:nvSpPr>
        <p:spPr>
          <a:xfrm>
            <a:off x="5396095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A8AC76C5-B1A4-90BF-B9DA-18F397D8F7A2}"/>
              </a:ext>
            </a:extLst>
          </p:cNvPr>
          <p:cNvSpPr/>
          <p:nvPr/>
        </p:nvSpPr>
        <p:spPr>
          <a:xfrm>
            <a:off x="1072200" y="4850473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72A5B915-4846-3EF5-1592-0DAAF0BA93C7}"/>
              </a:ext>
            </a:extLst>
          </p:cNvPr>
          <p:cNvSpPr/>
          <p:nvPr/>
        </p:nvSpPr>
        <p:spPr>
          <a:xfrm>
            <a:off x="4679999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059766BB-E4EC-2095-52AD-ECD79A7DB9E6}"/>
              </a:ext>
            </a:extLst>
          </p:cNvPr>
          <p:cNvSpPr/>
          <p:nvPr/>
        </p:nvSpPr>
        <p:spPr>
          <a:xfrm>
            <a:off x="1799994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77B80BBC-4D24-7992-C939-7855C6272CE6}"/>
              </a:ext>
            </a:extLst>
          </p:cNvPr>
          <p:cNvSpPr/>
          <p:nvPr/>
        </p:nvSpPr>
        <p:spPr>
          <a:xfrm>
            <a:off x="1076099" y="4139998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B3CB09B3-6EAD-884D-9B92-1D61F7C5D7BC}"/>
              </a:ext>
            </a:extLst>
          </p:cNvPr>
          <p:cNvSpPr/>
          <p:nvPr/>
        </p:nvSpPr>
        <p:spPr>
          <a:xfrm>
            <a:off x="6120000" y="530473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B0D78B9-8FC6-16D3-2E4D-FF4685E2ABF0}"/>
              </a:ext>
            </a:extLst>
          </p:cNvPr>
          <p:cNvSpPr/>
          <p:nvPr/>
        </p:nvSpPr>
        <p:spPr>
          <a:xfrm>
            <a:off x="2523897" y="530474"/>
            <a:ext cx="2152199" cy="575999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99060A7D-3E93-2F90-1FD7-67E5473F80DB}"/>
              </a:ext>
            </a:extLst>
          </p:cNvPr>
          <p:cNvSpPr/>
          <p:nvPr/>
        </p:nvSpPr>
        <p:spPr>
          <a:xfrm>
            <a:off x="1076098" y="539998"/>
            <a:ext cx="723900" cy="575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470D764-A858-8088-FD19-3A4D3C588A1C}"/>
              </a:ext>
            </a:extLst>
          </p:cNvPr>
          <p:cNvSpPr/>
          <p:nvPr/>
        </p:nvSpPr>
        <p:spPr>
          <a:xfrm>
            <a:off x="1076099" y="539999"/>
            <a:ext cx="5763900" cy="71999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A01AEC10-29A7-A12A-2DE9-27577B1FDD04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5183EDDD-CA01-3BAA-6BED-31492C478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D20B1E0C-8A8C-77DD-29F5-658FE22EE5D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CEC9EA7-04B1-F53C-E1EA-36AC065EA8C8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133EA7C1-2C78-C314-7AF5-64603387D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FF478B2-B97C-4DFD-8674-782A3A2632F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B7BA2B4-CB3E-8904-9F56-581F549B3E3A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49A0BCD5-8155-72AF-410B-D291E2FA8D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C3FC531-642E-E9D6-C4F8-29247664793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E56ED840-2207-9A2D-0A57-A8045872238C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7BD12499-AE54-3F98-3E77-F2720E615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17244819-DA79-726E-FCCC-DC84B891047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C8CE6168-310A-84E1-EDE3-1FE572C5534E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A04250DD-E102-B8DB-9E35-A8DB4F523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A2A68A5B-A07E-56BF-DFE0-8AE90842ED4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0B199898-784B-21B9-A147-D36F9577596E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3DDA75DF-6C0D-689E-0EDB-7C3241A57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DE35BE2E-C84C-F9A6-CA51-6B8EC783251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7E7911FB-177D-CA05-AE6A-4A54949639AA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B58C0D47-AEE0-C5A4-F82E-8681FE2055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55FD24AD-A3A4-0066-B891-8F8437CAB98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E4F40916-C44A-EE3F-B592-10D0C0187A28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70A96776-EFD3-91B2-1D3E-1244CBF9BAA4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AD33CDE1-0A60-A883-5453-9648CDC887EF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41779BEB-4DDB-459A-7A8D-2D1B82CE2AD2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6ADDE8AA-A509-576C-FE80-A93C54C7468F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1604BC53-72F1-09B0-7B4F-27E403918805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399B2EE9-62EF-BD0E-B7E8-C7A464AEC99F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26919623-B5C3-A853-C07E-D6C3760B50DA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B00820B-0760-526B-3587-0C94E45052C7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C5E43378-069C-D564-3F15-CCBBC358C88D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95E694E2-173A-90FB-8AF9-D3D5FD6ED899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0573563F-2691-BE94-71D5-C5D90FB2BB5A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398BF605-6CFA-813E-8F83-E772D7836F36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05976254-1216-BF39-C667-E10C1DA48726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9E41F4A-3749-C209-1423-A06011DE436A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94D4B746-75BC-8EE5-5FD0-5A76D255A678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6E455264-D447-98C5-A8D4-84A5F157AA50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15C9EFC4-3443-B6EA-5BF7-3A5E50AECA29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4E90D7FA-6B72-3B78-3F88-DC4F4597D86F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AC019E02-4764-E1CB-BE30-AA8050D0D512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7D79D041-D380-6D7F-F090-88998152B55F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1CEFC701-1F50-AFB7-02E0-6FAD0656472B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5B07BF64-0EC9-4E7B-C675-1E18B416B6B3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D78D811-5671-A0EF-1C67-ED8BBE52343E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9D0C8480-8855-5B48-766E-35D178ED871E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5C9AA2EA-1E04-A03A-72D0-0FB1CAB6CCBF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98A72E26-87B1-047D-2D3D-E187D5C3CE6F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02F580F-7981-15FD-25EC-2AF7297ADFB2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17E8DABD-CB22-43AB-9D56-914CA6E48D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D00DB3D3-66C9-D639-BBA3-E224B2126E6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0446BDFD-6162-85FE-8449-939188D3117E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2954069E-3BE8-E120-9594-D7A99728F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B223D62A-398F-68AE-D0EE-99C4DFF65C1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FDBCE01D-41A6-EC45-BDEE-347FE3A97659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1E49AD4B-5DD0-5E65-D042-33F2E9C71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A728F929-2849-6678-13DE-4467F47E993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6B4F189D-D001-1081-8204-5E6E54054770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0CB2E669-6810-CF9E-1347-078BB8FD8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45B860FD-8CBE-7F4E-C85F-7AA82CC186B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63543E72-4D36-07AA-1633-C7A162795E7B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F0D8D681-1D08-A240-666D-102C99BD93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4A434AF2-208E-3EEA-F394-395E7D890B7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EF680AD2-FCA9-52CD-4AAE-8660F00F6CB4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92668B5E-9CDD-17B0-BD35-EC4D15F199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63330A68-21D5-331C-8C92-C02E1D419CF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032B77F7-B374-8FAF-D628-D05780B5F77A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62E0E35F-A6C0-8447-CD88-155D4465E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48C41E4F-3D12-F30A-70DA-CA176A17835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7BC91C97-80C8-9EEB-D4D8-CD753F713037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9668EE4A-3BAA-AB6C-EED7-EAE044FC3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012557B4-1BB5-F0D7-B282-74101AB0D29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6E6BFD24-5912-D5D0-5DBA-089C62F938C4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BAD43799-7ED2-D7A5-32ED-2D2F8CB2B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64B73215-79A4-26A3-9F81-3D2E3BC8E43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D3866BA7-91F8-2881-CA9A-A0501850BBD3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43576BE5-1750-5AF1-46D9-63AE74A972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395BD8CB-C633-200A-AA82-86ED67DC929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AF202694-C29D-7B11-B824-9E34DCD9FD6F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00FD64CC-A235-E105-97F9-CE4B8A57ED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0EDE4663-71CB-7687-E082-0CF5EB3493B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174173A0-ADB4-7A06-45E8-B9C72C22FCD6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C212C3AB-F71B-4B08-655E-AB249DC163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0BA6FD2D-E975-C87A-5287-CDEBEDB30B7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11ED24F1-B33D-51C5-B9CA-021557BC7364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4E34D0CC-6B2B-DFD8-BA01-1842E0CF1D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6723282D-208A-D77D-6617-C24DA276DB3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C73A5251-4D0F-0023-FC18-068C256E3FFA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9ED799D1-94A9-27CB-D53D-69B6A561D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720D38FB-DC96-1E26-9BCA-F63730ACD7F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A2F646A4-4310-C652-008B-8BAC84F1C28A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78FC6B3B-333B-3C6E-A9BD-A71746F94B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01B48C85-EBB1-BFF8-41A0-D8EF32BA458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D05F245A-B12E-A93D-88B3-EC71D017198E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65F7212F-6FE7-A292-87EF-3468801740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44B3DCD3-6C7E-930B-C5A8-F553952502B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AD8C41F5-8A13-AF0B-AB5C-C5DF49C72727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A58BE93C-3E13-5B7A-D1F8-C6AD46E5DD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FB43C414-5181-B639-6580-B3FB8064400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5B37A81E-FA14-3B17-7DD7-C24CA92B1EA1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122F65A6-E4FE-1E03-79B9-93FF95858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5B35247D-E7C7-5C7F-3C0B-64C8817D74C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DA9DCA41-7120-1D51-2F3E-D94B0CF9A182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6AA40A29-2022-5776-6CD5-BE2D95D928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B1664442-9F08-E8E3-D610-89DB5880754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A596B1CC-53F4-7F35-A488-3AE920FB55E2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3F86B623-1E2B-4A60-ED9C-353C4B5CB8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37B98615-26A0-6E04-9804-9AB2A348C05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1381E1C0-6ABF-7B34-B6B1-CF78041B3675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42" name="Grafik 41" descr="Mann mit einfarbiger Füllung">
              <a:extLst>
                <a:ext uri="{FF2B5EF4-FFF2-40B4-BE49-F238E27FC236}">
                  <a16:creationId xmlns:a16="http://schemas.microsoft.com/office/drawing/2014/main" id="{7C3FF1C6-0C8B-5092-5616-9E8A7951E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6D58A2C1-102D-5F91-4D73-E7357CF9670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67" name="Titel 1">
            <a:extLst>
              <a:ext uri="{FF2B5EF4-FFF2-40B4-BE49-F238E27FC236}">
                <a16:creationId xmlns:a16="http://schemas.microsoft.com/office/drawing/2014/main" id="{5A96C749-4A10-ABD6-65DB-BE5851D1A87F}"/>
              </a:ext>
            </a:extLst>
          </p:cNvPr>
          <p:cNvSpPr txBox="1">
            <a:spLocks/>
          </p:cNvSpPr>
          <p:nvPr/>
        </p:nvSpPr>
        <p:spPr>
          <a:xfrm>
            <a:off x="7058026" y="649050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|A| =</a:t>
            </a:r>
          </a:p>
        </p:txBody>
      </p:sp>
      <p:sp>
        <p:nvSpPr>
          <p:cNvPr id="68" name="Titel 1">
            <a:extLst>
              <a:ext uri="{FF2B5EF4-FFF2-40B4-BE49-F238E27FC236}">
                <a16:creationId xmlns:a16="http://schemas.microsoft.com/office/drawing/2014/main" id="{3F52672F-BB53-A5F0-9E36-7E52EB34E331}"/>
              </a:ext>
            </a:extLst>
          </p:cNvPr>
          <p:cNvSpPr txBox="1">
            <a:spLocks/>
          </p:cNvSpPr>
          <p:nvPr/>
        </p:nvSpPr>
        <p:spPr>
          <a:xfrm>
            <a:off x="7058025" y="13253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|B| =</a:t>
            </a:r>
          </a:p>
        </p:txBody>
      </p:sp>
      <p:sp>
        <p:nvSpPr>
          <p:cNvPr id="69" name="Titel 1">
            <a:extLst>
              <a:ext uri="{FF2B5EF4-FFF2-40B4-BE49-F238E27FC236}">
                <a16:creationId xmlns:a16="http://schemas.microsoft.com/office/drawing/2014/main" id="{1FDC70CE-574B-4260-E217-A5A74808CAAF}"/>
              </a:ext>
            </a:extLst>
          </p:cNvPr>
          <p:cNvSpPr txBox="1">
            <a:spLocks/>
          </p:cNvSpPr>
          <p:nvPr/>
        </p:nvSpPr>
        <p:spPr>
          <a:xfrm>
            <a:off x="7058024" y="20301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|C| =</a:t>
            </a:r>
          </a:p>
        </p:txBody>
      </p:sp>
      <p:sp>
        <p:nvSpPr>
          <p:cNvPr id="70" name="Titel 1">
            <a:extLst>
              <a:ext uri="{FF2B5EF4-FFF2-40B4-BE49-F238E27FC236}">
                <a16:creationId xmlns:a16="http://schemas.microsoft.com/office/drawing/2014/main" id="{07E82F54-B1D1-2250-AD5C-734879152F68}"/>
              </a:ext>
            </a:extLst>
          </p:cNvPr>
          <p:cNvSpPr txBox="1">
            <a:spLocks/>
          </p:cNvSpPr>
          <p:nvPr/>
        </p:nvSpPr>
        <p:spPr>
          <a:xfrm>
            <a:off x="7058025" y="2773125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|D| =</a:t>
            </a:r>
          </a:p>
        </p:txBody>
      </p:sp>
      <p:sp>
        <p:nvSpPr>
          <p:cNvPr id="71" name="Titel 1">
            <a:extLst>
              <a:ext uri="{FF2B5EF4-FFF2-40B4-BE49-F238E27FC236}">
                <a16:creationId xmlns:a16="http://schemas.microsoft.com/office/drawing/2014/main" id="{4DE3B22B-4514-8A9D-226B-59DD2D23B495}"/>
              </a:ext>
            </a:extLst>
          </p:cNvPr>
          <p:cNvSpPr txBox="1">
            <a:spLocks/>
          </p:cNvSpPr>
          <p:nvPr/>
        </p:nvSpPr>
        <p:spPr>
          <a:xfrm>
            <a:off x="7058025" y="3468450"/>
            <a:ext cx="8477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|E| =</a:t>
            </a:r>
          </a:p>
        </p:txBody>
      </p:sp>
      <p:sp>
        <p:nvSpPr>
          <p:cNvPr id="72" name="Titel 1">
            <a:extLst>
              <a:ext uri="{FF2B5EF4-FFF2-40B4-BE49-F238E27FC236}">
                <a16:creationId xmlns:a16="http://schemas.microsoft.com/office/drawing/2014/main" id="{3F4FDB4B-514B-3EF1-4026-2E035D194020}"/>
              </a:ext>
            </a:extLst>
          </p:cNvPr>
          <p:cNvSpPr txBox="1">
            <a:spLocks/>
          </p:cNvSpPr>
          <p:nvPr/>
        </p:nvSpPr>
        <p:spPr>
          <a:xfrm>
            <a:off x="7058024" y="418282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|F| =</a:t>
            </a:r>
          </a:p>
        </p:txBody>
      </p:sp>
      <p:sp>
        <p:nvSpPr>
          <p:cNvPr id="75" name="Titel 1">
            <a:extLst>
              <a:ext uri="{FF2B5EF4-FFF2-40B4-BE49-F238E27FC236}">
                <a16:creationId xmlns:a16="http://schemas.microsoft.com/office/drawing/2014/main" id="{B77070BF-3893-03B8-B2C6-6DE53F0CD31A}"/>
              </a:ext>
            </a:extLst>
          </p:cNvPr>
          <p:cNvSpPr txBox="1">
            <a:spLocks/>
          </p:cNvSpPr>
          <p:nvPr/>
        </p:nvSpPr>
        <p:spPr>
          <a:xfrm>
            <a:off x="7058025" y="4916250"/>
            <a:ext cx="92392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|G| =</a:t>
            </a:r>
          </a:p>
        </p:txBody>
      </p:sp>
      <p:sp>
        <p:nvSpPr>
          <p:cNvPr id="76" name="Titel 1">
            <a:extLst>
              <a:ext uri="{FF2B5EF4-FFF2-40B4-BE49-F238E27FC236}">
                <a16:creationId xmlns:a16="http://schemas.microsoft.com/office/drawing/2014/main" id="{3D4C3719-E602-766B-5ABF-4B1FA26C32D5}"/>
              </a:ext>
            </a:extLst>
          </p:cNvPr>
          <p:cNvSpPr txBox="1">
            <a:spLocks/>
          </p:cNvSpPr>
          <p:nvPr/>
        </p:nvSpPr>
        <p:spPr>
          <a:xfrm>
            <a:off x="7058024" y="5649675"/>
            <a:ext cx="847723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|H| =</a:t>
            </a:r>
          </a:p>
        </p:txBody>
      </p:sp>
      <p:sp>
        <p:nvSpPr>
          <p:cNvPr id="63" name="!!Titel 1">
            <a:extLst>
              <a:ext uri="{FF2B5EF4-FFF2-40B4-BE49-F238E27FC236}">
                <a16:creationId xmlns:a16="http://schemas.microsoft.com/office/drawing/2014/main" id="{F4F04780-46CD-7FAD-AD5D-66E0FB3B445E}"/>
              </a:ext>
            </a:extLst>
          </p:cNvPr>
          <p:cNvSpPr txBox="1">
            <a:spLocks/>
          </p:cNvSpPr>
          <p:nvPr/>
        </p:nvSpPr>
        <p:spPr>
          <a:xfrm>
            <a:off x="7832099" y="6504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5" name="!!Titel 1">
            <a:extLst>
              <a:ext uri="{FF2B5EF4-FFF2-40B4-BE49-F238E27FC236}">
                <a16:creationId xmlns:a16="http://schemas.microsoft.com/office/drawing/2014/main" id="{F7104263-2906-DAF3-F244-0CB68B78B284}"/>
              </a:ext>
            </a:extLst>
          </p:cNvPr>
          <p:cNvSpPr txBox="1">
            <a:spLocks/>
          </p:cNvSpPr>
          <p:nvPr/>
        </p:nvSpPr>
        <p:spPr>
          <a:xfrm>
            <a:off x="7832099" y="1326471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66" name="!!Titel 1">
            <a:extLst>
              <a:ext uri="{FF2B5EF4-FFF2-40B4-BE49-F238E27FC236}">
                <a16:creationId xmlns:a16="http://schemas.microsoft.com/office/drawing/2014/main" id="{B9F55053-6538-9E6E-7B53-B080DF7D5493}"/>
              </a:ext>
            </a:extLst>
          </p:cNvPr>
          <p:cNvSpPr txBox="1">
            <a:spLocks/>
          </p:cNvSpPr>
          <p:nvPr/>
        </p:nvSpPr>
        <p:spPr>
          <a:xfrm>
            <a:off x="7832099" y="203970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6" name="!!Titel 1">
            <a:extLst>
              <a:ext uri="{FF2B5EF4-FFF2-40B4-BE49-F238E27FC236}">
                <a16:creationId xmlns:a16="http://schemas.microsoft.com/office/drawing/2014/main" id="{634FC4A9-0200-437D-CBCE-E147CAB56CAD}"/>
              </a:ext>
            </a:extLst>
          </p:cNvPr>
          <p:cNvSpPr txBox="1">
            <a:spLocks/>
          </p:cNvSpPr>
          <p:nvPr/>
        </p:nvSpPr>
        <p:spPr>
          <a:xfrm>
            <a:off x="7832099" y="27731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2" name="!!Titel 1">
            <a:extLst>
              <a:ext uri="{FF2B5EF4-FFF2-40B4-BE49-F238E27FC236}">
                <a16:creationId xmlns:a16="http://schemas.microsoft.com/office/drawing/2014/main" id="{AC485098-5BC0-BB42-4D54-4BCAC50F0CF6}"/>
              </a:ext>
            </a:extLst>
          </p:cNvPr>
          <p:cNvSpPr txBox="1">
            <a:spLocks/>
          </p:cNvSpPr>
          <p:nvPr/>
        </p:nvSpPr>
        <p:spPr>
          <a:xfrm>
            <a:off x="7832099" y="34684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3" name="!!Titel 1">
            <a:extLst>
              <a:ext uri="{FF2B5EF4-FFF2-40B4-BE49-F238E27FC236}">
                <a16:creationId xmlns:a16="http://schemas.microsoft.com/office/drawing/2014/main" id="{D6787375-27F4-D516-B081-AF8EEFC9908F}"/>
              </a:ext>
            </a:extLst>
          </p:cNvPr>
          <p:cNvSpPr txBox="1">
            <a:spLocks/>
          </p:cNvSpPr>
          <p:nvPr/>
        </p:nvSpPr>
        <p:spPr>
          <a:xfrm>
            <a:off x="7819721" y="418282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4" name="!!Titel 1">
            <a:extLst>
              <a:ext uri="{FF2B5EF4-FFF2-40B4-BE49-F238E27FC236}">
                <a16:creationId xmlns:a16="http://schemas.microsoft.com/office/drawing/2014/main" id="{AC9EAF15-AD9F-3C59-39A1-CC7D8A2AAD3F}"/>
              </a:ext>
            </a:extLst>
          </p:cNvPr>
          <p:cNvSpPr txBox="1">
            <a:spLocks/>
          </p:cNvSpPr>
          <p:nvPr/>
        </p:nvSpPr>
        <p:spPr>
          <a:xfrm>
            <a:off x="7832099" y="4916250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45" name="!!Titel 1">
            <a:extLst>
              <a:ext uri="{FF2B5EF4-FFF2-40B4-BE49-F238E27FC236}">
                <a16:creationId xmlns:a16="http://schemas.microsoft.com/office/drawing/2014/main" id="{DA8CFB87-F63F-B993-FC1F-8F1F02429553}"/>
              </a:ext>
            </a:extLst>
          </p:cNvPr>
          <p:cNvSpPr txBox="1">
            <a:spLocks/>
          </p:cNvSpPr>
          <p:nvPr/>
        </p:nvSpPr>
        <p:spPr>
          <a:xfrm>
            <a:off x="7832099" y="5649675"/>
            <a:ext cx="337498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50" name="!!Rechteck 174">
            <a:extLst>
              <a:ext uri="{FF2B5EF4-FFF2-40B4-BE49-F238E27FC236}">
                <a16:creationId xmlns:a16="http://schemas.microsoft.com/office/drawing/2014/main" id="{DA87D4E4-C36A-8E9F-A96B-E52F3A742955}"/>
              </a:ext>
            </a:extLst>
          </p:cNvPr>
          <p:cNvSpPr/>
          <p:nvPr/>
        </p:nvSpPr>
        <p:spPr>
          <a:xfrm>
            <a:off x="8999998" y="539996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!!Ellipse 170">
            <a:extLst>
              <a:ext uri="{FF2B5EF4-FFF2-40B4-BE49-F238E27FC236}">
                <a16:creationId xmlns:a16="http://schemas.microsoft.com/office/drawing/2014/main" id="{6DE52511-8985-07A7-5355-46F0CBF36018}"/>
              </a:ext>
            </a:extLst>
          </p:cNvPr>
          <p:cNvSpPr>
            <a:spLocks noChangeAspect="1"/>
          </p:cNvSpPr>
          <p:nvPr/>
        </p:nvSpPr>
        <p:spPr>
          <a:xfrm>
            <a:off x="9093449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2" name="!!Ellipse 171">
            <a:extLst>
              <a:ext uri="{FF2B5EF4-FFF2-40B4-BE49-F238E27FC236}">
                <a16:creationId xmlns:a16="http://schemas.microsoft.com/office/drawing/2014/main" id="{184FE191-6EFE-6ECB-F0CD-BA064397756B}"/>
              </a:ext>
            </a:extLst>
          </p:cNvPr>
          <p:cNvSpPr>
            <a:spLocks noChangeAspect="1"/>
          </p:cNvSpPr>
          <p:nvPr/>
        </p:nvSpPr>
        <p:spPr>
          <a:xfrm>
            <a:off x="9785697" y="61503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3" name="!!Ellipse 173">
            <a:extLst>
              <a:ext uri="{FF2B5EF4-FFF2-40B4-BE49-F238E27FC236}">
                <a16:creationId xmlns:a16="http://schemas.microsoft.com/office/drawing/2014/main" id="{7EE9E89A-2A2F-3912-1CB0-594B5D509BE7}"/>
              </a:ext>
            </a:extLst>
          </p:cNvPr>
          <p:cNvSpPr>
            <a:spLocks noChangeAspect="1"/>
          </p:cNvSpPr>
          <p:nvPr/>
        </p:nvSpPr>
        <p:spPr>
          <a:xfrm>
            <a:off x="10514623" y="625234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32134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30703-83E6-A027-D716-B450C7745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!!Rechteck 174">
            <a:extLst>
              <a:ext uri="{FF2B5EF4-FFF2-40B4-BE49-F238E27FC236}">
                <a16:creationId xmlns:a16="http://schemas.microsoft.com/office/drawing/2014/main" id="{EF13ADE4-A87B-5C25-ABFF-B807C60BE586}"/>
              </a:ext>
            </a:extLst>
          </p:cNvPr>
          <p:cNvSpPr/>
          <p:nvPr/>
        </p:nvSpPr>
        <p:spPr>
          <a:xfrm>
            <a:off x="4666123" y="3045071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!!Ellipse 170">
            <a:extLst>
              <a:ext uri="{FF2B5EF4-FFF2-40B4-BE49-F238E27FC236}">
                <a16:creationId xmlns:a16="http://schemas.microsoft.com/office/drawing/2014/main" id="{2FD4A52D-3BD3-17B1-8D02-620865DDE2E7}"/>
              </a:ext>
            </a:extLst>
          </p:cNvPr>
          <p:cNvSpPr>
            <a:spLocks noChangeAspect="1"/>
          </p:cNvSpPr>
          <p:nvPr/>
        </p:nvSpPr>
        <p:spPr>
          <a:xfrm>
            <a:off x="4759574" y="313507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2" name="!!Ellipse 171">
            <a:extLst>
              <a:ext uri="{FF2B5EF4-FFF2-40B4-BE49-F238E27FC236}">
                <a16:creationId xmlns:a16="http://schemas.microsoft.com/office/drawing/2014/main" id="{8C6B9B4E-A3A6-452B-280F-B9691278EFF3}"/>
              </a:ext>
            </a:extLst>
          </p:cNvPr>
          <p:cNvSpPr>
            <a:spLocks noChangeAspect="1"/>
          </p:cNvSpPr>
          <p:nvPr/>
        </p:nvSpPr>
        <p:spPr>
          <a:xfrm>
            <a:off x="5451822" y="31201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3" name="!!Ellipse 173">
            <a:extLst>
              <a:ext uri="{FF2B5EF4-FFF2-40B4-BE49-F238E27FC236}">
                <a16:creationId xmlns:a16="http://schemas.microsoft.com/office/drawing/2014/main" id="{AEE8A23D-BBED-957F-C141-078D92D17FE9}"/>
              </a:ext>
            </a:extLst>
          </p:cNvPr>
          <p:cNvSpPr>
            <a:spLocks noChangeAspect="1"/>
          </p:cNvSpPr>
          <p:nvPr/>
        </p:nvSpPr>
        <p:spPr>
          <a:xfrm>
            <a:off x="6180748" y="313030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7B940B9F-9DE5-0834-8000-B770462E86AC}"/>
              </a:ext>
            </a:extLst>
          </p:cNvPr>
          <p:cNvSpPr txBox="1">
            <a:spLocks/>
          </p:cNvSpPr>
          <p:nvPr/>
        </p:nvSpPr>
        <p:spPr>
          <a:xfrm>
            <a:off x="3991572" y="-8159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99ABD3-BD2F-574E-0486-7F687EAA1727}"/>
              </a:ext>
            </a:extLst>
          </p:cNvPr>
          <p:cNvSpPr txBox="1">
            <a:spLocks/>
          </p:cNvSpPr>
          <p:nvPr/>
        </p:nvSpPr>
        <p:spPr>
          <a:xfrm>
            <a:off x="159766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de-DE" b="1" dirty="0"/>
              <a:t>: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BB5DB0C5-3082-77D1-52F7-114E2D4AFEE8}"/>
              </a:ext>
            </a:extLst>
          </p:cNvPr>
          <p:cNvSpPr txBox="1">
            <a:spLocks/>
          </p:cNvSpPr>
          <p:nvPr/>
        </p:nvSpPr>
        <p:spPr>
          <a:xfrm>
            <a:off x="15976600" y="150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Algorithmus hört auf, wenn auch schon vor 3.Säule 100% erreicht sind</a:t>
            </a:r>
            <a:endParaRPr lang="de-DE" sz="4000" b="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C854B4A-8A78-2095-6D39-45AEFEDBF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157" y1="45261" x2="46569" y2="576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972712" y="2590800"/>
            <a:ext cx="4357688" cy="43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15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CF3E-186B-8008-C368-A18D495ED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!!Rechteck 174">
            <a:extLst>
              <a:ext uri="{FF2B5EF4-FFF2-40B4-BE49-F238E27FC236}">
                <a16:creationId xmlns:a16="http://schemas.microsoft.com/office/drawing/2014/main" id="{35E8B724-D5A6-1146-6F42-D0475B2EBA89}"/>
              </a:ext>
            </a:extLst>
          </p:cNvPr>
          <p:cNvSpPr/>
          <p:nvPr/>
        </p:nvSpPr>
        <p:spPr>
          <a:xfrm>
            <a:off x="-10650077" y="3045071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!!Ellipse 170">
            <a:extLst>
              <a:ext uri="{FF2B5EF4-FFF2-40B4-BE49-F238E27FC236}">
                <a16:creationId xmlns:a16="http://schemas.microsoft.com/office/drawing/2014/main" id="{4DA04E25-083B-6308-261B-52A85E9656E3}"/>
              </a:ext>
            </a:extLst>
          </p:cNvPr>
          <p:cNvSpPr>
            <a:spLocks noChangeAspect="1"/>
          </p:cNvSpPr>
          <p:nvPr/>
        </p:nvSpPr>
        <p:spPr>
          <a:xfrm>
            <a:off x="-10556626" y="313507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2" name="!!Ellipse 171">
            <a:extLst>
              <a:ext uri="{FF2B5EF4-FFF2-40B4-BE49-F238E27FC236}">
                <a16:creationId xmlns:a16="http://schemas.microsoft.com/office/drawing/2014/main" id="{3B0BE8A8-ECA4-6D3C-A339-9D698D3B9232}"/>
              </a:ext>
            </a:extLst>
          </p:cNvPr>
          <p:cNvSpPr>
            <a:spLocks noChangeAspect="1"/>
          </p:cNvSpPr>
          <p:nvPr/>
        </p:nvSpPr>
        <p:spPr>
          <a:xfrm>
            <a:off x="-9864378" y="31201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3" name="!!Ellipse 173">
            <a:extLst>
              <a:ext uri="{FF2B5EF4-FFF2-40B4-BE49-F238E27FC236}">
                <a16:creationId xmlns:a16="http://schemas.microsoft.com/office/drawing/2014/main" id="{D7C3ADF5-0ECD-E7CE-5EAB-37FD9CE275E8}"/>
              </a:ext>
            </a:extLst>
          </p:cNvPr>
          <p:cNvSpPr>
            <a:spLocks noChangeAspect="1"/>
          </p:cNvSpPr>
          <p:nvPr/>
        </p:nvSpPr>
        <p:spPr>
          <a:xfrm>
            <a:off x="-9135452" y="313030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AF5F4321-5DA1-0999-CDC0-237A899DA82F}"/>
              </a:ext>
            </a:extLst>
          </p:cNvPr>
          <p:cNvSpPr txBox="1">
            <a:spLocks/>
          </p:cNvSpPr>
          <p:nvPr/>
        </p:nvSpPr>
        <p:spPr>
          <a:xfrm>
            <a:off x="-11324628" y="-8159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718F4BE-84A0-B407-3DA2-740A331268FF}"/>
              </a:ext>
            </a:extLst>
          </p:cNvPr>
          <p:cNvSpPr txBox="1">
            <a:spLocks/>
          </p:cNvSpPr>
          <p:nvPr/>
        </p:nvSpPr>
        <p:spPr>
          <a:xfrm>
            <a:off x="6604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de-DE" b="1" dirty="0"/>
              <a:t>: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7A138A2-9813-ACED-F35E-328CFC223F2F}"/>
              </a:ext>
            </a:extLst>
          </p:cNvPr>
          <p:cNvSpPr txBox="1">
            <a:spLocks/>
          </p:cNvSpPr>
          <p:nvPr/>
        </p:nvSpPr>
        <p:spPr>
          <a:xfrm>
            <a:off x="660400" y="150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Algorithmus hört auf, wenn auch schon vor 3.Säule 100% erreicht sind</a:t>
            </a:r>
            <a:endParaRPr lang="de-DE" sz="4000" b="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F259F99-C621-F3B3-A086-818593B5A6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157" y1="45261" x2="46569" y2="576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56512" y="2590800"/>
            <a:ext cx="4357688" cy="435768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646BAC7E-D2EA-C061-3AC4-D9A635604920}"/>
              </a:ext>
            </a:extLst>
          </p:cNvPr>
          <p:cNvSpPr txBox="1">
            <a:spLocks/>
          </p:cNvSpPr>
          <p:nvPr/>
        </p:nvSpPr>
        <p:spPr>
          <a:xfrm>
            <a:off x="142367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Contra</a:t>
            </a:r>
            <a:r>
              <a:rPr lang="de-DE" b="1" dirty="0"/>
              <a:t>: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2C2FDCC8-BE63-C5CF-C60A-C0E7374EFFCC}"/>
              </a:ext>
            </a:extLst>
          </p:cNvPr>
          <p:cNvSpPr txBox="1">
            <a:spLocks/>
          </p:cNvSpPr>
          <p:nvPr/>
        </p:nvSpPr>
        <p:spPr>
          <a:xfrm>
            <a:off x="14236700" y="1508126"/>
            <a:ext cx="10515600" cy="1622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Algorithmus ist </a:t>
            </a:r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Greedy</a:t>
            </a:r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 und findet nicht immer das Optimum</a:t>
            </a:r>
            <a:endParaRPr lang="de-DE" sz="4000" b="1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DF6522C-4A35-7AB7-6048-BB6F0B013B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62206" y="3521610"/>
            <a:ext cx="2036093" cy="20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213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E53A7-2F62-C92A-FA0F-AF6BD74DF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itel 1">
            <a:extLst>
              <a:ext uri="{FF2B5EF4-FFF2-40B4-BE49-F238E27FC236}">
                <a16:creationId xmlns:a16="http://schemas.microsoft.com/office/drawing/2014/main" id="{2A920D33-96BB-0493-6487-EF6337BB63F6}"/>
              </a:ext>
            </a:extLst>
          </p:cNvPr>
          <p:cNvSpPr txBox="1">
            <a:spLocks/>
          </p:cNvSpPr>
          <p:nvPr/>
        </p:nvSpPr>
        <p:spPr>
          <a:xfrm>
            <a:off x="-11324628" y="-8159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9251987-BE4B-270A-0501-66BCB5F08BD7}"/>
              </a:ext>
            </a:extLst>
          </p:cNvPr>
          <p:cNvSpPr txBox="1">
            <a:spLocks/>
          </p:cNvSpPr>
          <p:nvPr/>
        </p:nvSpPr>
        <p:spPr>
          <a:xfrm>
            <a:off x="-129794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de-DE" b="1" dirty="0"/>
              <a:t>: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14C7E271-3E75-89CC-5F41-4814B71601F6}"/>
              </a:ext>
            </a:extLst>
          </p:cNvPr>
          <p:cNvSpPr txBox="1">
            <a:spLocks/>
          </p:cNvSpPr>
          <p:nvPr/>
        </p:nvSpPr>
        <p:spPr>
          <a:xfrm>
            <a:off x="-12979400" y="150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Algorithmus hört auf, wenn auch schon vor 3.Säule 100% erreicht sind</a:t>
            </a:r>
            <a:endParaRPr lang="de-DE" sz="4000" b="1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F5DC6C5-5328-52E1-0EF1-754AB971E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157" y1="45261" x2="46569" y2="576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983288" y="2590800"/>
            <a:ext cx="4357688" cy="4357688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3CF712DB-F28D-670F-4A67-A83053E10EF3}"/>
              </a:ext>
            </a:extLst>
          </p:cNvPr>
          <p:cNvSpPr txBox="1">
            <a:spLocks/>
          </p:cNvSpPr>
          <p:nvPr/>
        </p:nvSpPr>
        <p:spPr>
          <a:xfrm>
            <a:off x="5969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Contra</a:t>
            </a:r>
            <a:r>
              <a:rPr lang="de-DE" b="1" dirty="0"/>
              <a:t>: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04A6F8EC-E838-643B-1C05-0BA53D11362E}"/>
              </a:ext>
            </a:extLst>
          </p:cNvPr>
          <p:cNvSpPr txBox="1">
            <a:spLocks/>
          </p:cNvSpPr>
          <p:nvPr/>
        </p:nvSpPr>
        <p:spPr>
          <a:xfrm>
            <a:off x="596900" y="1508126"/>
            <a:ext cx="10515600" cy="1622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Algorithmus ist </a:t>
            </a:r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Greedy</a:t>
            </a:r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 und findet nicht immer das Optimum</a:t>
            </a:r>
            <a:endParaRPr lang="de-DE" sz="4000" b="1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CF1D4CF-3A2C-E836-42F2-864143692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2406" y="3521610"/>
            <a:ext cx="2036093" cy="20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566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C9829-FCF5-E1EB-2D46-FD86720B7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7A1D4F-0402-1820-E96D-ADD275B69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307975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Lattice</a:t>
            </a:r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 Algorithmus </a:t>
            </a:r>
            <a:b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ohne Zeitfenster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5C921D6F-EB2C-67DD-037C-F00FB98A53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2765425"/>
                <a:ext cx="10515600" cy="34448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Fixe Anzahl Säulen: 3</a:t>
                </a:r>
              </a:p>
              <a:p>
                <a:pPr algn="ctr"/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Tabu </a:t>
                </a:r>
                <a:r>
                  <a:rPr lang="de-DE" sz="4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Timer</a:t>
                </a: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: 3</a:t>
                </a:r>
              </a:p>
              <a:p>
                <a:pPr algn="ctr"/>
                <a:r>
                  <a:rPr lang="de-DE" sz="4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No</a:t>
                </a: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Optimum </a:t>
                </a:r>
                <a:r>
                  <a:rPr lang="de-DE" sz="4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Timer</a:t>
                </a: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: 2</a:t>
                </a:r>
              </a:p>
              <a:p>
                <a:pPr algn="ctr"/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Start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: (1 1 1 0 0 0 0 0)</a:t>
                </a: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5C921D6F-EB2C-67DD-037C-F00FB98A5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65425"/>
                <a:ext cx="10515600" cy="34448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0535410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663D8D-7AEC-8EAA-6250-F010CEA45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2D55E1-AD0A-B57A-1AEE-464323BA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355725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Verifikation</a:t>
            </a:r>
          </a:p>
        </p:txBody>
      </p:sp>
    </p:spTree>
    <p:extLst>
      <p:ext uri="{BB962C8B-B14F-4D97-AF65-F5344CB8AC3E}">
        <p14:creationId xmlns:p14="http://schemas.microsoft.com/office/powerpoint/2010/main" val="2864983986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F289AB-6290-9956-AC5F-230CDE300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38A8502-56EB-0976-6F45-9DA811373FF3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4615F616-BBFB-60B3-4EFC-07A53F7F2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E3A43B08-0910-F442-206D-8D04C4377DB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6A58E6FC-0164-2016-08AA-7E28332D840E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4021DC94-AF60-2095-3C62-0769684240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FD3AF38D-21D5-8CDE-1F8B-B7388E6051B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A5FAD65-9E8D-BFC5-3A50-BB0DC7972028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0765E9E4-0890-92BA-41A3-BFEC28FAE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DC2299BE-6367-A56E-4B2A-064EA1703D0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3460CDE4-AD4D-AD43-2DB1-B8A6C9F72A4D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6E6BCEAD-177C-330C-7B6C-EE674E7C5C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DECB8BBB-A55D-50FF-678D-8FD403484A8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80931CEB-EB2B-A558-B5E1-320349602F98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67C36445-09FD-1A7B-8A17-3E8BCF1F2E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CDF97610-25C0-18EE-DDF9-E5D7430CBB6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58C5A386-4DB3-AD9F-D090-120438ABC19E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E752E7FD-3C50-7D25-AC06-6D94B97532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C1A550CF-6A5A-DC04-A819-ADE3DD07232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B341BE4D-AEE4-2B73-1457-2C5FC8092C98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C5916702-0283-4378-BBDC-C286ABC13E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9BFBF0A8-C510-6F6E-B0D7-49649D607DB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2E17C17C-77FD-2EB7-18A6-D9AB4FFA0026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36815D34-0615-0339-09AE-B2D0C7A7E82C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CFC106A3-3BA8-D4C8-64AD-1B650F3305E9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EC78CDB1-5CA4-6859-0AEA-4D4EE3D237FC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2DDC2E6F-EB6C-E55B-270B-0C557EC86962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B0C9DBA-4107-2481-D8BC-BF5287F44418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A97FCF2B-67E9-688D-1941-D0358076CA29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A085EC74-2FD9-7391-85F8-36BE97DC1599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95C03A95-0090-EEF5-F6ED-CDCB2932E34F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EF1B4D86-D93E-0F14-08A9-C5B87EA3BB3D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6510FC20-44D6-E44C-433F-4B41F127E081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E43ADD1C-4665-F549-AF9E-BC2A94F9E7AD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622221E-589B-07A7-2C23-40235E061EAC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E1204380-848B-712A-EEE9-83A39A427C5B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B4B5AA16-5D44-E9C3-52B0-7034CA223C6C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702F374-E8D0-7D12-11DD-71588F6BCCA4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153A9BE8-E3DF-66BF-1A5F-E576186FB925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56B63C31-E8CF-EF74-E6DB-AEEAAB07757C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5EA348A9-5140-765E-15B5-02F4355EC597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F7F23B8F-1586-2F87-E67C-D55C0E52869B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57A8E9B1-3B99-061A-17A6-5B439455DCF7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543FA56F-4E39-0A0F-1B9F-5F2CE8A58888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6692E026-4E5D-0062-057B-7A5D62D6E93B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C7F4089D-866C-FA56-EB88-FBCB75B8C63F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BE6BC277-9D80-6BAA-0101-73576A9739CE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C3F46AA4-6B47-E9AC-E033-AD336D8B7557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E5DDD2C8-7448-65B3-4A2D-8354CD25B9F4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131A111C-C599-7325-C0B1-0ABC73766071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33D29869-7B8D-B875-A0CF-9257C40B0C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0C668AD2-C95A-BB5E-AE27-CA764B346FB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AADC29CE-2FE4-4D6C-1AA2-BCA0D42CCE28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223731EA-E19D-7E10-D3E6-DD4FF2A8D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B90FC71C-A19E-EE04-122C-A11A2E439D0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63C6A86E-E38D-C723-C9C5-CC5F7E1C0852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5057F6B5-764B-E9DF-CE95-8FE0C21E09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3E3A5ECB-9886-F1BD-6576-E5EFACE6F69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F701D433-74AD-D09A-3072-BF53CC4378DE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B0037CE3-EC5D-BE7A-F70B-1EC9BEB92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7C6E5AFB-F47B-1AE4-4F9E-FBBAA24F5E6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DCB30964-D578-C207-5C63-23DBBAAA3066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32FEA970-4A5C-92AD-F844-DA9F8177AE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FE284B69-770C-0287-771C-8A656CA9A67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2635A4EE-4F06-E7D7-E033-738385C1DB3F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CCE3614A-BC50-C75A-DAF7-1D557187A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89C167DF-A0B3-C5FD-22CD-303BEF86E3C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7E1F0DDD-E7E2-D930-F3B7-DF7DAD4779AF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62A851BE-BCB6-8E23-4F85-CC34697DB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6572C314-9794-2F0B-0F74-2DF774E00F6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6F992A5F-51D1-0C93-699B-ED3F2D069144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7292FE32-F423-C6BF-B62A-A119B3CA5A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91B69B54-89CA-952B-7BED-B23C86CA420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5388E70C-AE77-C50D-5F2E-2B23D3A35F91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97376E7C-F878-6659-61A5-6E7A51ED8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8FDE008B-2DE0-BA0E-F421-0ED41F14BFE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0092463C-D47D-812F-950D-5A65A6EF53E4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2CF51494-E11F-6FF5-29DE-38CCD9FAA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3162C448-852D-979B-C909-4736D529CC8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2CF70DFB-5BAA-3793-9BD3-3EFB2DD69A2F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FE57AC22-DA45-A09B-A905-8BE8A57DD8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D55828ED-18BB-1B8F-2434-92EB04505C9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DA3A6B43-925C-D915-CAF2-B5B1D38140FF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CCAF3A70-0EBE-0543-ECF6-A16D3817A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FA66EBC0-3DA8-3CEC-A800-C96CBF6EE7C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D6D20915-843B-3D1C-CAEB-F5494A366425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DCFB9E83-AA1B-93D7-3DA8-9C3BCEE4D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6369E63D-FB23-62FA-B1AA-77BA1152620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66C54CD2-D223-C6CC-43FF-6D9ACD02A708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45708577-59D1-D1AA-E8E6-7F6803FA2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74FA9B69-0760-B06F-4CC9-227D79CC459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4512EA1E-4D06-7C39-E762-9802730D7E9B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5472275B-72A7-9323-77AF-1D9E77F6D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BB494357-FFD2-C0C1-73C0-B874EB94D84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372FC786-69B7-B83C-DE1F-6EEA96E59376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9EFD0DA9-98E4-95E6-D459-13D0AA7C1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8BC8D8DB-FABC-47CA-5C94-1C89F5F3DC0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57B50D3F-D4FB-CBCD-C8D3-6659FADA183C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F15DFB29-7FED-2F38-AEEE-5685A31950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F49FB277-F402-CA2D-E869-B54D552ACEB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A07DF23A-D860-6E45-C4DA-F5D737CEE7F8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FCA2A4B1-5C4F-E40B-0AB6-465EF21992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3E16A9DD-B88A-5D75-87A1-0FBC0D9F49E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616016CB-539A-0786-89FC-1731EC9FE16B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EF9869B1-56F0-88F7-9297-BFA1BF80D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8E2AA825-68B8-A540-F73E-D6C179CEC4F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78E00EE0-AA01-6613-659F-2E1F628A3A9D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1038F843-378D-67D5-9256-CC1780A7C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D65581C9-9F38-B342-2CFA-711D4726D24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36061525-9C35-EE27-0AE2-874AAE3C7764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143" name="Grafik 142" descr="Mann mit einfarbiger Füllung">
              <a:extLst>
                <a:ext uri="{FF2B5EF4-FFF2-40B4-BE49-F238E27FC236}">
                  <a16:creationId xmlns:a16="http://schemas.microsoft.com/office/drawing/2014/main" id="{7A2A9B11-BBB9-A432-C435-3EBC613C1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DA9A4DD7-64CE-8924-DDED-95290CC2014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04562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E63F2-70D4-FB7C-9029-5093A5D7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D083D66-F54C-F02E-61B3-B0FF38AD5364}"/>
              </a:ext>
            </a:extLst>
          </p:cNvPr>
          <p:cNvGrpSpPr>
            <a:grpSpLocks noChangeAspect="1"/>
          </p:cNvGrpSpPr>
          <p:nvPr/>
        </p:nvGrpSpPr>
        <p:grpSpPr>
          <a:xfrm>
            <a:off x="109725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91076CF5-106D-774C-3A61-AA4B44FDD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5080D927-572C-A686-FAE1-9A77AC2431B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6A2CB24-FDD3-E402-F473-110CA267514E}"/>
              </a:ext>
            </a:extLst>
          </p:cNvPr>
          <p:cNvGrpSpPr>
            <a:grpSpLocks noChangeAspect="1"/>
          </p:cNvGrpSpPr>
          <p:nvPr/>
        </p:nvGrpSpPr>
        <p:grpSpPr>
          <a:xfrm>
            <a:off x="1829050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AEE70986-9C68-AA9C-053B-3FE6654CA7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B33F35F-2BAD-3319-249F-90390FBCEF6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1BE63969-0B11-2D1E-D82C-DBFB88C3C61C}"/>
              </a:ext>
            </a:extLst>
          </p:cNvPr>
          <p:cNvGrpSpPr>
            <a:grpSpLocks noChangeAspect="1"/>
          </p:cNvGrpSpPr>
          <p:nvPr/>
        </p:nvGrpSpPr>
        <p:grpSpPr>
          <a:xfrm>
            <a:off x="1103999" y="20137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3A2D5D80-39AD-0182-7504-86D7F4255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CDB74748-480E-E3FC-7067-425199840CA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D3CA6883-A91E-C279-2534-F6EA3E07CBC4}"/>
              </a:ext>
            </a:extLst>
          </p:cNvPr>
          <p:cNvGrpSpPr>
            <a:grpSpLocks noChangeAspect="1"/>
          </p:cNvGrpSpPr>
          <p:nvPr/>
        </p:nvGrpSpPr>
        <p:grpSpPr>
          <a:xfrm>
            <a:off x="616292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B94B1639-8445-EAAC-F431-E94DF52529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255AFF7D-DF62-E26C-C124-D57BACBA2C1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7FC5F5F-B706-9F3C-C4D2-9EF9B650D301}"/>
              </a:ext>
            </a:extLst>
          </p:cNvPr>
          <p:cNvGrpSpPr>
            <a:grpSpLocks noChangeAspect="1"/>
          </p:cNvGrpSpPr>
          <p:nvPr/>
        </p:nvGrpSpPr>
        <p:grpSpPr>
          <a:xfrm>
            <a:off x="4725830" y="3452042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FB0E4FF6-1FD2-B32B-5041-05C444EB6C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1632FAFC-359A-9FC4-5301-CC9ADCBF622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D76A4693-7254-1646-CB61-BE2C8E1131D2}"/>
              </a:ext>
            </a:extLst>
          </p:cNvPr>
          <p:cNvGrpSpPr>
            <a:grpSpLocks noChangeAspect="1"/>
          </p:cNvGrpSpPr>
          <p:nvPr/>
        </p:nvGrpSpPr>
        <p:grpSpPr>
          <a:xfrm>
            <a:off x="6156000" y="4896000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F7CFE434-99FA-662A-0195-4B3192EBB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9AA28EF9-BD7B-0AB0-FAD3-FC0EE8516AF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09912155-D1BB-567D-7977-7B5C5F13A142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5613794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06118843-B9F9-83BD-EBAC-2D5747618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5BC03C71-95DD-E989-8F91-31F21D9E768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6CEDE004-F9F0-4CFD-0B28-1246DF8C3FB2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A85B18B6-29B3-215C-96FB-FF6677CAFAAB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E826247-2DDA-32EF-BBEB-8CBCCA8C699E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7296B0CD-7FFD-ADB1-203D-3B01BC908DDD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AF3EDB23-4865-0D30-B58D-E86035B7F665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DC2BB1CB-346E-28FF-7BEE-245C45A56397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DB72E448-996C-147A-625A-9CAB993E537D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312DF265-0874-3372-DB40-2A21277886F6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39AEA0D7-7B47-E51A-4CB5-2E7AFD219407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27615217-7B6A-1E1D-96F7-6673DE61280B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D4D96A3D-3CC6-36B6-4756-CBB68C1B754B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BAF1A4F6-6C2B-3A34-FBD7-5F34CAD48097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A70B8A5-9334-BA5C-1AEE-D39911978925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8C3BEEAD-2CBF-942F-ECA3-A6D150D98E4E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23C637C2-283C-4E66-5EFA-4913DA3C5D18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7BCB86B-89DA-497D-331D-1F5613FE3E43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FA67A877-12D9-A1EB-7B8B-416038441702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74CBF722-9819-7EDE-07B5-BE7D9603D556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774871C4-3E02-13DE-DEAE-0FB4F8CADEDD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Ellipse 56">
            <a:extLst>
              <a:ext uri="{FF2B5EF4-FFF2-40B4-BE49-F238E27FC236}">
                <a16:creationId xmlns:a16="http://schemas.microsoft.com/office/drawing/2014/main" id="{939731C8-B020-196F-CA8D-7C2D201ABDB0}"/>
              </a:ext>
            </a:extLst>
          </p:cNvPr>
          <p:cNvSpPr>
            <a:spLocks noChangeAspect="1"/>
          </p:cNvSpPr>
          <p:nvPr/>
        </p:nvSpPr>
        <p:spPr>
          <a:xfrm>
            <a:off x="4573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691FEC08-E5AC-0921-9659-93D446F3C582}"/>
              </a:ext>
            </a:extLst>
          </p:cNvPr>
          <p:cNvSpPr>
            <a:spLocks noChangeAspect="1"/>
          </p:cNvSpPr>
          <p:nvPr/>
        </p:nvSpPr>
        <p:spPr>
          <a:xfrm>
            <a:off x="44910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0279C421-3307-59A7-B1CD-93D76A0BC3AB}"/>
              </a:ext>
            </a:extLst>
          </p:cNvPr>
          <p:cNvSpPr>
            <a:spLocks noChangeAspect="1"/>
          </p:cNvSpPr>
          <p:nvPr/>
        </p:nvSpPr>
        <p:spPr>
          <a:xfrm>
            <a:off x="461251" y="5667794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3E78E389-CA5A-E7CA-0181-5A0E430E2B2B}"/>
              </a:ext>
            </a:extLst>
          </p:cNvPr>
          <p:cNvSpPr>
            <a:spLocks noChangeAspect="1"/>
          </p:cNvSpPr>
          <p:nvPr/>
        </p:nvSpPr>
        <p:spPr>
          <a:xfrm>
            <a:off x="464700" y="20677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628DDAB8-2B7A-DDFA-F928-8B3B48F13FB3}"/>
              </a:ext>
            </a:extLst>
          </p:cNvPr>
          <p:cNvSpPr>
            <a:spLocks noChangeAspect="1"/>
          </p:cNvSpPr>
          <p:nvPr/>
        </p:nvSpPr>
        <p:spPr>
          <a:xfrm>
            <a:off x="454726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74A691A9-47BC-FF05-ECEE-6742EFA62BA3}"/>
              </a:ext>
            </a:extLst>
          </p:cNvPr>
          <p:cNvSpPr>
            <a:spLocks noChangeAspect="1"/>
          </p:cNvSpPr>
          <p:nvPr/>
        </p:nvSpPr>
        <p:spPr>
          <a:xfrm>
            <a:off x="4547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3F9E1D5B-EFB7-946B-3C33-DDA4EB42AD31}"/>
              </a:ext>
            </a:extLst>
          </p:cNvPr>
          <p:cNvSpPr>
            <a:spLocks noChangeAspect="1"/>
          </p:cNvSpPr>
          <p:nvPr/>
        </p:nvSpPr>
        <p:spPr>
          <a:xfrm>
            <a:off x="454725" y="49426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F20141EA-7032-BA96-9D09-CD7D8E370BE7}"/>
              </a:ext>
            </a:extLst>
          </p:cNvPr>
          <p:cNvSpPr>
            <a:spLocks noChangeAspect="1"/>
          </p:cNvSpPr>
          <p:nvPr/>
        </p:nvSpPr>
        <p:spPr>
          <a:xfrm>
            <a:off x="453450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ACFF7679-F40E-AD59-D9FF-D5179BD30F7C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583682"/>
            <a:ext cx="648000" cy="648000"/>
            <a:chOff x="476500" y="79769"/>
            <a:chExt cx="1152000" cy="1152000"/>
          </a:xfrm>
        </p:grpSpPr>
        <p:pic>
          <p:nvPicPr>
            <p:cNvPr id="3" name="Grafik 2" descr="Mann mit einfarbiger Füllung">
              <a:extLst>
                <a:ext uri="{FF2B5EF4-FFF2-40B4-BE49-F238E27FC236}">
                  <a16:creationId xmlns:a16="http://schemas.microsoft.com/office/drawing/2014/main" id="{4EEBC4EB-17A3-BAE5-2B05-4AB8F4D77C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6DBE42B3-9B4F-DD2C-1EB0-F5148C827648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D376021D-4C91-AFCC-624C-D1544934CE32}"/>
              </a:ext>
            </a:extLst>
          </p:cNvPr>
          <p:cNvGrpSpPr>
            <a:grpSpLocks noChangeAspect="1"/>
          </p:cNvGrpSpPr>
          <p:nvPr/>
        </p:nvGrpSpPr>
        <p:grpSpPr>
          <a:xfrm>
            <a:off x="3278475" y="5836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9E1A3767-FA58-79FB-ACA7-7F6BC09E66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B2216B70-8458-F1EB-24F1-A52C4698928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74" name="Gruppieren 73">
            <a:extLst>
              <a:ext uri="{FF2B5EF4-FFF2-40B4-BE49-F238E27FC236}">
                <a16:creationId xmlns:a16="http://schemas.microsoft.com/office/drawing/2014/main" id="{E27838FF-93FE-B5A4-4502-EF14D6FA7ACB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583682"/>
            <a:ext cx="648000" cy="648000"/>
            <a:chOff x="476500" y="79769"/>
            <a:chExt cx="1152000" cy="1152000"/>
          </a:xfrm>
        </p:grpSpPr>
        <p:pic>
          <p:nvPicPr>
            <p:cNvPr id="78" name="Grafik 77" descr="Mann mit einfarbiger Füllung">
              <a:extLst>
                <a:ext uri="{FF2B5EF4-FFF2-40B4-BE49-F238E27FC236}">
                  <a16:creationId xmlns:a16="http://schemas.microsoft.com/office/drawing/2014/main" id="{347A8CAC-051A-43AC-B132-760F6451E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80" name="Textfeld 79">
              <a:extLst>
                <a:ext uri="{FF2B5EF4-FFF2-40B4-BE49-F238E27FC236}">
                  <a16:creationId xmlns:a16="http://schemas.microsoft.com/office/drawing/2014/main" id="{A375A542-D824-127F-D375-566DE3A4165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88" name="Gruppieren 87">
            <a:extLst>
              <a:ext uri="{FF2B5EF4-FFF2-40B4-BE49-F238E27FC236}">
                <a16:creationId xmlns:a16="http://schemas.microsoft.com/office/drawing/2014/main" id="{2C5062B2-1BD0-085C-4C38-EDB11F9AE45C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583682"/>
            <a:ext cx="648000" cy="648000"/>
            <a:chOff x="476500" y="79769"/>
            <a:chExt cx="1152000" cy="1152000"/>
          </a:xfrm>
        </p:grpSpPr>
        <p:pic>
          <p:nvPicPr>
            <p:cNvPr id="89" name="Grafik 88" descr="Mann mit einfarbiger Füllung">
              <a:extLst>
                <a:ext uri="{FF2B5EF4-FFF2-40B4-BE49-F238E27FC236}">
                  <a16:creationId xmlns:a16="http://schemas.microsoft.com/office/drawing/2014/main" id="{FCD39BD7-944C-A03A-9009-9B00CBA94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4CF8CA06-4224-F57E-F9DE-94BA197455A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91" name="Gruppieren 90">
            <a:extLst>
              <a:ext uri="{FF2B5EF4-FFF2-40B4-BE49-F238E27FC236}">
                <a16:creationId xmlns:a16="http://schemas.microsoft.com/office/drawing/2014/main" id="{B605D2B3-B55F-5040-AEE3-D0A9EF8DC812}"/>
              </a:ext>
            </a:extLst>
          </p:cNvPr>
          <p:cNvGrpSpPr>
            <a:grpSpLocks noChangeAspect="1"/>
          </p:cNvGrpSpPr>
          <p:nvPr/>
        </p:nvGrpSpPr>
        <p:grpSpPr>
          <a:xfrm>
            <a:off x="4011900" y="1292582"/>
            <a:ext cx="648000" cy="648000"/>
            <a:chOff x="476500" y="79769"/>
            <a:chExt cx="1152000" cy="1152000"/>
          </a:xfrm>
        </p:grpSpPr>
        <p:pic>
          <p:nvPicPr>
            <p:cNvPr id="92" name="Grafik 91" descr="Mann mit einfarbiger Füllung">
              <a:extLst>
                <a:ext uri="{FF2B5EF4-FFF2-40B4-BE49-F238E27FC236}">
                  <a16:creationId xmlns:a16="http://schemas.microsoft.com/office/drawing/2014/main" id="{D2FAC24F-47D8-0BB3-EED3-24AEEB0FA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6F9CC013-5B55-C962-EDBC-A745E5A3489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97" name="Gruppieren 96">
            <a:extLst>
              <a:ext uri="{FF2B5EF4-FFF2-40B4-BE49-F238E27FC236}">
                <a16:creationId xmlns:a16="http://schemas.microsoft.com/office/drawing/2014/main" id="{DDE52E7B-4AD1-1951-9317-12A93EEAAFFE}"/>
              </a:ext>
            </a:extLst>
          </p:cNvPr>
          <p:cNvGrpSpPr>
            <a:grpSpLocks noChangeAspect="1"/>
          </p:cNvGrpSpPr>
          <p:nvPr/>
        </p:nvGrpSpPr>
        <p:grpSpPr>
          <a:xfrm>
            <a:off x="5436000" y="1292866"/>
            <a:ext cx="648000" cy="648000"/>
            <a:chOff x="476500" y="79769"/>
            <a:chExt cx="1152000" cy="1152000"/>
          </a:xfrm>
        </p:grpSpPr>
        <p:pic>
          <p:nvPicPr>
            <p:cNvPr id="98" name="Grafik 97" descr="Mann mit einfarbiger Füllung">
              <a:extLst>
                <a:ext uri="{FF2B5EF4-FFF2-40B4-BE49-F238E27FC236}">
                  <a16:creationId xmlns:a16="http://schemas.microsoft.com/office/drawing/2014/main" id="{46EE87FC-ED12-8C05-58F7-AD83D6E5D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C11EC69C-78CD-F0D1-9A8D-FA1A9D2D7DB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0" name="Gruppieren 99">
            <a:extLst>
              <a:ext uri="{FF2B5EF4-FFF2-40B4-BE49-F238E27FC236}">
                <a16:creationId xmlns:a16="http://schemas.microsoft.com/office/drawing/2014/main" id="{06977F31-15A2-AD51-45E2-4CB1D3F3BF94}"/>
              </a:ext>
            </a:extLst>
          </p:cNvPr>
          <p:cNvGrpSpPr>
            <a:grpSpLocks noChangeAspect="1"/>
          </p:cNvGrpSpPr>
          <p:nvPr/>
        </p:nvGrpSpPr>
        <p:grpSpPr>
          <a:xfrm>
            <a:off x="1828025" y="2013794"/>
            <a:ext cx="648000" cy="648000"/>
            <a:chOff x="476500" y="79769"/>
            <a:chExt cx="1152000" cy="1152000"/>
          </a:xfrm>
        </p:grpSpPr>
        <p:pic>
          <p:nvPicPr>
            <p:cNvPr id="101" name="Grafik 100" descr="Mann mit einfarbiger Füllung">
              <a:extLst>
                <a:ext uri="{FF2B5EF4-FFF2-40B4-BE49-F238E27FC236}">
                  <a16:creationId xmlns:a16="http://schemas.microsoft.com/office/drawing/2014/main" id="{FBDF80EB-B441-6503-8A97-F3960D79B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BA659DDD-E630-C3DC-F1C5-8C51BBEB2ED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3" name="Gruppieren 102">
            <a:extLst>
              <a:ext uri="{FF2B5EF4-FFF2-40B4-BE49-F238E27FC236}">
                <a16:creationId xmlns:a16="http://schemas.microsoft.com/office/drawing/2014/main" id="{45F72202-5334-3485-614F-C810DF027E7A}"/>
              </a:ext>
            </a:extLst>
          </p:cNvPr>
          <p:cNvGrpSpPr>
            <a:grpSpLocks noChangeAspect="1"/>
          </p:cNvGrpSpPr>
          <p:nvPr/>
        </p:nvGrpSpPr>
        <p:grpSpPr>
          <a:xfrm>
            <a:off x="6164550" y="2013794"/>
            <a:ext cx="648000" cy="648000"/>
            <a:chOff x="476500" y="79769"/>
            <a:chExt cx="1152000" cy="1152000"/>
          </a:xfrm>
        </p:grpSpPr>
        <p:pic>
          <p:nvPicPr>
            <p:cNvPr id="104" name="Grafik 103" descr="Mann mit einfarbiger Füllung">
              <a:extLst>
                <a:ext uri="{FF2B5EF4-FFF2-40B4-BE49-F238E27FC236}">
                  <a16:creationId xmlns:a16="http://schemas.microsoft.com/office/drawing/2014/main" id="{C6DC3F0B-0FC4-0D0A-EEE4-6D2541383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54EA2917-5845-614E-DFCD-7A1062B699EE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106" name="Gruppieren 105">
            <a:extLst>
              <a:ext uri="{FF2B5EF4-FFF2-40B4-BE49-F238E27FC236}">
                <a16:creationId xmlns:a16="http://schemas.microsoft.com/office/drawing/2014/main" id="{4A17AE3A-00EF-1580-B720-F7B19889E69D}"/>
              </a:ext>
            </a:extLst>
          </p:cNvPr>
          <p:cNvGrpSpPr>
            <a:grpSpLocks noChangeAspect="1"/>
          </p:cNvGrpSpPr>
          <p:nvPr/>
        </p:nvGrpSpPr>
        <p:grpSpPr>
          <a:xfrm>
            <a:off x="5450538" y="2746769"/>
            <a:ext cx="648000" cy="648000"/>
            <a:chOff x="476500" y="79769"/>
            <a:chExt cx="1152000" cy="1152000"/>
          </a:xfrm>
        </p:grpSpPr>
        <p:pic>
          <p:nvPicPr>
            <p:cNvPr id="107" name="Grafik 106" descr="Mann mit einfarbiger Füllung">
              <a:extLst>
                <a:ext uri="{FF2B5EF4-FFF2-40B4-BE49-F238E27FC236}">
                  <a16:creationId xmlns:a16="http://schemas.microsoft.com/office/drawing/2014/main" id="{DF641669-7B51-6AD3-D228-46B00AAB6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9185E25D-87F7-0497-116A-D4BB40DD6A8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F09E4439-9BC8-05FE-BDDF-99808862F083}"/>
              </a:ext>
            </a:extLst>
          </p:cNvPr>
          <p:cNvGrpSpPr>
            <a:grpSpLocks noChangeAspect="1"/>
          </p:cNvGrpSpPr>
          <p:nvPr/>
        </p:nvGrpSpPr>
        <p:grpSpPr>
          <a:xfrm>
            <a:off x="3268025" y="2736000"/>
            <a:ext cx="648000" cy="648000"/>
            <a:chOff x="476500" y="79769"/>
            <a:chExt cx="1152000" cy="1152000"/>
          </a:xfrm>
        </p:grpSpPr>
        <p:pic>
          <p:nvPicPr>
            <p:cNvPr id="110" name="Grafik 109" descr="Mann mit einfarbiger Füllung">
              <a:extLst>
                <a:ext uri="{FF2B5EF4-FFF2-40B4-BE49-F238E27FC236}">
                  <a16:creationId xmlns:a16="http://schemas.microsoft.com/office/drawing/2014/main" id="{F68F94FD-65CF-897F-32C9-834265824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58F3F154-7D64-1C01-A8EC-3FE0A2D4814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B81A2DFD-7FC5-C309-7083-E7F36EAC43F2}"/>
              </a:ext>
            </a:extLst>
          </p:cNvPr>
          <p:cNvGrpSpPr>
            <a:grpSpLocks noChangeAspect="1"/>
          </p:cNvGrpSpPr>
          <p:nvPr/>
        </p:nvGrpSpPr>
        <p:grpSpPr>
          <a:xfrm>
            <a:off x="1095951" y="3452582"/>
            <a:ext cx="648000" cy="648000"/>
            <a:chOff x="476500" y="79769"/>
            <a:chExt cx="1152000" cy="1152000"/>
          </a:xfrm>
        </p:grpSpPr>
        <p:pic>
          <p:nvPicPr>
            <p:cNvPr id="113" name="Grafik 112" descr="Mann mit einfarbiger Füllung">
              <a:extLst>
                <a:ext uri="{FF2B5EF4-FFF2-40B4-BE49-F238E27FC236}">
                  <a16:creationId xmlns:a16="http://schemas.microsoft.com/office/drawing/2014/main" id="{836CE459-7D07-ADD5-DCD0-C1348CFD5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4" name="Textfeld 113">
              <a:extLst>
                <a:ext uri="{FF2B5EF4-FFF2-40B4-BE49-F238E27FC236}">
                  <a16:creationId xmlns:a16="http://schemas.microsoft.com/office/drawing/2014/main" id="{F54C49D6-3241-D452-B9F0-AE3BE61525E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0334C2A2-71AF-7BEF-CD1B-62B92D9FA92E}"/>
              </a:ext>
            </a:extLst>
          </p:cNvPr>
          <p:cNvGrpSpPr>
            <a:grpSpLocks noChangeAspect="1"/>
          </p:cNvGrpSpPr>
          <p:nvPr/>
        </p:nvGrpSpPr>
        <p:grpSpPr>
          <a:xfrm>
            <a:off x="2554575" y="3452042"/>
            <a:ext cx="648000" cy="648000"/>
            <a:chOff x="476500" y="79769"/>
            <a:chExt cx="1152000" cy="1152000"/>
          </a:xfrm>
        </p:grpSpPr>
        <p:pic>
          <p:nvPicPr>
            <p:cNvPr id="116" name="Grafik 115" descr="Mann mit einfarbiger Füllung">
              <a:extLst>
                <a:ext uri="{FF2B5EF4-FFF2-40B4-BE49-F238E27FC236}">
                  <a16:creationId xmlns:a16="http://schemas.microsoft.com/office/drawing/2014/main" id="{97A0054C-9F11-B71C-7E4E-27A9E7741E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17" name="Textfeld 116">
              <a:extLst>
                <a:ext uri="{FF2B5EF4-FFF2-40B4-BE49-F238E27FC236}">
                  <a16:creationId xmlns:a16="http://schemas.microsoft.com/office/drawing/2014/main" id="{66013F6E-ECE0-3275-F33D-0DFCBF21359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18" name="Gruppieren 117">
            <a:extLst>
              <a:ext uri="{FF2B5EF4-FFF2-40B4-BE49-F238E27FC236}">
                <a16:creationId xmlns:a16="http://schemas.microsoft.com/office/drawing/2014/main" id="{0D9DC9F3-5348-CB0B-4007-30AD56B1CB14}"/>
              </a:ext>
            </a:extLst>
          </p:cNvPr>
          <p:cNvGrpSpPr>
            <a:grpSpLocks noChangeAspect="1"/>
          </p:cNvGrpSpPr>
          <p:nvPr/>
        </p:nvGrpSpPr>
        <p:grpSpPr>
          <a:xfrm>
            <a:off x="4003731" y="3449943"/>
            <a:ext cx="648000" cy="648000"/>
            <a:chOff x="476500" y="79769"/>
            <a:chExt cx="1152000" cy="1152000"/>
          </a:xfrm>
        </p:grpSpPr>
        <p:pic>
          <p:nvPicPr>
            <p:cNvPr id="119" name="Grafik 118" descr="Mann mit einfarbiger Füllung">
              <a:extLst>
                <a:ext uri="{FF2B5EF4-FFF2-40B4-BE49-F238E27FC236}">
                  <a16:creationId xmlns:a16="http://schemas.microsoft.com/office/drawing/2014/main" id="{1B4A1149-4EEC-D72E-F58A-A9D1833854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E06128D3-8DF9-AEB8-91FA-63F487690A3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21" name="Gruppieren 120">
            <a:extLst>
              <a:ext uri="{FF2B5EF4-FFF2-40B4-BE49-F238E27FC236}">
                <a16:creationId xmlns:a16="http://schemas.microsoft.com/office/drawing/2014/main" id="{6BB366D2-7A18-DC73-79FC-33BCBFFB8711}"/>
              </a:ext>
            </a:extLst>
          </p:cNvPr>
          <p:cNvGrpSpPr>
            <a:grpSpLocks noChangeAspect="1"/>
          </p:cNvGrpSpPr>
          <p:nvPr/>
        </p:nvGrpSpPr>
        <p:grpSpPr>
          <a:xfrm>
            <a:off x="1836001" y="4185044"/>
            <a:ext cx="648000" cy="648000"/>
            <a:chOff x="476500" y="79769"/>
            <a:chExt cx="1152000" cy="1152000"/>
          </a:xfrm>
        </p:grpSpPr>
        <p:pic>
          <p:nvPicPr>
            <p:cNvPr id="122" name="Grafik 121" descr="Mann mit einfarbiger Füllung">
              <a:extLst>
                <a:ext uri="{FF2B5EF4-FFF2-40B4-BE49-F238E27FC236}">
                  <a16:creationId xmlns:a16="http://schemas.microsoft.com/office/drawing/2014/main" id="{4B0F3DA7-DEF0-0D9C-FA54-5591D3F19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3" name="Textfeld 122">
              <a:extLst>
                <a:ext uri="{FF2B5EF4-FFF2-40B4-BE49-F238E27FC236}">
                  <a16:creationId xmlns:a16="http://schemas.microsoft.com/office/drawing/2014/main" id="{6BFE9E79-1053-977C-E3C1-C3E1A0EA40B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24" name="Gruppieren 123">
            <a:extLst>
              <a:ext uri="{FF2B5EF4-FFF2-40B4-BE49-F238E27FC236}">
                <a16:creationId xmlns:a16="http://schemas.microsoft.com/office/drawing/2014/main" id="{DFEA893D-EC74-D17D-9A19-48478DAAAD5F}"/>
              </a:ext>
            </a:extLst>
          </p:cNvPr>
          <p:cNvGrpSpPr>
            <a:grpSpLocks noChangeAspect="1"/>
          </p:cNvGrpSpPr>
          <p:nvPr/>
        </p:nvGrpSpPr>
        <p:grpSpPr>
          <a:xfrm>
            <a:off x="3276000" y="4176000"/>
            <a:ext cx="648000" cy="648000"/>
            <a:chOff x="476500" y="79769"/>
            <a:chExt cx="1152000" cy="1152000"/>
          </a:xfrm>
        </p:grpSpPr>
        <p:pic>
          <p:nvPicPr>
            <p:cNvPr id="125" name="Grafik 124" descr="Mann mit einfarbiger Füllung">
              <a:extLst>
                <a:ext uri="{FF2B5EF4-FFF2-40B4-BE49-F238E27FC236}">
                  <a16:creationId xmlns:a16="http://schemas.microsoft.com/office/drawing/2014/main" id="{BC51BA32-5324-FFE7-1F0D-C74F8848E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4649E711-FEB4-30B5-0CAA-FCFDC35B50F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27" name="Gruppieren 126">
            <a:extLst>
              <a:ext uri="{FF2B5EF4-FFF2-40B4-BE49-F238E27FC236}">
                <a16:creationId xmlns:a16="http://schemas.microsoft.com/office/drawing/2014/main" id="{0FB29058-B32E-92A6-F582-E561084C347C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4176000"/>
            <a:ext cx="648000" cy="648000"/>
            <a:chOff x="476500" y="79769"/>
            <a:chExt cx="1152000" cy="1152000"/>
          </a:xfrm>
        </p:grpSpPr>
        <p:pic>
          <p:nvPicPr>
            <p:cNvPr id="128" name="Grafik 127" descr="Mann mit einfarbiger Füllung">
              <a:extLst>
                <a:ext uri="{FF2B5EF4-FFF2-40B4-BE49-F238E27FC236}">
                  <a16:creationId xmlns:a16="http://schemas.microsoft.com/office/drawing/2014/main" id="{BCA81914-1167-CB29-DBA6-BB08585B29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9" name="Textfeld 128">
              <a:extLst>
                <a:ext uri="{FF2B5EF4-FFF2-40B4-BE49-F238E27FC236}">
                  <a16:creationId xmlns:a16="http://schemas.microsoft.com/office/drawing/2014/main" id="{16960961-59F8-CE59-A09D-AA2CC6FCC7D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30" name="Gruppieren 129">
            <a:extLst>
              <a:ext uri="{FF2B5EF4-FFF2-40B4-BE49-F238E27FC236}">
                <a16:creationId xmlns:a16="http://schemas.microsoft.com/office/drawing/2014/main" id="{F68FBC54-FE6A-1EB3-771D-EE0A8FCBC420}"/>
              </a:ext>
            </a:extLst>
          </p:cNvPr>
          <p:cNvGrpSpPr>
            <a:grpSpLocks noChangeAspect="1"/>
          </p:cNvGrpSpPr>
          <p:nvPr/>
        </p:nvGrpSpPr>
        <p:grpSpPr>
          <a:xfrm>
            <a:off x="2556000" y="4896000"/>
            <a:ext cx="648000" cy="648000"/>
            <a:chOff x="476500" y="79769"/>
            <a:chExt cx="1152000" cy="1152000"/>
          </a:xfrm>
        </p:grpSpPr>
        <p:pic>
          <p:nvPicPr>
            <p:cNvPr id="131" name="Grafik 130" descr="Mann mit einfarbiger Füllung">
              <a:extLst>
                <a:ext uri="{FF2B5EF4-FFF2-40B4-BE49-F238E27FC236}">
                  <a16:creationId xmlns:a16="http://schemas.microsoft.com/office/drawing/2014/main" id="{4DEB38C8-20FA-6297-154F-4E286D638C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2" name="Textfeld 131">
              <a:extLst>
                <a:ext uri="{FF2B5EF4-FFF2-40B4-BE49-F238E27FC236}">
                  <a16:creationId xmlns:a16="http://schemas.microsoft.com/office/drawing/2014/main" id="{0813B857-8C24-464C-5AC1-5226DE685F6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3" name="Gruppieren 132">
            <a:extLst>
              <a:ext uri="{FF2B5EF4-FFF2-40B4-BE49-F238E27FC236}">
                <a16:creationId xmlns:a16="http://schemas.microsoft.com/office/drawing/2014/main" id="{E8A4DA29-2E9D-66A1-A6ED-827C7202BBAD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4896000"/>
            <a:ext cx="648000" cy="648000"/>
            <a:chOff x="476500" y="79769"/>
            <a:chExt cx="1152000" cy="1152000"/>
          </a:xfrm>
        </p:grpSpPr>
        <p:pic>
          <p:nvPicPr>
            <p:cNvPr id="134" name="Grafik 133" descr="Mann mit einfarbiger Füllung">
              <a:extLst>
                <a:ext uri="{FF2B5EF4-FFF2-40B4-BE49-F238E27FC236}">
                  <a16:creationId xmlns:a16="http://schemas.microsoft.com/office/drawing/2014/main" id="{D2710168-62DB-7E03-0C9E-D2B7B433F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5" name="Textfeld 134">
              <a:extLst>
                <a:ext uri="{FF2B5EF4-FFF2-40B4-BE49-F238E27FC236}">
                  <a16:creationId xmlns:a16="http://schemas.microsoft.com/office/drawing/2014/main" id="{F111E367-83E9-817B-A71E-9565182B79B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6" name="Gruppieren 135">
            <a:extLst>
              <a:ext uri="{FF2B5EF4-FFF2-40B4-BE49-F238E27FC236}">
                <a16:creationId xmlns:a16="http://schemas.microsoft.com/office/drawing/2014/main" id="{16F3DA54-F093-DE4C-09A0-68D366CEE08E}"/>
              </a:ext>
            </a:extLst>
          </p:cNvPr>
          <p:cNvGrpSpPr>
            <a:grpSpLocks noChangeAspect="1"/>
          </p:cNvGrpSpPr>
          <p:nvPr/>
        </p:nvGrpSpPr>
        <p:grpSpPr>
          <a:xfrm>
            <a:off x="3996000" y="5605897"/>
            <a:ext cx="648000" cy="648000"/>
            <a:chOff x="476500" y="79769"/>
            <a:chExt cx="1152000" cy="1152000"/>
          </a:xfrm>
        </p:grpSpPr>
        <p:pic>
          <p:nvPicPr>
            <p:cNvPr id="137" name="Grafik 136" descr="Mann mit einfarbiger Füllung">
              <a:extLst>
                <a:ext uri="{FF2B5EF4-FFF2-40B4-BE49-F238E27FC236}">
                  <a16:creationId xmlns:a16="http://schemas.microsoft.com/office/drawing/2014/main" id="{657578B6-BC66-02F9-CC43-2B8331EB8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38" name="Textfeld 137">
              <a:extLst>
                <a:ext uri="{FF2B5EF4-FFF2-40B4-BE49-F238E27FC236}">
                  <a16:creationId xmlns:a16="http://schemas.microsoft.com/office/drawing/2014/main" id="{EBA47D91-4D95-E0F4-ABE0-9AD83EE52AC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E56A7275-9906-640B-E068-87B74542AFFF}"/>
              </a:ext>
            </a:extLst>
          </p:cNvPr>
          <p:cNvGrpSpPr>
            <a:grpSpLocks noChangeAspect="1"/>
          </p:cNvGrpSpPr>
          <p:nvPr/>
        </p:nvGrpSpPr>
        <p:grpSpPr>
          <a:xfrm>
            <a:off x="4716000" y="5613794"/>
            <a:ext cx="648000" cy="648000"/>
            <a:chOff x="476500" y="79769"/>
            <a:chExt cx="1152000" cy="1152000"/>
          </a:xfrm>
        </p:grpSpPr>
        <p:pic>
          <p:nvPicPr>
            <p:cNvPr id="140" name="Grafik 139" descr="Mann mit einfarbiger Füllung">
              <a:extLst>
                <a:ext uri="{FF2B5EF4-FFF2-40B4-BE49-F238E27FC236}">
                  <a16:creationId xmlns:a16="http://schemas.microsoft.com/office/drawing/2014/main" id="{A31D8D50-9FF6-C0FD-FC88-AF987029B6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1" name="Textfeld 140">
              <a:extLst>
                <a:ext uri="{FF2B5EF4-FFF2-40B4-BE49-F238E27FC236}">
                  <a16:creationId xmlns:a16="http://schemas.microsoft.com/office/drawing/2014/main" id="{CB5C08E4-EE25-E978-A90F-1E8BBC5E131D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142" name="Gruppieren 141">
            <a:extLst>
              <a:ext uri="{FF2B5EF4-FFF2-40B4-BE49-F238E27FC236}">
                <a16:creationId xmlns:a16="http://schemas.microsoft.com/office/drawing/2014/main" id="{F75140F0-3228-C419-DF2E-F77EB4D2B03D}"/>
              </a:ext>
            </a:extLst>
          </p:cNvPr>
          <p:cNvGrpSpPr>
            <a:grpSpLocks noChangeAspect="1"/>
          </p:cNvGrpSpPr>
          <p:nvPr/>
        </p:nvGrpSpPr>
        <p:grpSpPr>
          <a:xfrm>
            <a:off x="5424001" y="4891235"/>
            <a:ext cx="648000" cy="648000"/>
            <a:chOff x="476500" y="79769"/>
            <a:chExt cx="1152000" cy="1152000"/>
          </a:xfrm>
        </p:grpSpPr>
        <p:pic>
          <p:nvPicPr>
            <p:cNvPr id="143" name="Grafik 142" descr="Mann mit einfarbiger Füllung">
              <a:extLst>
                <a:ext uri="{FF2B5EF4-FFF2-40B4-BE49-F238E27FC236}">
                  <a16:creationId xmlns:a16="http://schemas.microsoft.com/office/drawing/2014/main" id="{D0D6ABFB-4056-146C-F4D8-558086A68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44" name="Textfeld 143">
              <a:extLst>
                <a:ext uri="{FF2B5EF4-FFF2-40B4-BE49-F238E27FC236}">
                  <a16:creationId xmlns:a16="http://schemas.microsoft.com/office/drawing/2014/main" id="{E8ECAE43-2B74-84DA-499B-8E846F41165F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sp>
        <p:nvSpPr>
          <p:cNvPr id="19" name="Titel 1">
            <a:extLst>
              <a:ext uri="{FF2B5EF4-FFF2-40B4-BE49-F238E27FC236}">
                <a16:creationId xmlns:a16="http://schemas.microsoft.com/office/drawing/2014/main" id="{0A983B45-E9BF-B209-01D9-9279FBE5C9E4}"/>
              </a:ext>
            </a:extLst>
          </p:cNvPr>
          <p:cNvSpPr txBox="1">
            <a:spLocks/>
          </p:cNvSpPr>
          <p:nvPr/>
        </p:nvSpPr>
        <p:spPr>
          <a:xfrm>
            <a:off x="7058027" y="649050"/>
            <a:ext cx="412432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(A) = (1 0 1 1 1 0 0 1)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E0AEBB0E-2B76-B86E-7FF9-FF9C66A86F81}"/>
              </a:ext>
            </a:extLst>
          </p:cNvPr>
          <p:cNvSpPr txBox="1">
            <a:spLocks/>
          </p:cNvSpPr>
          <p:nvPr/>
        </p:nvSpPr>
        <p:spPr>
          <a:xfrm>
            <a:off x="7058027" y="1334829"/>
            <a:ext cx="412432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(B) = (0 1 0 0 1 0 1 0)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FF5E8354-DCF0-346D-6563-35D2BB3BEE49}"/>
              </a:ext>
            </a:extLst>
          </p:cNvPr>
          <p:cNvSpPr txBox="1">
            <a:spLocks/>
          </p:cNvSpPr>
          <p:nvPr/>
        </p:nvSpPr>
        <p:spPr>
          <a:xfrm>
            <a:off x="7058027" y="2049204"/>
            <a:ext cx="412432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(C) = (1 1 0 0 0 0 0 1)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8DD6BA08-41CA-CBB0-648F-4FF7EBFE5E00}"/>
              </a:ext>
            </a:extLst>
          </p:cNvPr>
          <p:cNvSpPr txBox="1">
            <a:spLocks/>
          </p:cNvSpPr>
          <p:nvPr/>
        </p:nvSpPr>
        <p:spPr>
          <a:xfrm>
            <a:off x="7058027" y="2768004"/>
            <a:ext cx="412432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(D) = (0 0 0 1 0 0 1 1)</a:t>
            </a:r>
          </a:p>
        </p:txBody>
      </p:sp>
      <p:sp>
        <p:nvSpPr>
          <p:cNvPr id="38" name="Titel 1">
            <a:extLst>
              <a:ext uri="{FF2B5EF4-FFF2-40B4-BE49-F238E27FC236}">
                <a16:creationId xmlns:a16="http://schemas.microsoft.com/office/drawing/2014/main" id="{DBB35C16-7A00-DC93-62BB-5D088584F253}"/>
              </a:ext>
            </a:extLst>
          </p:cNvPr>
          <p:cNvSpPr txBox="1">
            <a:spLocks/>
          </p:cNvSpPr>
          <p:nvPr/>
        </p:nvSpPr>
        <p:spPr>
          <a:xfrm>
            <a:off x="7058027" y="3491904"/>
            <a:ext cx="412432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(E) = (1 0 1 0 1 1 0 0)</a:t>
            </a:r>
          </a:p>
        </p:txBody>
      </p:sp>
      <p:sp>
        <p:nvSpPr>
          <p:cNvPr id="39" name="Titel 1">
            <a:extLst>
              <a:ext uri="{FF2B5EF4-FFF2-40B4-BE49-F238E27FC236}">
                <a16:creationId xmlns:a16="http://schemas.microsoft.com/office/drawing/2014/main" id="{37241C26-0989-C6C6-8DE0-7826F1C5958A}"/>
              </a:ext>
            </a:extLst>
          </p:cNvPr>
          <p:cNvSpPr txBox="1">
            <a:spLocks/>
          </p:cNvSpPr>
          <p:nvPr/>
        </p:nvSpPr>
        <p:spPr>
          <a:xfrm>
            <a:off x="7058027" y="4227794"/>
            <a:ext cx="412432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(F) = (0 1 0 1 0 1 0 0)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005C96F9-B037-4F16-B5C3-4EC3C012745A}"/>
              </a:ext>
            </a:extLst>
          </p:cNvPr>
          <p:cNvSpPr txBox="1">
            <a:spLocks/>
          </p:cNvSpPr>
          <p:nvPr/>
        </p:nvSpPr>
        <p:spPr>
          <a:xfrm>
            <a:off x="7048502" y="4977804"/>
            <a:ext cx="420051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(G) = (0 0 1 0 1 0 1 1)</a:t>
            </a:r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EEC41C3F-7E9E-E5D9-B629-018497D74C9A}"/>
              </a:ext>
            </a:extLst>
          </p:cNvPr>
          <p:cNvSpPr txBox="1">
            <a:spLocks/>
          </p:cNvSpPr>
          <p:nvPr/>
        </p:nvSpPr>
        <p:spPr>
          <a:xfrm>
            <a:off x="7058027" y="5658734"/>
            <a:ext cx="412432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(H) = (0 0 0 0 1 1 1 0)</a:t>
            </a:r>
          </a:p>
        </p:txBody>
      </p:sp>
    </p:spTree>
    <p:extLst>
      <p:ext uri="{BB962C8B-B14F-4D97-AF65-F5344CB8AC3E}">
        <p14:creationId xmlns:p14="http://schemas.microsoft.com/office/powerpoint/2010/main" val="3105498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C5090-1FE3-12C0-2083-9C1E24CF9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153379CB-86EC-920C-70AD-DBE9B011DF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4875" y="1555750"/>
                <a:ext cx="10515600" cy="12350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AbdStr</a:t>
                </a: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 </a:t>
                </a:r>
                <a14:m>
                  <m:oMath xmlns:m="http://schemas.openxmlformats.org/officeDocument/2006/math">
                    <m:r>
                      <a:rPr lang="de-DE" sz="4000" b="1" dirty="0" smtClean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B) = </a:t>
                </a:r>
                <a:r>
                  <a:rPr lang="de-DE" sz="4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AbdStr</a:t>
                </a: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(A) OR </a:t>
                </a:r>
                <a:r>
                  <a:rPr lang="de-DE" sz="40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AbdStr</a:t>
                </a:r>
                <a:r>
                  <a:rPr lang="de-DE" sz="40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(B)</a:t>
                </a: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153379CB-86EC-920C-70AD-DBE9B011D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4875" y="1555750"/>
                <a:ext cx="10515600" cy="12350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el 1">
            <a:extLst>
              <a:ext uri="{FF2B5EF4-FFF2-40B4-BE49-F238E27FC236}">
                <a16:creationId xmlns:a16="http://schemas.microsoft.com/office/drawing/2014/main" id="{6C64B478-729B-4BFB-5A74-2E97A2402326}"/>
              </a:ext>
            </a:extLst>
          </p:cNvPr>
          <p:cNvSpPr txBox="1">
            <a:spLocks/>
          </p:cNvSpPr>
          <p:nvPr/>
        </p:nvSpPr>
        <p:spPr>
          <a:xfrm>
            <a:off x="1790700" y="3527425"/>
            <a:ext cx="2314575" cy="1235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Abd(A) =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D8313C1C-3429-EECC-97DD-A23D0502B01B}"/>
              </a:ext>
            </a:extLst>
          </p:cNvPr>
          <p:cNvSpPr txBox="1">
            <a:spLocks/>
          </p:cNvSpPr>
          <p:nvPr/>
        </p:nvSpPr>
        <p:spPr>
          <a:xfrm>
            <a:off x="4181475" y="3100387"/>
            <a:ext cx="6057900" cy="1235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Anzahl 1en in </a:t>
            </a:r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69A252B-B577-8700-EEF3-71909F03B5F0}"/>
              </a:ext>
            </a:extLst>
          </p:cNvPr>
          <p:cNvSpPr txBox="1">
            <a:spLocks/>
          </p:cNvSpPr>
          <p:nvPr/>
        </p:nvSpPr>
        <p:spPr>
          <a:xfrm>
            <a:off x="4105275" y="3874294"/>
            <a:ext cx="6210300" cy="12350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Anzahl Bits in </a:t>
            </a:r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827A386F-D5F0-28DE-03AC-21BCCCAE7763}"/>
              </a:ext>
            </a:extLst>
          </p:cNvPr>
          <p:cNvCxnSpPr>
            <a:cxnSpLocks/>
          </p:cNvCxnSpPr>
          <p:nvPr/>
        </p:nvCxnSpPr>
        <p:spPr>
          <a:xfrm>
            <a:off x="4105275" y="4106862"/>
            <a:ext cx="6210300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4577793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F08FF-5C2D-51CA-6690-2EB8B7625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71168E4-A181-4311-4072-E4F66C7828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71168E4-A181-4311-4072-E4F66C7828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F7E344A7-9944-588D-6282-9E63A6768EB2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12813B28-14A8-761C-C82F-A3E9072CC1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AbdStr</a:t>
                </a:r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32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= AbdStr(A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B</a:t>
                </a:r>
                <a:r>
                  <a:rPr lang="de-DE" sz="3200" b="1" dirty="0"/>
                  <a:t>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C) </a:t>
                </a: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12813B28-14A8-761C-C82F-A3E9072CC1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  <a:blipFill>
                <a:blip r:embed="rId3"/>
                <a:stretch>
                  <a:fillRect t="-5932" b="-135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5344823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2A265-A3BF-9C04-F4BF-0E76ABA9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B225590-3FD2-607A-2313-C7ED27557C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B225590-3FD2-607A-2313-C7ED27557C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D8545997-8AC2-9266-1EDB-2079B791630A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831BD1D1-790F-CD37-695E-0C9D4D14B7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AbdStr</a:t>
                </a:r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32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= AbdStr(A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B</a:t>
                </a:r>
                <a:r>
                  <a:rPr lang="de-DE" sz="3200" b="1" dirty="0"/>
                  <a:t>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C) </a:t>
                </a: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831BD1D1-790F-CD37-695E-0C9D4D14B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  <a:blipFill>
                <a:blip r:embed="rId3"/>
                <a:stretch>
                  <a:fillRect t="-5932" b="-135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el 1">
            <a:extLst>
              <a:ext uri="{FF2B5EF4-FFF2-40B4-BE49-F238E27FC236}">
                <a16:creationId xmlns:a16="http://schemas.microsoft.com/office/drawing/2014/main" id="{4AD77066-1386-04C6-A5E8-9AB79FDA7466}"/>
              </a:ext>
            </a:extLst>
          </p:cNvPr>
          <p:cNvSpPr txBox="1">
            <a:spLocks/>
          </p:cNvSpPr>
          <p:nvPr/>
        </p:nvSpPr>
        <p:spPr>
          <a:xfrm>
            <a:off x="3609975" y="1295400"/>
            <a:ext cx="89154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= AbdStr(A)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(B)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(C) </a:t>
            </a:r>
          </a:p>
        </p:txBody>
      </p:sp>
    </p:spTree>
    <p:extLst>
      <p:ext uri="{BB962C8B-B14F-4D97-AF65-F5344CB8AC3E}">
        <p14:creationId xmlns:p14="http://schemas.microsoft.com/office/powerpoint/2010/main" val="1487129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5A2C7-7687-1077-DC6C-ADA4468C4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D9E429BA-4DF5-469A-6B01-31290EF7C9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D9E429BA-4DF5-469A-6B01-31290EF7C9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CA295465-7866-E4A2-49BA-47B3C915AEB2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F05DA179-B1B5-35F5-9E32-F4B547DCB9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AbdStr</a:t>
                </a:r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32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= AbdStr(A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B</a:t>
                </a:r>
                <a:r>
                  <a:rPr lang="de-DE" sz="3200" b="1" dirty="0"/>
                  <a:t>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C) </a:t>
                </a: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F05DA179-B1B5-35F5-9E32-F4B547DCB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  <a:blipFill>
                <a:blip r:embed="rId3"/>
                <a:stretch>
                  <a:fillRect t="-5932" b="-135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el 1">
            <a:extLst>
              <a:ext uri="{FF2B5EF4-FFF2-40B4-BE49-F238E27FC236}">
                <a16:creationId xmlns:a16="http://schemas.microsoft.com/office/drawing/2014/main" id="{9AEB3876-774C-0301-E286-15973EBD1520}"/>
              </a:ext>
            </a:extLst>
          </p:cNvPr>
          <p:cNvSpPr txBox="1">
            <a:spLocks/>
          </p:cNvSpPr>
          <p:nvPr/>
        </p:nvSpPr>
        <p:spPr>
          <a:xfrm>
            <a:off x="3609975" y="1295400"/>
            <a:ext cx="89154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= AbdStr(A)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(B)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(C) 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1E2D117-C988-3DCD-7E37-43763B8A6281}"/>
              </a:ext>
            </a:extLst>
          </p:cNvPr>
          <p:cNvGrpSpPr>
            <a:grpSpLocks noChangeAspect="1"/>
          </p:cNvGrpSpPr>
          <p:nvPr/>
        </p:nvGrpSpPr>
        <p:grpSpPr>
          <a:xfrm>
            <a:off x="1249650" y="2994419"/>
            <a:ext cx="648000" cy="648000"/>
            <a:chOff x="476500" y="79769"/>
            <a:chExt cx="1152000" cy="1152000"/>
          </a:xfrm>
        </p:grpSpPr>
        <p:pic>
          <p:nvPicPr>
            <p:cNvPr id="4" name="Grafik 3" descr="Mann mit einfarbiger Füllung">
              <a:extLst>
                <a:ext uri="{FF2B5EF4-FFF2-40B4-BE49-F238E27FC236}">
                  <a16:creationId xmlns:a16="http://schemas.microsoft.com/office/drawing/2014/main" id="{135AA3C9-E3B9-408B-8E18-6725DA6A92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E2A8F4F0-4990-711A-658A-02D2C6E2F1F9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20F972F6-86DD-CB22-9ACE-6C59ACFD3F3A}"/>
              </a:ext>
            </a:extLst>
          </p:cNvPr>
          <p:cNvGrpSpPr>
            <a:grpSpLocks noChangeAspect="1"/>
          </p:cNvGrpSpPr>
          <p:nvPr/>
        </p:nvGrpSpPr>
        <p:grpSpPr>
          <a:xfrm>
            <a:off x="1981450" y="36992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3C6B3C46-8667-9F73-6431-B5CFFACDD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D01302A7-6FA6-44AD-3F15-8E2FEF617A35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4190B7B-D473-182A-DE4D-7AAA9ECB2178}"/>
              </a:ext>
            </a:extLst>
          </p:cNvPr>
          <p:cNvGrpSpPr>
            <a:grpSpLocks noChangeAspect="1"/>
          </p:cNvGrpSpPr>
          <p:nvPr/>
        </p:nvGrpSpPr>
        <p:grpSpPr>
          <a:xfrm>
            <a:off x="1256399" y="4414094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A52A69BE-4124-64A5-1634-48A8419D3E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2D4C35D7-840C-E975-E71B-F06F6F0FC9C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E528D447-D066-6795-C14F-E78D85F5627E}"/>
              </a:ext>
            </a:extLst>
          </p:cNvPr>
          <p:cNvCxnSpPr>
            <a:cxnSpLocks/>
          </p:cNvCxnSpPr>
          <p:nvPr/>
        </p:nvCxnSpPr>
        <p:spPr>
          <a:xfrm>
            <a:off x="123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96B5A8F9-A7A2-61FF-884C-C75211CEAB12}"/>
              </a:ext>
            </a:extLst>
          </p:cNvPr>
          <p:cNvCxnSpPr>
            <a:cxnSpLocks/>
          </p:cNvCxnSpPr>
          <p:nvPr/>
        </p:nvCxnSpPr>
        <p:spPr>
          <a:xfrm>
            <a:off x="195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C9A499E2-3FA7-9337-0044-2D4D247509E3}"/>
              </a:ext>
            </a:extLst>
          </p:cNvPr>
          <p:cNvCxnSpPr>
            <a:cxnSpLocks/>
          </p:cNvCxnSpPr>
          <p:nvPr/>
        </p:nvCxnSpPr>
        <p:spPr>
          <a:xfrm>
            <a:off x="267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E7E59B95-AA06-4AB3-CC9D-A7EF94297B3F}"/>
              </a:ext>
            </a:extLst>
          </p:cNvPr>
          <p:cNvCxnSpPr>
            <a:cxnSpLocks/>
          </p:cNvCxnSpPr>
          <p:nvPr/>
        </p:nvCxnSpPr>
        <p:spPr>
          <a:xfrm>
            <a:off x="339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06F97DDC-E4C7-B9AA-6B3E-0CCAC40C8473}"/>
              </a:ext>
            </a:extLst>
          </p:cNvPr>
          <p:cNvCxnSpPr>
            <a:cxnSpLocks/>
          </p:cNvCxnSpPr>
          <p:nvPr/>
        </p:nvCxnSpPr>
        <p:spPr>
          <a:xfrm>
            <a:off x="411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68C28E0-BEB1-2BF6-E872-209F4BD6E05C}"/>
              </a:ext>
            </a:extLst>
          </p:cNvPr>
          <p:cNvCxnSpPr>
            <a:cxnSpLocks/>
          </p:cNvCxnSpPr>
          <p:nvPr/>
        </p:nvCxnSpPr>
        <p:spPr>
          <a:xfrm>
            <a:off x="483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53249C77-A07B-73BB-D0E0-83FA0D5785C7}"/>
              </a:ext>
            </a:extLst>
          </p:cNvPr>
          <p:cNvCxnSpPr>
            <a:cxnSpLocks/>
          </p:cNvCxnSpPr>
          <p:nvPr/>
        </p:nvCxnSpPr>
        <p:spPr>
          <a:xfrm>
            <a:off x="555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9A497015-8209-C043-4A93-AE75A253388D}"/>
              </a:ext>
            </a:extLst>
          </p:cNvPr>
          <p:cNvCxnSpPr>
            <a:cxnSpLocks/>
          </p:cNvCxnSpPr>
          <p:nvPr/>
        </p:nvCxnSpPr>
        <p:spPr>
          <a:xfrm>
            <a:off x="627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61076A9F-AFB3-AAE2-1C90-D6C3E7B458F4}"/>
              </a:ext>
            </a:extLst>
          </p:cNvPr>
          <p:cNvCxnSpPr>
            <a:cxnSpLocks/>
          </p:cNvCxnSpPr>
          <p:nvPr/>
        </p:nvCxnSpPr>
        <p:spPr>
          <a:xfrm>
            <a:off x="699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A94355C2-4EDA-3AA0-C6B5-31D4E12B7BC2}"/>
              </a:ext>
            </a:extLst>
          </p:cNvPr>
          <p:cNvCxnSpPr>
            <a:cxnSpLocks/>
          </p:cNvCxnSpPr>
          <p:nvPr/>
        </p:nvCxnSpPr>
        <p:spPr>
          <a:xfrm>
            <a:off x="512400" y="366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C7E05F1B-FE0B-A726-C96F-8F742B2B0073}"/>
              </a:ext>
            </a:extLst>
          </p:cNvPr>
          <p:cNvCxnSpPr>
            <a:cxnSpLocks/>
          </p:cNvCxnSpPr>
          <p:nvPr/>
        </p:nvCxnSpPr>
        <p:spPr>
          <a:xfrm>
            <a:off x="51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A69145E-62C3-1EC8-B688-E53FB1141B76}"/>
              </a:ext>
            </a:extLst>
          </p:cNvPr>
          <p:cNvCxnSpPr>
            <a:cxnSpLocks/>
          </p:cNvCxnSpPr>
          <p:nvPr/>
        </p:nvCxnSpPr>
        <p:spPr>
          <a:xfrm>
            <a:off x="512400" y="294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81C6D857-F1FF-74A4-61AD-D2B31E96F165}"/>
              </a:ext>
            </a:extLst>
          </p:cNvPr>
          <p:cNvCxnSpPr>
            <a:cxnSpLocks/>
          </p:cNvCxnSpPr>
          <p:nvPr/>
        </p:nvCxnSpPr>
        <p:spPr>
          <a:xfrm>
            <a:off x="512400" y="438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48B2F266-AEF7-812D-1F90-0ED8BA20C37D}"/>
              </a:ext>
            </a:extLst>
          </p:cNvPr>
          <p:cNvCxnSpPr>
            <a:cxnSpLocks/>
          </p:cNvCxnSpPr>
          <p:nvPr/>
        </p:nvCxnSpPr>
        <p:spPr>
          <a:xfrm>
            <a:off x="512400" y="510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F0302B9C-7EA3-08E3-32CF-B75B662E43C5}"/>
              </a:ext>
            </a:extLst>
          </p:cNvPr>
          <p:cNvCxnSpPr>
            <a:cxnSpLocks/>
          </p:cNvCxnSpPr>
          <p:nvPr/>
        </p:nvCxnSpPr>
        <p:spPr>
          <a:xfrm>
            <a:off x="512400" y="582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EED26E22-13B8-2AF7-D155-4B9904D98BA3}"/>
              </a:ext>
            </a:extLst>
          </p:cNvPr>
          <p:cNvSpPr>
            <a:spLocks noChangeAspect="1"/>
          </p:cNvSpPr>
          <p:nvPr/>
        </p:nvSpPr>
        <p:spPr>
          <a:xfrm>
            <a:off x="609750" y="37503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D2F34279-6788-4A23-D67B-0259F4FD8D9F}"/>
              </a:ext>
            </a:extLst>
          </p:cNvPr>
          <p:cNvSpPr>
            <a:spLocks noChangeAspect="1"/>
          </p:cNvSpPr>
          <p:nvPr/>
        </p:nvSpPr>
        <p:spPr>
          <a:xfrm>
            <a:off x="617100" y="44680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D278502E-E0BD-4F8C-9D0E-EF804096CD06}"/>
              </a:ext>
            </a:extLst>
          </p:cNvPr>
          <p:cNvSpPr>
            <a:spLocks noChangeAspect="1"/>
          </p:cNvSpPr>
          <p:nvPr/>
        </p:nvSpPr>
        <p:spPr>
          <a:xfrm>
            <a:off x="605850" y="30303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A6484CF4-DB4E-0334-3EE0-5546390ACFA3}"/>
              </a:ext>
            </a:extLst>
          </p:cNvPr>
          <p:cNvGrpSpPr>
            <a:grpSpLocks noChangeAspect="1"/>
          </p:cNvGrpSpPr>
          <p:nvPr/>
        </p:nvGrpSpPr>
        <p:grpSpPr>
          <a:xfrm>
            <a:off x="2706975" y="2983982"/>
            <a:ext cx="648000" cy="648000"/>
            <a:chOff x="476500" y="79769"/>
            <a:chExt cx="1152000" cy="1152000"/>
          </a:xfrm>
        </p:grpSpPr>
        <p:pic>
          <p:nvPicPr>
            <p:cNvPr id="55" name="Grafik 54" descr="Mann mit einfarbiger Füllung">
              <a:extLst>
                <a:ext uri="{FF2B5EF4-FFF2-40B4-BE49-F238E27FC236}">
                  <a16:creationId xmlns:a16="http://schemas.microsoft.com/office/drawing/2014/main" id="{61934458-EA43-7AF7-1FBE-D031CC8DA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78627978-0C8F-9691-E755-42FBC3DF574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71DB4DAD-F1AA-D13A-426F-D2076EB0BAD6}"/>
              </a:ext>
            </a:extLst>
          </p:cNvPr>
          <p:cNvGrpSpPr>
            <a:grpSpLocks noChangeAspect="1"/>
          </p:cNvGrpSpPr>
          <p:nvPr/>
        </p:nvGrpSpPr>
        <p:grpSpPr>
          <a:xfrm>
            <a:off x="3430875" y="2983982"/>
            <a:ext cx="648000" cy="648000"/>
            <a:chOff x="476500" y="79769"/>
            <a:chExt cx="1152000" cy="1152000"/>
          </a:xfrm>
        </p:grpSpPr>
        <p:pic>
          <p:nvPicPr>
            <p:cNvPr id="58" name="Grafik 57" descr="Mann mit einfarbiger Füllung">
              <a:extLst>
                <a:ext uri="{FF2B5EF4-FFF2-40B4-BE49-F238E27FC236}">
                  <a16:creationId xmlns:a16="http://schemas.microsoft.com/office/drawing/2014/main" id="{33A6DA1F-76D4-8A8A-6303-754EAE9D9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595E26B5-F6FF-C459-5E2E-BCB3B5065B02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60" name="Gruppieren 59">
            <a:extLst>
              <a:ext uri="{FF2B5EF4-FFF2-40B4-BE49-F238E27FC236}">
                <a16:creationId xmlns:a16="http://schemas.microsoft.com/office/drawing/2014/main" id="{70DF351D-B1C6-CE9F-C7D1-E842F50C4F35}"/>
              </a:ext>
            </a:extLst>
          </p:cNvPr>
          <p:cNvGrpSpPr>
            <a:grpSpLocks noChangeAspect="1"/>
          </p:cNvGrpSpPr>
          <p:nvPr/>
        </p:nvGrpSpPr>
        <p:grpSpPr>
          <a:xfrm>
            <a:off x="4164300" y="2983982"/>
            <a:ext cx="648000" cy="648000"/>
            <a:chOff x="476500" y="79769"/>
            <a:chExt cx="1152000" cy="1152000"/>
          </a:xfrm>
        </p:grpSpPr>
        <p:pic>
          <p:nvPicPr>
            <p:cNvPr id="61" name="Grafik 60" descr="Mann mit einfarbiger Füllung">
              <a:extLst>
                <a:ext uri="{FF2B5EF4-FFF2-40B4-BE49-F238E27FC236}">
                  <a16:creationId xmlns:a16="http://schemas.microsoft.com/office/drawing/2014/main" id="{2A4EFEC0-1CD1-6743-D6AF-0BE21AC12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8E57B585-BBA4-951F-345C-A5C9F78054F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86DB1F30-D5D6-EC2D-B5B0-BC3B29FE9981}"/>
              </a:ext>
            </a:extLst>
          </p:cNvPr>
          <p:cNvGrpSpPr>
            <a:grpSpLocks noChangeAspect="1"/>
          </p:cNvGrpSpPr>
          <p:nvPr/>
        </p:nvGrpSpPr>
        <p:grpSpPr>
          <a:xfrm>
            <a:off x="6316950" y="2983982"/>
            <a:ext cx="648000" cy="648000"/>
            <a:chOff x="476500" y="79769"/>
            <a:chExt cx="1152000" cy="1152000"/>
          </a:xfrm>
        </p:grpSpPr>
        <p:pic>
          <p:nvPicPr>
            <p:cNvPr id="64" name="Grafik 63" descr="Mann mit einfarbiger Füllung">
              <a:extLst>
                <a:ext uri="{FF2B5EF4-FFF2-40B4-BE49-F238E27FC236}">
                  <a16:creationId xmlns:a16="http://schemas.microsoft.com/office/drawing/2014/main" id="{F1BB8823-336B-59E7-8863-0F586DE98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F1A67325-16BB-E0C8-238A-E3A281D6A14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grpSp>
        <p:nvGrpSpPr>
          <p:cNvPr id="66" name="Gruppieren 65">
            <a:extLst>
              <a:ext uri="{FF2B5EF4-FFF2-40B4-BE49-F238E27FC236}">
                <a16:creationId xmlns:a16="http://schemas.microsoft.com/office/drawing/2014/main" id="{1E212864-3188-ADD1-F256-57AD9BEA8DB9}"/>
              </a:ext>
            </a:extLst>
          </p:cNvPr>
          <p:cNvGrpSpPr>
            <a:grpSpLocks noChangeAspect="1"/>
          </p:cNvGrpSpPr>
          <p:nvPr/>
        </p:nvGrpSpPr>
        <p:grpSpPr>
          <a:xfrm>
            <a:off x="4164300" y="3692882"/>
            <a:ext cx="648000" cy="648000"/>
            <a:chOff x="476500" y="79769"/>
            <a:chExt cx="1152000" cy="1152000"/>
          </a:xfrm>
        </p:grpSpPr>
        <p:pic>
          <p:nvPicPr>
            <p:cNvPr id="67" name="Grafik 66" descr="Mann mit einfarbiger Füllung">
              <a:extLst>
                <a:ext uri="{FF2B5EF4-FFF2-40B4-BE49-F238E27FC236}">
                  <a16:creationId xmlns:a16="http://schemas.microsoft.com/office/drawing/2014/main" id="{C72E4CD4-CEA9-2294-4362-4A765623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8B6E9203-E3F3-DEDF-9BB6-DC2126FB15C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97EE8D66-BB10-9980-FE21-97ED3B0DE354}"/>
              </a:ext>
            </a:extLst>
          </p:cNvPr>
          <p:cNvGrpSpPr>
            <a:grpSpLocks noChangeAspect="1"/>
          </p:cNvGrpSpPr>
          <p:nvPr/>
        </p:nvGrpSpPr>
        <p:grpSpPr>
          <a:xfrm>
            <a:off x="5588400" y="3693166"/>
            <a:ext cx="648000" cy="648000"/>
            <a:chOff x="476500" y="79769"/>
            <a:chExt cx="1152000" cy="1152000"/>
          </a:xfrm>
        </p:grpSpPr>
        <p:pic>
          <p:nvPicPr>
            <p:cNvPr id="70" name="Grafik 69" descr="Mann mit einfarbiger Füllung">
              <a:extLst>
                <a:ext uri="{FF2B5EF4-FFF2-40B4-BE49-F238E27FC236}">
                  <a16:creationId xmlns:a16="http://schemas.microsoft.com/office/drawing/2014/main" id="{58B9DE54-D275-E64D-5BD9-BCC214794B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D5714CEE-F056-4216-2E89-5856E8706B06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11159E23-2F0C-AE9F-F34C-F6155EAB15AA}"/>
              </a:ext>
            </a:extLst>
          </p:cNvPr>
          <p:cNvGrpSpPr>
            <a:grpSpLocks noChangeAspect="1"/>
          </p:cNvGrpSpPr>
          <p:nvPr/>
        </p:nvGrpSpPr>
        <p:grpSpPr>
          <a:xfrm>
            <a:off x="1980425" y="4414094"/>
            <a:ext cx="648000" cy="648000"/>
            <a:chOff x="476500" y="79769"/>
            <a:chExt cx="1152000" cy="1152000"/>
          </a:xfrm>
        </p:grpSpPr>
        <p:pic>
          <p:nvPicPr>
            <p:cNvPr id="73" name="Grafik 72" descr="Mann mit einfarbiger Füllung">
              <a:extLst>
                <a:ext uri="{FF2B5EF4-FFF2-40B4-BE49-F238E27FC236}">
                  <a16:creationId xmlns:a16="http://schemas.microsoft.com/office/drawing/2014/main" id="{04EEC979-1FA6-2AA9-A24D-3046C18B5F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74" name="Textfeld 73">
              <a:extLst>
                <a:ext uri="{FF2B5EF4-FFF2-40B4-BE49-F238E27FC236}">
                  <a16:creationId xmlns:a16="http://schemas.microsoft.com/office/drawing/2014/main" id="{BBEC4556-F474-9B87-377E-F324C2A7200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75" name="Gruppieren 74">
            <a:extLst>
              <a:ext uri="{FF2B5EF4-FFF2-40B4-BE49-F238E27FC236}">
                <a16:creationId xmlns:a16="http://schemas.microsoft.com/office/drawing/2014/main" id="{0EA4351D-56E5-B48B-017B-BEF99594A832}"/>
              </a:ext>
            </a:extLst>
          </p:cNvPr>
          <p:cNvGrpSpPr>
            <a:grpSpLocks noChangeAspect="1"/>
          </p:cNvGrpSpPr>
          <p:nvPr/>
        </p:nvGrpSpPr>
        <p:grpSpPr>
          <a:xfrm>
            <a:off x="6316950" y="4414094"/>
            <a:ext cx="648000" cy="648000"/>
            <a:chOff x="476500" y="79769"/>
            <a:chExt cx="1152000" cy="1152000"/>
          </a:xfrm>
        </p:grpSpPr>
        <p:pic>
          <p:nvPicPr>
            <p:cNvPr id="76" name="Grafik 75" descr="Mann mit einfarbiger Füllung">
              <a:extLst>
                <a:ext uri="{FF2B5EF4-FFF2-40B4-BE49-F238E27FC236}">
                  <a16:creationId xmlns:a16="http://schemas.microsoft.com/office/drawing/2014/main" id="{B081A0D3-B1BB-9907-9842-B2A05ED97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77" name="Textfeld 76">
              <a:extLst>
                <a:ext uri="{FF2B5EF4-FFF2-40B4-BE49-F238E27FC236}">
                  <a16:creationId xmlns:a16="http://schemas.microsoft.com/office/drawing/2014/main" id="{2E73CA0B-91AF-3CA6-BE13-9FC3FDB65457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itel 1">
                <a:extLst>
                  <a:ext uri="{FF2B5EF4-FFF2-40B4-BE49-F238E27FC236}">
                    <a16:creationId xmlns:a16="http://schemas.microsoft.com/office/drawing/2014/main" id="{29C4CD6A-3934-816D-CFF7-75BB384A3C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151" y="5192507"/>
                <a:ext cx="733423" cy="53474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28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7" name="Titel 1">
                <a:extLst>
                  <a:ext uri="{FF2B5EF4-FFF2-40B4-BE49-F238E27FC236}">
                    <a16:creationId xmlns:a16="http://schemas.microsoft.com/office/drawing/2014/main" id="{29C4CD6A-3934-816D-CFF7-75BB384A3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51" y="5192507"/>
                <a:ext cx="733423" cy="5347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Gerader Verbinder 117">
            <a:extLst>
              <a:ext uri="{FF2B5EF4-FFF2-40B4-BE49-F238E27FC236}">
                <a16:creationId xmlns:a16="http://schemas.microsoft.com/office/drawing/2014/main" id="{AC51DEC0-7FF2-FDB1-47AB-3B80B9028D50}"/>
              </a:ext>
            </a:extLst>
          </p:cNvPr>
          <p:cNvCxnSpPr>
            <a:cxnSpLocks/>
          </p:cNvCxnSpPr>
          <p:nvPr/>
        </p:nvCxnSpPr>
        <p:spPr>
          <a:xfrm>
            <a:off x="512400" y="5149307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64618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65BA-4EFC-468D-5BD5-B4D1B2F6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3CE1E026-989A-FF2E-EE8A-F411F341FF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3CE1E026-989A-FF2E-EE8A-F411F341F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A519A7C9-2AB8-C8FA-9E2A-3EDDBAA73880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C2732F2-3E1C-6905-92C4-434CE7C0F8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AbdStr</a:t>
                </a:r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32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= AbdStr(A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B</a:t>
                </a:r>
                <a:r>
                  <a:rPr lang="de-DE" sz="3200" b="1" dirty="0"/>
                  <a:t>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C) </a:t>
                </a: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C2732F2-3E1C-6905-92C4-434CE7C0F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  <a:blipFill>
                <a:blip r:embed="rId3"/>
                <a:stretch>
                  <a:fillRect t="-5932" b="-135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el 1">
            <a:extLst>
              <a:ext uri="{FF2B5EF4-FFF2-40B4-BE49-F238E27FC236}">
                <a16:creationId xmlns:a16="http://schemas.microsoft.com/office/drawing/2014/main" id="{15616F58-E5A5-96DC-34FE-79E9E9055ECA}"/>
              </a:ext>
            </a:extLst>
          </p:cNvPr>
          <p:cNvSpPr txBox="1">
            <a:spLocks/>
          </p:cNvSpPr>
          <p:nvPr/>
        </p:nvSpPr>
        <p:spPr>
          <a:xfrm>
            <a:off x="3609975" y="1295400"/>
            <a:ext cx="89154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= AbdStr(A)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(B)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(C)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D0CF352-1CE3-E74F-6A82-DFB8F5294336}"/>
              </a:ext>
            </a:extLst>
          </p:cNvPr>
          <p:cNvSpPr txBox="1"/>
          <p:nvPr/>
        </p:nvSpPr>
        <p:spPr>
          <a:xfrm>
            <a:off x="1429794" y="307906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556B4DAC-11A1-2293-DB81-109021FA32FE}"/>
              </a:ext>
            </a:extLst>
          </p:cNvPr>
          <p:cNvCxnSpPr>
            <a:cxnSpLocks/>
          </p:cNvCxnSpPr>
          <p:nvPr/>
        </p:nvCxnSpPr>
        <p:spPr>
          <a:xfrm>
            <a:off x="123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A9A64A3C-293A-08C6-FD9F-622E44043CF2}"/>
              </a:ext>
            </a:extLst>
          </p:cNvPr>
          <p:cNvCxnSpPr>
            <a:cxnSpLocks/>
          </p:cNvCxnSpPr>
          <p:nvPr/>
        </p:nvCxnSpPr>
        <p:spPr>
          <a:xfrm>
            <a:off x="195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B7E65260-DAEE-4539-69F8-C4C5D0632E2A}"/>
              </a:ext>
            </a:extLst>
          </p:cNvPr>
          <p:cNvCxnSpPr>
            <a:cxnSpLocks/>
          </p:cNvCxnSpPr>
          <p:nvPr/>
        </p:nvCxnSpPr>
        <p:spPr>
          <a:xfrm>
            <a:off x="267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468D2722-7A17-B55A-134E-B1D6B5710323}"/>
              </a:ext>
            </a:extLst>
          </p:cNvPr>
          <p:cNvCxnSpPr>
            <a:cxnSpLocks/>
          </p:cNvCxnSpPr>
          <p:nvPr/>
        </p:nvCxnSpPr>
        <p:spPr>
          <a:xfrm>
            <a:off x="339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E2814696-D17E-92FD-CF90-83E719914930}"/>
              </a:ext>
            </a:extLst>
          </p:cNvPr>
          <p:cNvCxnSpPr>
            <a:cxnSpLocks/>
          </p:cNvCxnSpPr>
          <p:nvPr/>
        </p:nvCxnSpPr>
        <p:spPr>
          <a:xfrm>
            <a:off x="411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8325B864-BAEA-66C8-8475-73B218BC586B}"/>
              </a:ext>
            </a:extLst>
          </p:cNvPr>
          <p:cNvCxnSpPr>
            <a:cxnSpLocks/>
          </p:cNvCxnSpPr>
          <p:nvPr/>
        </p:nvCxnSpPr>
        <p:spPr>
          <a:xfrm>
            <a:off x="483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B3DAB7EF-DF2F-98AB-1EE8-306F0BCCD8F1}"/>
              </a:ext>
            </a:extLst>
          </p:cNvPr>
          <p:cNvCxnSpPr>
            <a:cxnSpLocks/>
          </p:cNvCxnSpPr>
          <p:nvPr/>
        </p:nvCxnSpPr>
        <p:spPr>
          <a:xfrm>
            <a:off x="555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20F29D1D-A1E4-3B68-BAF0-04B0D0F16288}"/>
              </a:ext>
            </a:extLst>
          </p:cNvPr>
          <p:cNvCxnSpPr>
            <a:cxnSpLocks/>
          </p:cNvCxnSpPr>
          <p:nvPr/>
        </p:nvCxnSpPr>
        <p:spPr>
          <a:xfrm>
            <a:off x="627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53EC0880-84C2-EDD9-A076-C482F44EA46A}"/>
              </a:ext>
            </a:extLst>
          </p:cNvPr>
          <p:cNvCxnSpPr>
            <a:cxnSpLocks/>
          </p:cNvCxnSpPr>
          <p:nvPr/>
        </p:nvCxnSpPr>
        <p:spPr>
          <a:xfrm>
            <a:off x="699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513DD1C6-2065-08ED-900E-30E67FA2E5B0}"/>
              </a:ext>
            </a:extLst>
          </p:cNvPr>
          <p:cNvCxnSpPr>
            <a:cxnSpLocks/>
          </p:cNvCxnSpPr>
          <p:nvPr/>
        </p:nvCxnSpPr>
        <p:spPr>
          <a:xfrm>
            <a:off x="512400" y="366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949C5D1C-BB87-77C3-2064-88B1AFB321A7}"/>
              </a:ext>
            </a:extLst>
          </p:cNvPr>
          <p:cNvCxnSpPr>
            <a:cxnSpLocks/>
          </p:cNvCxnSpPr>
          <p:nvPr/>
        </p:nvCxnSpPr>
        <p:spPr>
          <a:xfrm>
            <a:off x="51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E7536862-33D8-2D12-1460-E8D3E779867B}"/>
              </a:ext>
            </a:extLst>
          </p:cNvPr>
          <p:cNvCxnSpPr>
            <a:cxnSpLocks/>
          </p:cNvCxnSpPr>
          <p:nvPr/>
        </p:nvCxnSpPr>
        <p:spPr>
          <a:xfrm>
            <a:off x="512400" y="294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43BAEB68-B2AF-8B21-8DF4-D281A0E5A1BA}"/>
              </a:ext>
            </a:extLst>
          </p:cNvPr>
          <p:cNvCxnSpPr>
            <a:cxnSpLocks/>
          </p:cNvCxnSpPr>
          <p:nvPr/>
        </p:nvCxnSpPr>
        <p:spPr>
          <a:xfrm>
            <a:off x="512400" y="438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18173DE3-39DD-5141-4D07-E7D4DAD0DFEB}"/>
              </a:ext>
            </a:extLst>
          </p:cNvPr>
          <p:cNvCxnSpPr>
            <a:cxnSpLocks/>
          </p:cNvCxnSpPr>
          <p:nvPr/>
        </p:nvCxnSpPr>
        <p:spPr>
          <a:xfrm>
            <a:off x="512400" y="510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100AAC70-FD06-13F1-B005-32E45FC73F9E}"/>
              </a:ext>
            </a:extLst>
          </p:cNvPr>
          <p:cNvCxnSpPr>
            <a:cxnSpLocks/>
          </p:cNvCxnSpPr>
          <p:nvPr/>
        </p:nvCxnSpPr>
        <p:spPr>
          <a:xfrm>
            <a:off x="512400" y="582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B763B08A-A8A5-D7E2-04FE-0EF6BD47FD30}"/>
              </a:ext>
            </a:extLst>
          </p:cNvPr>
          <p:cNvSpPr>
            <a:spLocks noChangeAspect="1"/>
          </p:cNvSpPr>
          <p:nvPr/>
        </p:nvSpPr>
        <p:spPr>
          <a:xfrm>
            <a:off x="609750" y="37503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4C14841B-4156-0A92-F631-E7B7C0A55540}"/>
              </a:ext>
            </a:extLst>
          </p:cNvPr>
          <p:cNvSpPr>
            <a:spLocks noChangeAspect="1"/>
          </p:cNvSpPr>
          <p:nvPr/>
        </p:nvSpPr>
        <p:spPr>
          <a:xfrm>
            <a:off x="617100" y="44680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C3ED05DA-B6AF-FC37-BC1C-BCEAAE3609AE}"/>
              </a:ext>
            </a:extLst>
          </p:cNvPr>
          <p:cNvSpPr>
            <a:spLocks noChangeAspect="1"/>
          </p:cNvSpPr>
          <p:nvPr/>
        </p:nvSpPr>
        <p:spPr>
          <a:xfrm>
            <a:off x="605850" y="30303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itel 1">
                <a:extLst>
                  <a:ext uri="{FF2B5EF4-FFF2-40B4-BE49-F238E27FC236}">
                    <a16:creationId xmlns:a16="http://schemas.microsoft.com/office/drawing/2014/main" id="{ABAD8ECC-07F9-227A-C2F5-596E11FFED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151" y="5192507"/>
                <a:ext cx="733423" cy="53474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28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7" name="Titel 1">
                <a:extLst>
                  <a:ext uri="{FF2B5EF4-FFF2-40B4-BE49-F238E27FC236}">
                    <a16:creationId xmlns:a16="http://schemas.microsoft.com/office/drawing/2014/main" id="{ABAD8ECC-07F9-227A-C2F5-596E11FFE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51" y="5192507"/>
                <a:ext cx="733423" cy="534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el 1">
            <a:extLst>
              <a:ext uri="{FF2B5EF4-FFF2-40B4-BE49-F238E27FC236}">
                <a16:creationId xmlns:a16="http://schemas.microsoft.com/office/drawing/2014/main" id="{E1075D0D-A357-E586-0BAE-DC545382E901}"/>
              </a:ext>
            </a:extLst>
          </p:cNvPr>
          <p:cNvSpPr txBox="1">
            <a:spLocks/>
          </p:cNvSpPr>
          <p:nvPr/>
        </p:nvSpPr>
        <p:spPr>
          <a:xfrm>
            <a:off x="138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F2D20283-9C89-A694-5CA4-8B86CA45298B}"/>
              </a:ext>
            </a:extLst>
          </p:cNvPr>
          <p:cNvSpPr txBox="1">
            <a:spLocks/>
          </p:cNvSpPr>
          <p:nvPr/>
        </p:nvSpPr>
        <p:spPr>
          <a:xfrm>
            <a:off x="210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D75BFF78-EB39-9060-856B-3426EAE57F8D}"/>
              </a:ext>
            </a:extLst>
          </p:cNvPr>
          <p:cNvSpPr txBox="1">
            <a:spLocks/>
          </p:cNvSpPr>
          <p:nvPr/>
        </p:nvSpPr>
        <p:spPr>
          <a:xfrm>
            <a:off x="138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5FB9001B-2B69-F979-6B77-ACD119BE141F}"/>
              </a:ext>
            </a:extLst>
          </p:cNvPr>
          <p:cNvSpPr txBox="1">
            <a:spLocks/>
          </p:cNvSpPr>
          <p:nvPr/>
        </p:nvSpPr>
        <p:spPr>
          <a:xfrm>
            <a:off x="282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746D8E37-B403-BF22-8F20-D1FD70426B19}"/>
              </a:ext>
            </a:extLst>
          </p:cNvPr>
          <p:cNvSpPr txBox="1">
            <a:spLocks/>
          </p:cNvSpPr>
          <p:nvPr/>
        </p:nvSpPr>
        <p:spPr>
          <a:xfrm>
            <a:off x="3547050" y="3706319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19B062CD-31F8-C7DA-A5E4-1C1FB468C332}"/>
              </a:ext>
            </a:extLst>
          </p:cNvPr>
          <p:cNvSpPr txBox="1">
            <a:spLocks/>
          </p:cNvSpPr>
          <p:nvPr/>
        </p:nvSpPr>
        <p:spPr>
          <a:xfrm>
            <a:off x="498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A2FF3DE9-5D6B-6429-BB0F-277997828AB6}"/>
              </a:ext>
            </a:extLst>
          </p:cNvPr>
          <p:cNvSpPr txBox="1">
            <a:spLocks/>
          </p:cNvSpPr>
          <p:nvPr/>
        </p:nvSpPr>
        <p:spPr>
          <a:xfrm>
            <a:off x="498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8F4B5557-BAE1-9BA0-56E7-A3C2746763E7}"/>
              </a:ext>
            </a:extLst>
          </p:cNvPr>
          <p:cNvSpPr txBox="1">
            <a:spLocks/>
          </p:cNvSpPr>
          <p:nvPr/>
        </p:nvSpPr>
        <p:spPr>
          <a:xfrm>
            <a:off x="570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66017979-55BB-6A6C-D2D9-14E7F25BE734}"/>
              </a:ext>
            </a:extLst>
          </p:cNvPr>
          <p:cNvSpPr txBox="1">
            <a:spLocks/>
          </p:cNvSpPr>
          <p:nvPr/>
        </p:nvSpPr>
        <p:spPr>
          <a:xfrm>
            <a:off x="642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A1C57061-67F8-77BA-DD74-72BA4E4BE0C8}"/>
              </a:ext>
            </a:extLst>
          </p:cNvPr>
          <p:cNvSpPr txBox="1">
            <a:spLocks/>
          </p:cNvSpPr>
          <p:nvPr/>
        </p:nvSpPr>
        <p:spPr>
          <a:xfrm>
            <a:off x="2791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F0578049-03E0-8424-65FA-3C6A12D77969}"/>
              </a:ext>
            </a:extLst>
          </p:cNvPr>
          <p:cNvSpPr txBox="1">
            <a:spLocks/>
          </p:cNvSpPr>
          <p:nvPr/>
        </p:nvSpPr>
        <p:spPr>
          <a:xfrm>
            <a:off x="354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0FBCF7D1-F652-5F5A-D63A-2D29ABB7E50C}"/>
              </a:ext>
            </a:extLst>
          </p:cNvPr>
          <p:cNvSpPr txBox="1">
            <a:spLocks/>
          </p:cNvSpPr>
          <p:nvPr/>
        </p:nvSpPr>
        <p:spPr>
          <a:xfrm>
            <a:off x="426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2" name="Titel 1">
            <a:extLst>
              <a:ext uri="{FF2B5EF4-FFF2-40B4-BE49-F238E27FC236}">
                <a16:creationId xmlns:a16="http://schemas.microsoft.com/office/drawing/2014/main" id="{66CFA5C4-FA0A-D1B4-2ED8-100A9787CA3B}"/>
              </a:ext>
            </a:extLst>
          </p:cNvPr>
          <p:cNvSpPr txBox="1">
            <a:spLocks/>
          </p:cNvSpPr>
          <p:nvPr/>
        </p:nvSpPr>
        <p:spPr>
          <a:xfrm>
            <a:off x="498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3" name="Titel 1">
            <a:extLst>
              <a:ext uri="{FF2B5EF4-FFF2-40B4-BE49-F238E27FC236}">
                <a16:creationId xmlns:a16="http://schemas.microsoft.com/office/drawing/2014/main" id="{1200A915-5379-5712-161F-DDC55A875C37}"/>
              </a:ext>
            </a:extLst>
          </p:cNvPr>
          <p:cNvSpPr txBox="1">
            <a:spLocks/>
          </p:cNvSpPr>
          <p:nvPr/>
        </p:nvSpPr>
        <p:spPr>
          <a:xfrm>
            <a:off x="570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AA1EF603-1C6F-45BD-8826-123F7D77E840}"/>
              </a:ext>
            </a:extLst>
          </p:cNvPr>
          <p:cNvSpPr txBox="1">
            <a:spLocks/>
          </p:cNvSpPr>
          <p:nvPr/>
        </p:nvSpPr>
        <p:spPr>
          <a:xfrm>
            <a:off x="210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5" name="Titel 1">
            <a:extLst>
              <a:ext uri="{FF2B5EF4-FFF2-40B4-BE49-F238E27FC236}">
                <a16:creationId xmlns:a16="http://schemas.microsoft.com/office/drawing/2014/main" id="{3835D6DA-5D97-4AB6-51A8-304A14838B35}"/>
              </a:ext>
            </a:extLst>
          </p:cNvPr>
          <p:cNvSpPr txBox="1">
            <a:spLocks/>
          </p:cNvSpPr>
          <p:nvPr/>
        </p:nvSpPr>
        <p:spPr>
          <a:xfrm>
            <a:off x="282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7" name="Titel 1">
            <a:extLst>
              <a:ext uri="{FF2B5EF4-FFF2-40B4-BE49-F238E27FC236}">
                <a16:creationId xmlns:a16="http://schemas.microsoft.com/office/drawing/2014/main" id="{C6250D31-DF8F-9675-1A8C-FA7BA74B9D49}"/>
              </a:ext>
            </a:extLst>
          </p:cNvPr>
          <p:cNvSpPr txBox="1">
            <a:spLocks/>
          </p:cNvSpPr>
          <p:nvPr/>
        </p:nvSpPr>
        <p:spPr>
          <a:xfrm>
            <a:off x="354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itel 1">
            <a:extLst>
              <a:ext uri="{FF2B5EF4-FFF2-40B4-BE49-F238E27FC236}">
                <a16:creationId xmlns:a16="http://schemas.microsoft.com/office/drawing/2014/main" id="{0CCD0990-0FEC-5092-CB7B-D7F1B108FDD8}"/>
              </a:ext>
            </a:extLst>
          </p:cNvPr>
          <p:cNvSpPr txBox="1">
            <a:spLocks/>
          </p:cNvSpPr>
          <p:nvPr/>
        </p:nvSpPr>
        <p:spPr>
          <a:xfrm>
            <a:off x="426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60550F36-B614-65DE-282B-E6D710144769}"/>
              </a:ext>
            </a:extLst>
          </p:cNvPr>
          <p:cNvSpPr txBox="1">
            <a:spLocks/>
          </p:cNvSpPr>
          <p:nvPr/>
        </p:nvSpPr>
        <p:spPr>
          <a:xfrm>
            <a:off x="4266851" y="3706319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1" name="Titel 1">
            <a:extLst>
              <a:ext uri="{FF2B5EF4-FFF2-40B4-BE49-F238E27FC236}">
                <a16:creationId xmlns:a16="http://schemas.microsoft.com/office/drawing/2014/main" id="{E355D9E0-D2D4-249A-1C40-A273940CAA97}"/>
              </a:ext>
            </a:extLst>
          </p:cNvPr>
          <p:cNvSpPr txBox="1">
            <a:spLocks/>
          </p:cNvSpPr>
          <p:nvPr/>
        </p:nvSpPr>
        <p:spPr>
          <a:xfrm>
            <a:off x="570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2" name="Titel 1">
            <a:extLst>
              <a:ext uri="{FF2B5EF4-FFF2-40B4-BE49-F238E27FC236}">
                <a16:creationId xmlns:a16="http://schemas.microsoft.com/office/drawing/2014/main" id="{BC03EB56-F28B-DFBF-437F-EC70D10B3861}"/>
              </a:ext>
            </a:extLst>
          </p:cNvPr>
          <p:cNvSpPr txBox="1">
            <a:spLocks/>
          </p:cNvSpPr>
          <p:nvPr/>
        </p:nvSpPr>
        <p:spPr>
          <a:xfrm>
            <a:off x="642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8" name="Titel 1">
            <a:extLst>
              <a:ext uri="{FF2B5EF4-FFF2-40B4-BE49-F238E27FC236}">
                <a16:creationId xmlns:a16="http://schemas.microsoft.com/office/drawing/2014/main" id="{52E2FDC1-7430-9859-E5EB-9B9432CF9151}"/>
              </a:ext>
            </a:extLst>
          </p:cNvPr>
          <p:cNvSpPr txBox="1">
            <a:spLocks/>
          </p:cNvSpPr>
          <p:nvPr/>
        </p:nvSpPr>
        <p:spPr>
          <a:xfrm>
            <a:off x="138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67964023-4F00-4C28-F2F6-C281B4FAEA4B}"/>
              </a:ext>
            </a:extLst>
          </p:cNvPr>
          <p:cNvSpPr txBox="1">
            <a:spLocks/>
          </p:cNvSpPr>
          <p:nvPr/>
        </p:nvSpPr>
        <p:spPr>
          <a:xfrm>
            <a:off x="210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0" name="Titel 1">
            <a:extLst>
              <a:ext uri="{FF2B5EF4-FFF2-40B4-BE49-F238E27FC236}">
                <a16:creationId xmlns:a16="http://schemas.microsoft.com/office/drawing/2014/main" id="{B2AFA54B-F4F0-BCCE-378F-1CFE81CEED1B}"/>
              </a:ext>
            </a:extLst>
          </p:cNvPr>
          <p:cNvSpPr txBox="1">
            <a:spLocks/>
          </p:cNvSpPr>
          <p:nvPr/>
        </p:nvSpPr>
        <p:spPr>
          <a:xfrm>
            <a:off x="642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81" name="Gerader Verbinder 80">
            <a:extLst>
              <a:ext uri="{FF2B5EF4-FFF2-40B4-BE49-F238E27FC236}">
                <a16:creationId xmlns:a16="http://schemas.microsoft.com/office/drawing/2014/main" id="{287E521B-4CFA-19D6-2394-7A690DBF1077}"/>
              </a:ext>
            </a:extLst>
          </p:cNvPr>
          <p:cNvCxnSpPr>
            <a:cxnSpLocks/>
          </p:cNvCxnSpPr>
          <p:nvPr/>
        </p:nvCxnSpPr>
        <p:spPr>
          <a:xfrm>
            <a:off x="512400" y="5149307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630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AB504-572B-077C-A815-5F263EE2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56D5E8E3-FDBB-DDAC-4925-FF992595CA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56D5E8E3-FDBB-DDAC-4925-FF992595C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87E92659-EEDE-556A-3D4A-62A8DAD6246F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D99B498E-3C40-38EC-7BA4-5052528231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AbdStr</a:t>
                </a:r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32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= AbdStr(A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B</a:t>
                </a:r>
                <a:r>
                  <a:rPr lang="de-DE" sz="3200" b="1" dirty="0"/>
                  <a:t>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C) </a:t>
                </a: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D99B498E-3C40-38EC-7BA4-5052528231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  <a:blipFill>
                <a:blip r:embed="rId3"/>
                <a:stretch>
                  <a:fillRect t="-5932" b="-135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el 1">
            <a:extLst>
              <a:ext uri="{FF2B5EF4-FFF2-40B4-BE49-F238E27FC236}">
                <a16:creationId xmlns:a16="http://schemas.microsoft.com/office/drawing/2014/main" id="{3BE5492C-B4E4-74FB-E328-EE6FD0A0372A}"/>
              </a:ext>
            </a:extLst>
          </p:cNvPr>
          <p:cNvSpPr txBox="1">
            <a:spLocks/>
          </p:cNvSpPr>
          <p:nvPr/>
        </p:nvSpPr>
        <p:spPr>
          <a:xfrm>
            <a:off x="3609975" y="1295400"/>
            <a:ext cx="89154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= AbdStr(A)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(B)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(C)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E287B7F-5875-E2E0-5A8C-42DB0986A5C5}"/>
              </a:ext>
            </a:extLst>
          </p:cNvPr>
          <p:cNvSpPr txBox="1"/>
          <p:nvPr/>
        </p:nvSpPr>
        <p:spPr>
          <a:xfrm>
            <a:off x="1429794" y="307906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C792F822-6F7D-10ED-F679-95952554F017}"/>
              </a:ext>
            </a:extLst>
          </p:cNvPr>
          <p:cNvCxnSpPr>
            <a:cxnSpLocks/>
          </p:cNvCxnSpPr>
          <p:nvPr/>
        </p:nvCxnSpPr>
        <p:spPr>
          <a:xfrm>
            <a:off x="123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7D7C68C-6F6F-7941-B978-387FF71D971B}"/>
              </a:ext>
            </a:extLst>
          </p:cNvPr>
          <p:cNvCxnSpPr>
            <a:cxnSpLocks/>
          </p:cNvCxnSpPr>
          <p:nvPr/>
        </p:nvCxnSpPr>
        <p:spPr>
          <a:xfrm>
            <a:off x="195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061A7DF1-2EF1-679F-44A3-E9BFFEB7983E}"/>
              </a:ext>
            </a:extLst>
          </p:cNvPr>
          <p:cNvCxnSpPr>
            <a:cxnSpLocks/>
          </p:cNvCxnSpPr>
          <p:nvPr/>
        </p:nvCxnSpPr>
        <p:spPr>
          <a:xfrm>
            <a:off x="267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871F8B62-5452-F2D4-4A8A-01EC7356A5DC}"/>
              </a:ext>
            </a:extLst>
          </p:cNvPr>
          <p:cNvCxnSpPr>
            <a:cxnSpLocks/>
          </p:cNvCxnSpPr>
          <p:nvPr/>
        </p:nvCxnSpPr>
        <p:spPr>
          <a:xfrm>
            <a:off x="339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8276EE14-5980-F431-3D0A-00676A3EB846}"/>
              </a:ext>
            </a:extLst>
          </p:cNvPr>
          <p:cNvCxnSpPr>
            <a:cxnSpLocks/>
          </p:cNvCxnSpPr>
          <p:nvPr/>
        </p:nvCxnSpPr>
        <p:spPr>
          <a:xfrm>
            <a:off x="411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11FA088-1CD2-2E27-457D-8B38B1181D5C}"/>
              </a:ext>
            </a:extLst>
          </p:cNvPr>
          <p:cNvCxnSpPr>
            <a:cxnSpLocks/>
          </p:cNvCxnSpPr>
          <p:nvPr/>
        </p:nvCxnSpPr>
        <p:spPr>
          <a:xfrm>
            <a:off x="483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04EE058F-0683-789B-44EF-17203D9E6481}"/>
              </a:ext>
            </a:extLst>
          </p:cNvPr>
          <p:cNvCxnSpPr>
            <a:cxnSpLocks/>
          </p:cNvCxnSpPr>
          <p:nvPr/>
        </p:nvCxnSpPr>
        <p:spPr>
          <a:xfrm>
            <a:off x="555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EAA9A0C5-390D-31F8-8530-ACC96433F555}"/>
              </a:ext>
            </a:extLst>
          </p:cNvPr>
          <p:cNvCxnSpPr>
            <a:cxnSpLocks/>
          </p:cNvCxnSpPr>
          <p:nvPr/>
        </p:nvCxnSpPr>
        <p:spPr>
          <a:xfrm>
            <a:off x="627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0AD641BE-54A0-E9FA-80B4-758C66F268E6}"/>
              </a:ext>
            </a:extLst>
          </p:cNvPr>
          <p:cNvCxnSpPr>
            <a:cxnSpLocks/>
          </p:cNvCxnSpPr>
          <p:nvPr/>
        </p:nvCxnSpPr>
        <p:spPr>
          <a:xfrm>
            <a:off x="699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4A5FDEE5-C485-DD4F-4A09-7F7DA5BA2338}"/>
              </a:ext>
            </a:extLst>
          </p:cNvPr>
          <p:cNvCxnSpPr>
            <a:cxnSpLocks/>
          </p:cNvCxnSpPr>
          <p:nvPr/>
        </p:nvCxnSpPr>
        <p:spPr>
          <a:xfrm>
            <a:off x="512400" y="366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8ED65D2E-2ADC-D5F9-E163-39B8847EB75F}"/>
              </a:ext>
            </a:extLst>
          </p:cNvPr>
          <p:cNvCxnSpPr>
            <a:cxnSpLocks/>
          </p:cNvCxnSpPr>
          <p:nvPr/>
        </p:nvCxnSpPr>
        <p:spPr>
          <a:xfrm>
            <a:off x="51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7A430F05-7868-0EF5-DF74-A1529E6E07E9}"/>
              </a:ext>
            </a:extLst>
          </p:cNvPr>
          <p:cNvCxnSpPr>
            <a:cxnSpLocks/>
          </p:cNvCxnSpPr>
          <p:nvPr/>
        </p:nvCxnSpPr>
        <p:spPr>
          <a:xfrm>
            <a:off x="512400" y="294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C0218096-C9C6-2E8D-3826-EF05F6BE32A0}"/>
              </a:ext>
            </a:extLst>
          </p:cNvPr>
          <p:cNvCxnSpPr>
            <a:cxnSpLocks/>
          </p:cNvCxnSpPr>
          <p:nvPr/>
        </p:nvCxnSpPr>
        <p:spPr>
          <a:xfrm>
            <a:off x="512400" y="438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B3B0B6DF-CCAE-DE5E-56C1-ED09F4640BF7}"/>
              </a:ext>
            </a:extLst>
          </p:cNvPr>
          <p:cNvCxnSpPr>
            <a:cxnSpLocks/>
          </p:cNvCxnSpPr>
          <p:nvPr/>
        </p:nvCxnSpPr>
        <p:spPr>
          <a:xfrm>
            <a:off x="512400" y="510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4C074F1B-E397-F3E3-8D9C-86D6B0E1E946}"/>
              </a:ext>
            </a:extLst>
          </p:cNvPr>
          <p:cNvCxnSpPr>
            <a:cxnSpLocks/>
          </p:cNvCxnSpPr>
          <p:nvPr/>
        </p:nvCxnSpPr>
        <p:spPr>
          <a:xfrm>
            <a:off x="512400" y="582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4C14D9CD-8475-C697-803E-C851DA181665}"/>
              </a:ext>
            </a:extLst>
          </p:cNvPr>
          <p:cNvSpPr>
            <a:spLocks noChangeAspect="1"/>
          </p:cNvSpPr>
          <p:nvPr/>
        </p:nvSpPr>
        <p:spPr>
          <a:xfrm>
            <a:off x="609750" y="37503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5B2EF398-7D7F-4069-ED1E-91D8043BDB42}"/>
              </a:ext>
            </a:extLst>
          </p:cNvPr>
          <p:cNvSpPr>
            <a:spLocks noChangeAspect="1"/>
          </p:cNvSpPr>
          <p:nvPr/>
        </p:nvSpPr>
        <p:spPr>
          <a:xfrm>
            <a:off x="617100" y="44680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758D16CB-5F66-3145-C9F3-FB2B6E63B18B}"/>
              </a:ext>
            </a:extLst>
          </p:cNvPr>
          <p:cNvSpPr>
            <a:spLocks noChangeAspect="1"/>
          </p:cNvSpPr>
          <p:nvPr/>
        </p:nvSpPr>
        <p:spPr>
          <a:xfrm>
            <a:off x="605850" y="30303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itel 1">
                <a:extLst>
                  <a:ext uri="{FF2B5EF4-FFF2-40B4-BE49-F238E27FC236}">
                    <a16:creationId xmlns:a16="http://schemas.microsoft.com/office/drawing/2014/main" id="{B198098F-DCA8-E1B1-3204-108CEB3873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151" y="5192507"/>
                <a:ext cx="733423" cy="53474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28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7" name="Titel 1">
                <a:extLst>
                  <a:ext uri="{FF2B5EF4-FFF2-40B4-BE49-F238E27FC236}">
                    <a16:creationId xmlns:a16="http://schemas.microsoft.com/office/drawing/2014/main" id="{B198098F-DCA8-E1B1-3204-108CEB3873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51" y="5192507"/>
                <a:ext cx="733423" cy="534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el 1">
            <a:extLst>
              <a:ext uri="{FF2B5EF4-FFF2-40B4-BE49-F238E27FC236}">
                <a16:creationId xmlns:a16="http://schemas.microsoft.com/office/drawing/2014/main" id="{472D8D61-FF97-878D-8A59-EF7437C455DA}"/>
              </a:ext>
            </a:extLst>
          </p:cNvPr>
          <p:cNvSpPr txBox="1">
            <a:spLocks/>
          </p:cNvSpPr>
          <p:nvPr/>
        </p:nvSpPr>
        <p:spPr>
          <a:xfrm>
            <a:off x="138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6E904412-7F3D-C7CB-D51F-C51F5216D0FE}"/>
              </a:ext>
            </a:extLst>
          </p:cNvPr>
          <p:cNvSpPr txBox="1">
            <a:spLocks/>
          </p:cNvSpPr>
          <p:nvPr/>
        </p:nvSpPr>
        <p:spPr>
          <a:xfrm>
            <a:off x="210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ECA24800-3D93-5683-FE08-3E569F1D7B66}"/>
              </a:ext>
            </a:extLst>
          </p:cNvPr>
          <p:cNvSpPr txBox="1">
            <a:spLocks/>
          </p:cNvSpPr>
          <p:nvPr/>
        </p:nvSpPr>
        <p:spPr>
          <a:xfrm>
            <a:off x="138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7B13F484-9382-21B6-A055-A2C58AE6A04B}"/>
              </a:ext>
            </a:extLst>
          </p:cNvPr>
          <p:cNvSpPr txBox="1">
            <a:spLocks/>
          </p:cNvSpPr>
          <p:nvPr/>
        </p:nvSpPr>
        <p:spPr>
          <a:xfrm>
            <a:off x="282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1EF54EB1-C278-16EF-1D7B-8062E68680D2}"/>
              </a:ext>
            </a:extLst>
          </p:cNvPr>
          <p:cNvSpPr txBox="1">
            <a:spLocks/>
          </p:cNvSpPr>
          <p:nvPr/>
        </p:nvSpPr>
        <p:spPr>
          <a:xfrm>
            <a:off x="3547050" y="3706319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A27DAF9A-2179-14FA-1C12-55C0D7861C62}"/>
              </a:ext>
            </a:extLst>
          </p:cNvPr>
          <p:cNvSpPr txBox="1">
            <a:spLocks/>
          </p:cNvSpPr>
          <p:nvPr/>
        </p:nvSpPr>
        <p:spPr>
          <a:xfrm>
            <a:off x="498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BA64370-A441-833E-2795-E24BBA983CFB}"/>
              </a:ext>
            </a:extLst>
          </p:cNvPr>
          <p:cNvSpPr txBox="1">
            <a:spLocks/>
          </p:cNvSpPr>
          <p:nvPr/>
        </p:nvSpPr>
        <p:spPr>
          <a:xfrm>
            <a:off x="498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659F4E1D-FAF3-A62F-3AA8-5BC0DA3753A4}"/>
              </a:ext>
            </a:extLst>
          </p:cNvPr>
          <p:cNvSpPr txBox="1">
            <a:spLocks/>
          </p:cNvSpPr>
          <p:nvPr/>
        </p:nvSpPr>
        <p:spPr>
          <a:xfrm>
            <a:off x="570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C257D052-7C3E-A67C-594A-446497C071F5}"/>
              </a:ext>
            </a:extLst>
          </p:cNvPr>
          <p:cNvSpPr txBox="1">
            <a:spLocks/>
          </p:cNvSpPr>
          <p:nvPr/>
        </p:nvSpPr>
        <p:spPr>
          <a:xfrm>
            <a:off x="642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5760649E-74F8-A216-39EE-07A45B5A726D}"/>
              </a:ext>
            </a:extLst>
          </p:cNvPr>
          <p:cNvSpPr txBox="1">
            <a:spLocks/>
          </p:cNvSpPr>
          <p:nvPr/>
        </p:nvSpPr>
        <p:spPr>
          <a:xfrm>
            <a:off x="2791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D5F1E685-0F35-27F5-0F21-1910A278B21C}"/>
              </a:ext>
            </a:extLst>
          </p:cNvPr>
          <p:cNvSpPr txBox="1">
            <a:spLocks/>
          </p:cNvSpPr>
          <p:nvPr/>
        </p:nvSpPr>
        <p:spPr>
          <a:xfrm>
            <a:off x="354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6AEE0584-31BE-61B6-C94E-3DDD2932E303}"/>
              </a:ext>
            </a:extLst>
          </p:cNvPr>
          <p:cNvSpPr txBox="1">
            <a:spLocks/>
          </p:cNvSpPr>
          <p:nvPr/>
        </p:nvSpPr>
        <p:spPr>
          <a:xfrm>
            <a:off x="426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2" name="Titel 1">
            <a:extLst>
              <a:ext uri="{FF2B5EF4-FFF2-40B4-BE49-F238E27FC236}">
                <a16:creationId xmlns:a16="http://schemas.microsoft.com/office/drawing/2014/main" id="{8B80BF08-1917-116E-E9F3-B74BF44E0712}"/>
              </a:ext>
            </a:extLst>
          </p:cNvPr>
          <p:cNvSpPr txBox="1">
            <a:spLocks/>
          </p:cNvSpPr>
          <p:nvPr/>
        </p:nvSpPr>
        <p:spPr>
          <a:xfrm>
            <a:off x="498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3" name="Titel 1">
            <a:extLst>
              <a:ext uri="{FF2B5EF4-FFF2-40B4-BE49-F238E27FC236}">
                <a16:creationId xmlns:a16="http://schemas.microsoft.com/office/drawing/2014/main" id="{5BAB2D76-8706-69FD-0FC0-EFE48C187778}"/>
              </a:ext>
            </a:extLst>
          </p:cNvPr>
          <p:cNvSpPr txBox="1">
            <a:spLocks/>
          </p:cNvSpPr>
          <p:nvPr/>
        </p:nvSpPr>
        <p:spPr>
          <a:xfrm>
            <a:off x="570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78F059C2-E5AF-2F55-7C78-B46FD76681A8}"/>
              </a:ext>
            </a:extLst>
          </p:cNvPr>
          <p:cNvSpPr txBox="1">
            <a:spLocks/>
          </p:cNvSpPr>
          <p:nvPr/>
        </p:nvSpPr>
        <p:spPr>
          <a:xfrm>
            <a:off x="210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5" name="Titel 1">
            <a:extLst>
              <a:ext uri="{FF2B5EF4-FFF2-40B4-BE49-F238E27FC236}">
                <a16:creationId xmlns:a16="http://schemas.microsoft.com/office/drawing/2014/main" id="{711CC0CB-8EF6-E604-C4C3-1AFBA47A9EF2}"/>
              </a:ext>
            </a:extLst>
          </p:cNvPr>
          <p:cNvSpPr txBox="1">
            <a:spLocks/>
          </p:cNvSpPr>
          <p:nvPr/>
        </p:nvSpPr>
        <p:spPr>
          <a:xfrm>
            <a:off x="282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7" name="Titel 1">
            <a:extLst>
              <a:ext uri="{FF2B5EF4-FFF2-40B4-BE49-F238E27FC236}">
                <a16:creationId xmlns:a16="http://schemas.microsoft.com/office/drawing/2014/main" id="{02AB5BEC-130D-237B-EF68-4C9D4FFD184B}"/>
              </a:ext>
            </a:extLst>
          </p:cNvPr>
          <p:cNvSpPr txBox="1">
            <a:spLocks/>
          </p:cNvSpPr>
          <p:nvPr/>
        </p:nvSpPr>
        <p:spPr>
          <a:xfrm>
            <a:off x="354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itel 1">
            <a:extLst>
              <a:ext uri="{FF2B5EF4-FFF2-40B4-BE49-F238E27FC236}">
                <a16:creationId xmlns:a16="http://schemas.microsoft.com/office/drawing/2014/main" id="{5641E4E2-B642-F05A-5A1C-4B75E581CBC0}"/>
              </a:ext>
            </a:extLst>
          </p:cNvPr>
          <p:cNvSpPr txBox="1">
            <a:spLocks/>
          </p:cNvSpPr>
          <p:nvPr/>
        </p:nvSpPr>
        <p:spPr>
          <a:xfrm>
            <a:off x="426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1161B365-B911-4335-34D5-90D4F4ADECF5}"/>
              </a:ext>
            </a:extLst>
          </p:cNvPr>
          <p:cNvSpPr txBox="1">
            <a:spLocks/>
          </p:cNvSpPr>
          <p:nvPr/>
        </p:nvSpPr>
        <p:spPr>
          <a:xfrm>
            <a:off x="4266851" y="3706319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1" name="Titel 1">
            <a:extLst>
              <a:ext uri="{FF2B5EF4-FFF2-40B4-BE49-F238E27FC236}">
                <a16:creationId xmlns:a16="http://schemas.microsoft.com/office/drawing/2014/main" id="{B48D1A40-1C5A-5AC8-F0E3-6C949E83DD41}"/>
              </a:ext>
            </a:extLst>
          </p:cNvPr>
          <p:cNvSpPr txBox="1">
            <a:spLocks/>
          </p:cNvSpPr>
          <p:nvPr/>
        </p:nvSpPr>
        <p:spPr>
          <a:xfrm>
            <a:off x="570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2" name="Titel 1">
            <a:extLst>
              <a:ext uri="{FF2B5EF4-FFF2-40B4-BE49-F238E27FC236}">
                <a16:creationId xmlns:a16="http://schemas.microsoft.com/office/drawing/2014/main" id="{7E71B9A1-C22F-8F0E-8DAE-293AF654D2F3}"/>
              </a:ext>
            </a:extLst>
          </p:cNvPr>
          <p:cNvSpPr txBox="1">
            <a:spLocks/>
          </p:cNvSpPr>
          <p:nvPr/>
        </p:nvSpPr>
        <p:spPr>
          <a:xfrm>
            <a:off x="642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8" name="Titel 1">
            <a:extLst>
              <a:ext uri="{FF2B5EF4-FFF2-40B4-BE49-F238E27FC236}">
                <a16:creationId xmlns:a16="http://schemas.microsoft.com/office/drawing/2014/main" id="{1FBBCAE0-6ACE-D711-5FE0-6FBECE7885BB}"/>
              </a:ext>
            </a:extLst>
          </p:cNvPr>
          <p:cNvSpPr txBox="1">
            <a:spLocks/>
          </p:cNvSpPr>
          <p:nvPr/>
        </p:nvSpPr>
        <p:spPr>
          <a:xfrm>
            <a:off x="138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90568B94-B593-945D-E996-C431B27770AC}"/>
              </a:ext>
            </a:extLst>
          </p:cNvPr>
          <p:cNvSpPr txBox="1">
            <a:spLocks/>
          </p:cNvSpPr>
          <p:nvPr/>
        </p:nvSpPr>
        <p:spPr>
          <a:xfrm>
            <a:off x="210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0" name="Titel 1">
            <a:extLst>
              <a:ext uri="{FF2B5EF4-FFF2-40B4-BE49-F238E27FC236}">
                <a16:creationId xmlns:a16="http://schemas.microsoft.com/office/drawing/2014/main" id="{ED9D5E6A-57B6-11BC-1DBA-F89E0ED5EB7B}"/>
              </a:ext>
            </a:extLst>
          </p:cNvPr>
          <p:cNvSpPr txBox="1">
            <a:spLocks/>
          </p:cNvSpPr>
          <p:nvPr/>
        </p:nvSpPr>
        <p:spPr>
          <a:xfrm>
            <a:off x="642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8B7A68CC-75BF-BDFA-E976-B0EDC1A9AF2D}"/>
              </a:ext>
            </a:extLst>
          </p:cNvPr>
          <p:cNvSpPr txBox="1">
            <a:spLocks/>
          </p:cNvSpPr>
          <p:nvPr/>
        </p:nvSpPr>
        <p:spPr>
          <a:xfrm>
            <a:off x="2791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2BC866B0-FA05-4F39-136C-A1AC42AD1D59}"/>
              </a:ext>
            </a:extLst>
          </p:cNvPr>
          <p:cNvSpPr txBox="1">
            <a:spLocks/>
          </p:cNvSpPr>
          <p:nvPr/>
        </p:nvSpPr>
        <p:spPr>
          <a:xfrm>
            <a:off x="354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E19059DE-0E7F-7D94-0AF5-988BF2961358}"/>
              </a:ext>
            </a:extLst>
          </p:cNvPr>
          <p:cNvSpPr txBox="1">
            <a:spLocks/>
          </p:cNvSpPr>
          <p:nvPr/>
        </p:nvSpPr>
        <p:spPr>
          <a:xfrm>
            <a:off x="426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DB44133-9FCA-F7B6-E85D-86D2100B1BC4}"/>
              </a:ext>
            </a:extLst>
          </p:cNvPr>
          <p:cNvSpPr txBox="1">
            <a:spLocks/>
          </p:cNvSpPr>
          <p:nvPr/>
        </p:nvSpPr>
        <p:spPr>
          <a:xfrm>
            <a:off x="498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6B23A2F-79A7-DB27-F325-F86F4D9A8628}"/>
              </a:ext>
            </a:extLst>
          </p:cNvPr>
          <p:cNvSpPr txBox="1">
            <a:spLocks/>
          </p:cNvSpPr>
          <p:nvPr/>
        </p:nvSpPr>
        <p:spPr>
          <a:xfrm>
            <a:off x="570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FE8C434-B1C4-FB52-00C8-577858EDC8BB}"/>
              </a:ext>
            </a:extLst>
          </p:cNvPr>
          <p:cNvSpPr txBox="1">
            <a:spLocks/>
          </p:cNvSpPr>
          <p:nvPr/>
        </p:nvSpPr>
        <p:spPr>
          <a:xfrm>
            <a:off x="138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53F65B2-9FC1-9945-0791-F73B44E39FA2}"/>
              </a:ext>
            </a:extLst>
          </p:cNvPr>
          <p:cNvSpPr txBox="1">
            <a:spLocks/>
          </p:cNvSpPr>
          <p:nvPr/>
        </p:nvSpPr>
        <p:spPr>
          <a:xfrm>
            <a:off x="210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2BBE5984-AE72-F992-8E84-1DA1177CD043}"/>
              </a:ext>
            </a:extLst>
          </p:cNvPr>
          <p:cNvSpPr txBox="1">
            <a:spLocks/>
          </p:cNvSpPr>
          <p:nvPr/>
        </p:nvSpPr>
        <p:spPr>
          <a:xfrm>
            <a:off x="642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E817A60D-E930-40BE-5BC7-E3358CE07CDC}"/>
              </a:ext>
            </a:extLst>
          </p:cNvPr>
          <p:cNvCxnSpPr>
            <a:cxnSpLocks/>
          </p:cNvCxnSpPr>
          <p:nvPr/>
        </p:nvCxnSpPr>
        <p:spPr>
          <a:xfrm>
            <a:off x="512400" y="5149307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0966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CF4CC-342C-6177-21B3-21ADE0EFA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hteck 55">
            <a:extLst>
              <a:ext uri="{FF2B5EF4-FFF2-40B4-BE49-F238E27FC236}">
                <a16:creationId xmlns:a16="http://schemas.microsoft.com/office/drawing/2014/main" id="{C3040BC1-F93E-AE39-CCE9-A6C144B53A9B}"/>
              </a:ext>
            </a:extLst>
          </p:cNvPr>
          <p:cNvSpPr/>
          <p:nvPr/>
        </p:nvSpPr>
        <p:spPr>
          <a:xfrm>
            <a:off x="7538922" y="2888341"/>
            <a:ext cx="4140677" cy="7199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AA0ED26-F55C-569C-C93D-FEBFCD5DAB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AA0ED26-F55C-569C-C93D-FEBFCD5DAB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87CAE425-196B-7176-1947-401F05CC7891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8376B43D-681F-30BF-F33E-B7FB01098E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320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AbdStr</a:t>
                </a:r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32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= AbdStr(A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B</a:t>
                </a:r>
                <a:r>
                  <a:rPr lang="de-DE" sz="3200" b="1" dirty="0"/>
                  <a:t> </a:t>
                </a:r>
                <a14:m>
                  <m:oMath xmlns:m="http://schemas.openxmlformats.org/officeDocument/2006/math">
                    <m:r>
                      <a:rPr lang="de-DE" sz="3200" b="1" dirty="0">
                        <a:latin typeface="Cambria Math" panose="02040503050406030204" pitchFamily="18" charset="0"/>
                      </a:rPr>
                      <m:t>∪</m:t>
                    </m:r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C) </a:t>
                </a: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8376B43D-681F-30BF-F33E-B7FB01098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7897" y="555625"/>
                <a:ext cx="6957377" cy="720000"/>
              </a:xfrm>
              <a:prstGeom prst="rect">
                <a:avLst/>
              </a:prstGeom>
              <a:blipFill>
                <a:blip r:embed="rId3"/>
                <a:stretch>
                  <a:fillRect t="-5932" b="-1355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itel 1">
            <a:extLst>
              <a:ext uri="{FF2B5EF4-FFF2-40B4-BE49-F238E27FC236}">
                <a16:creationId xmlns:a16="http://schemas.microsoft.com/office/drawing/2014/main" id="{9859F131-032D-1D05-733F-0343CF40E00B}"/>
              </a:ext>
            </a:extLst>
          </p:cNvPr>
          <p:cNvSpPr txBox="1">
            <a:spLocks/>
          </p:cNvSpPr>
          <p:nvPr/>
        </p:nvSpPr>
        <p:spPr>
          <a:xfrm>
            <a:off x="3609975" y="1295400"/>
            <a:ext cx="89154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= AbdStr(A)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(B) OR </a:t>
            </a:r>
            <a:r>
              <a:rPr lang="de-DE" sz="3200" b="1" dirty="0" err="1">
                <a:latin typeface="Arial" panose="020B0604020202020204" pitchFamily="34" charset="0"/>
                <a:cs typeface="Arial" panose="020B0604020202020204" pitchFamily="34" charset="0"/>
              </a:rPr>
              <a:t>AbdStr</a:t>
            </a:r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(C) 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12E9583-4512-0C78-7B0B-2B0AC4233A25}"/>
              </a:ext>
            </a:extLst>
          </p:cNvPr>
          <p:cNvSpPr txBox="1"/>
          <p:nvPr/>
        </p:nvSpPr>
        <p:spPr>
          <a:xfrm>
            <a:off x="1429794" y="3079064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b="1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3CA22C8-0B8F-F5AD-F8AF-A10780A6C854}"/>
              </a:ext>
            </a:extLst>
          </p:cNvPr>
          <p:cNvCxnSpPr>
            <a:cxnSpLocks/>
          </p:cNvCxnSpPr>
          <p:nvPr/>
        </p:nvCxnSpPr>
        <p:spPr>
          <a:xfrm>
            <a:off x="123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5E6D9B2-E9CA-AB4C-32F8-EB22411AF36B}"/>
              </a:ext>
            </a:extLst>
          </p:cNvPr>
          <p:cNvCxnSpPr>
            <a:cxnSpLocks/>
          </p:cNvCxnSpPr>
          <p:nvPr/>
        </p:nvCxnSpPr>
        <p:spPr>
          <a:xfrm>
            <a:off x="195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2A1429EE-4624-357F-409F-5C2D6C36595A}"/>
              </a:ext>
            </a:extLst>
          </p:cNvPr>
          <p:cNvCxnSpPr>
            <a:cxnSpLocks/>
          </p:cNvCxnSpPr>
          <p:nvPr/>
        </p:nvCxnSpPr>
        <p:spPr>
          <a:xfrm>
            <a:off x="267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A80A3913-B28D-11D0-225A-8B5B1C0395EF}"/>
              </a:ext>
            </a:extLst>
          </p:cNvPr>
          <p:cNvCxnSpPr>
            <a:cxnSpLocks/>
          </p:cNvCxnSpPr>
          <p:nvPr/>
        </p:nvCxnSpPr>
        <p:spPr>
          <a:xfrm>
            <a:off x="339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F53F341A-00E8-4FEE-2974-83F04FECE65A}"/>
              </a:ext>
            </a:extLst>
          </p:cNvPr>
          <p:cNvCxnSpPr>
            <a:cxnSpLocks/>
          </p:cNvCxnSpPr>
          <p:nvPr/>
        </p:nvCxnSpPr>
        <p:spPr>
          <a:xfrm>
            <a:off x="411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E659CB9-CC30-CDAE-5211-55CA19C21B13}"/>
              </a:ext>
            </a:extLst>
          </p:cNvPr>
          <p:cNvCxnSpPr>
            <a:cxnSpLocks/>
          </p:cNvCxnSpPr>
          <p:nvPr/>
        </p:nvCxnSpPr>
        <p:spPr>
          <a:xfrm>
            <a:off x="483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F72997D6-6D68-B514-D487-BAFA25136E2F}"/>
              </a:ext>
            </a:extLst>
          </p:cNvPr>
          <p:cNvCxnSpPr>
            <a:cxnSpLocks/>
          </p:cNvCxnSpPr>
          <p:nvPr/>
        </p:nvCxnSpPr>
        <p:spPr>
          <a:xfrm>
            <a:off x="555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8ED49EE6-15F1-2120-E03F-572965F9A325}"/>
              </a:ext>
            </a:extLst>
          </p:cNvPr>
          <p:cNvCxnSpPr>
            <a:cxnSpLocks/>
          </p:cNvCxnSpPr>
          <p:nvPr/>
        </p:nvCxnSpPr>
        <p:spPr>
          <a:xfrm>
            <a:off x="627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2DE69444-1CEE-2098-30AD-B6987427BA43}"/>
              </a:ext>
            </a:extLst>
          </p:cNvPr>
          <p:cNvCxnSpPr>
            <a:cxnSpLocks/>
          </p:cNvCxnSpPr>
          <p:nvPr/>
        </p:nvCxnSpPr>
        <p:spPr>
          <a:xfrm>
            <a:off x="699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625198DC-3E96-1497-D9CE-69937AE1A018}"/>
              </a:ext>
            </a:extLst>
          </p:cNvPr>
          <p:cNvCxnSpPr>
            <a:cxnSpLocks/>
          </p:cNvCxnSpPr>
          <p:nvPr/>
        </p:nvCxnSpPr>
        <p:spPr>
          <a:xfrm>
            <a:off x="512400" y="366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4040EDE2-6F7E-0586-F01C-61172FAC150E}"/>
              </a:ext>
            </a:extLst>
          </p:cNvPr>
          <p:cNvCxnSpPr>
            <a:cxnSpLocks/>
          </p:cNvCxnSpPr>
          <p:nvPr/>
        </p:nvCxnSpPr>
        <p:spPr>
          <a:xfrm>
            <a:off x="512400" y="2940300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919CC517-F373-B786-1EAC-0A690C7078DB}"/>
              </a:ext>
            </a:extLst>
          </p:cNvPr>
          <p:cNvCxnSpPr>
            <a:cxnSpLocks/>
          </p:cNvCxnSpPr>
          <p:nvPr/>
        </p:nvCxnSpPr>
        <p:spPr>
          <a:xfrm>
            <a:off x="512400" y="294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13F5A00C-4FF3-AE20-13C3-B54D23E05303}"/>
              </a:ext>
            </a:extLst>
          </p:cNvPr>
          <p:cNvCxnSpPr>
            <a:cxnSpLocks/>
          </p:cNvCxnSpPr>
          <p:nvPr/>
        </p:nvCxnSpPr>
        <p:spPr>
          <a:xfrm>
            <a:off x="512400" y="438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E55BE8DC-CFA6-D2E3-72F7-BB1FD5FF9A1C}"/>
              </a:ext>
            </a:extLst>
          </p:cNvPr>
          <p:cNvCxnSpPr>
            <a:cxnSpLocks/>
          </p:cNvCxnSpPr>
          <p:nvPr/>
        </p:nvCxnSpPr>
        <p:spPr>
          <a:xfrm>
            <a:off x="512400" y="510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Gerader Verbinder 40">
            <a:extLst>
              <a:ext uri="{FF2B5EF4-FFF2-40B4-BE49-F238E27FC236}">
                <a16:creationId xmlns:a16="http://schemas.microsoft.com/office/drawing/2014/main" id="{0C1D1F8E-AEA0-408E-71D7-75CAB1146483}"/>
              </a:ext>
            </a:extLst>
          </p:cNvPr>
          <p:cNvCxnSpPr>
            <a:cxnSpLocks/>
          </p:cNvCxnSpPr>
          <p:nvPr/>
        </p:nvCxnSpPr>
        <p:spPr>
          <a:xfrm>
            <a:off x="512400" y="58203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Ellipse 45">
            <a:extLst>
              <a:ext uri="{FF2B5EF4-FFF2-40B4-BE49-F238E27FC236}">
                <a16:creationId xmlns:a16="http://schemas.microsoft.com/office/drawing/2014/main" id="{42728689-1FC7-E20A-0FA3-FFC9EE660392}"/>
              </a:ext>
            </a:extLst>
          </p:cNvPr>
          <p:cNvSpPr>
            <a:spLocks noChangeAspect="1"/>
          </p:cNvSpPr>
          <p:nvPr/>
        </p:nvSpPr>
        <p:spPr>
          <a:xfrm>
            <a:off x="609750" y="37503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49" name="Ellipse 48">
            <a:extLst>
              <a:ext uri="{FF2B5EF4-FFF2-40B4-BE49-F238E27FC236}">
                <a16:creationId xmlns:a16="http://schemas.microsoft.com/office/drawing/2014/main" id="{338A3544-FA03-CD9F-D039-38DE65278DE4}"/>
              </a:ext>
            </a:extLst>
          </p:cNvPr>
          <p:cNvSpPr>
            <a:spLocks noChangeAspect="1"/>
          </p:cNvSpPr>
          <p:nvPr/>
        </p:nvSpPr>
        <p:spPr>
          <a:xfrm>
            <a:off x="617100" y="4468094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6AA65393-3B0C-9335-8FE0-731BAB8B213F}"/>
              </a:ext>
            </a:extLst>
          </p:cNvPr>
          <p:cNvSpPr>
            <a:spLocks noChangeAspect="1"/>
          </p:cNvSpPr>
          <p:nvPr/>
        </p:nvSpPr>
        <p:spPr>
          <a:xfrm>
            <a:off x="605850" y="30303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itel 1">
                <a:extLst>
                  <a:ext uri="{FF2B5EF4-FFF2-40B4-BE49-F238E27FC236}">
                    <a16:creationId xmlns:a16="http://schemas.microsoft.com/office/drawing/2014/main" id="{5EA255BD-4ED3-9BF6-F23E-C282E3391D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7151" y="5192507"/>
                <a:ext cx="733423" cy="534744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8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28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7" name="Titel 1">
                <a:extLst>
                  <a:ext uri="{FF2B5EF4-FFF2-40B4-BE49-F238E27FC236}">
                    <a16:creationId xmlns:a16="http://schemas.microsoft.com/office/drawing/2014/main" id="{5EA255BD-4ED3-9BF6-F23E-C282E3391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151" y="5192507"/>
                <a:ext cx="733423" cy="5347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el 1">
            <a:extLst>
              <a:ext uri="{FF2B5EF4-FFF2-40B4-BE49-F238E27FC236}">
                <a16:creationId xmlns:a16="http://schemas.microsoft.com/office/drawing/2014/main" id="{82302F82-6DAB-E2B1-A859-9A39DC9EEAE2}"/>
              </a:ext>
            </a:extLst>
          </p:cNvPr>
          <p:cNvSpPr txBox="1">
            <a:spLocks/>
          </p:cNvSpPr>
          <p:nvPr/>
        </p:nvSpPr>
        <p:spPr>
          <a:xfrm>
            <a:off x="138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13043F85-2ED1-1B80-190F-21A0B966994C}"/>
              </a:ext>
            </a:extLst>
          </p:cNvPr>
          <p:cNvSpPr txBox="1">
            <a:spLocks/>
          </p:cNvSpPr>
          <p:nvPr/>
        </p:nvSpPr>
        <p:spPr>
          <a:xfrm>
            <a:off x="210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947B863B-99A2-6DFB-5637-E97FDB505B71}"/>
              </a:ext>
            </a:extLst>
          </p:cNvPr>
          <p:cNvSpPr txBox="1">
            <a:spLocks/>
          </p:cNvSpPr>
          <p:nvPr/>
        </p:nvSpPr>
        <p:spPr>
          <a:xfrm>
            <a:off x="138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569B5087-83A8-297B-40AB-5732B24E241B}"/>
              </a:ext>
            </a:extLst>
          </p:cNvPr>
          <p:cNvSpPr txBox="1">
            <a:spLocks/>
          </p:cNvSpPr>
          <p:nvPr/>
        </p:nvSpPr>
        <p:spPr>
          <a:xfrm>
            <a:off x="282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BCA1113-2E3A-5460-A645-8DA2DCBBA22B}"/>
              </a:ext>
            </a:extLst>
          </p:cNvPr>
          <p:cNvSpPr txBox="1">
            <a:spLocks/>
          </p:cNvSpPr>
          <p:nvPr/>
        </p:nvSpPr>
        <p:spPr>
          <a:xfrm>
            <a:off x="3547050" y="3706319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F6F1D57D-901D-38CC-84E1-FC33ADF89484}"/>
              </a:ext>
            </a:extLst>
          </p:cNvPr>
          <p:cNvSpPr txBox="1">
            <a:spLocks/>
          </p:cNvSpPr>
          <p:nvPr/>
        </p:nvSpPr>
        <p:spPr>
          <a:xfrm>
            <a:off x="498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5582DA81-F542-0548-BC85-5B01A87C8D65}"/>
              </a:ext>
            </a:extLst>
          </p:cNvPr>
          <p:cNvSpPr txBox="1">
            <a:spLocks/>
          </p:cNvSpPr>
          <p:nvPr/>
        </p:nvSpPr>
        <p:spPr>
          <a:xfrm>
            <a:off x="498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139D44BA-9DD5-01DE-000C-F858036BBC0E}"/>
              </a:ext>
            </a:extLst>
          </p:cNvPr>
          <p:cNvSpPr txBox="1">
            <a:spLocks/>
          </p:cNvSpPr>
          <p:nvPr/>
        </p:nvSpPr>
        <p:spPr>
          <a:xfrm>
            <a:off x="570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B81B3D57-4D22-A373-269C-CE10FD3C931D}"/>
              </a:ext>
            </a:extLst>
          </p:cNvPr>
          <p:cNvSpPr txBox="1">
            <a:spLocks/>
          </p:cNvSpPr>
          <p:nvPr/>
        </p:nvSpPr>
        <p:spPr>
          <a:xfrm>
            <a:off x="642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B7A6910D-BFD9-697B-865E-BCB028C9BAD2}"/>
              </a:ext>
            </a:extLst>
          </p:cNvPr>
          <p:cNvSpPr txBox="1">
            <a:spLocks/>
          </p:cNvSpPr>
          <p:nvPr/>
        </p:nvSpPr>
        <p:spPr>
          <a:xfrm>
            <a:off x="2791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A638A53A-55BA-D910-E23D-66F64B29F29B}"/>
              </a:ext>
            </a:extLst>
          </p:cNvPr>
          <p:cNvSpPr txBox="1">
            <a:spLocks/>
          </p:cNvSpPr>
          <p:nvPr/>
        </p:nvSpPr>
        <p:spPr>
          <a:xfrm>
            <a:off x="354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4647A9C6-BAA1-61BB-CA63-4522B81A5D84}"/>
              </a:ext>
            </a:extLst>
          </p:cNvPr>
          <p:cNvSpPr txBox="1">
            <a:spLocks/>
          </p:cNvSpPr>
          <p:nvPr/>
        </p:nvSpPr>
        <p:spPr>
          <a:xfrm>
            <a:off x="426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2" name="Titel 1">
            <a:extLst>
              <a:ext uri="{FF2B5EF4-FFF2-40B4-BE49-F238E27FC236}">
                <a16:creationId xmlns:a16="http://schemas.microsoft.com/office/drawing/2014/main" id="{9A2337B1-EF21-3AF0-960B-1C9E971797A1}"/>
              </a:ext>
            </a:extLst>
          </p:cNvPr>
          <p:cNvSpPr txBox="1">
            <a:spLocks/>
          </p:cNvSpPr>
          <p:nvPr/>
        </p:nvSpPr>
        <p:spPr>
          <a:xfrm>
            <a:off x="498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3" name="Titel 1">
            <a:extLst>
              <a:ext uri="{FF2B5EF4-FFF2-40B4-BE49-F238E27FC236}">
                <a16:creationId xmlns:a16="http://schemas.microsoft.com/office/drawing/2014/main" id="{3E3AC74E-548B-EA4E-FD58-9A74819E09B5}"/>
              </a:ext>
            </a:extLst>
          </p:cNvPr>
          <p:cNvSpPr txBox="1">
            <a:spLocks/>
          </p:cNvSpPr>
          <p:nvPr/>
        </p:nvSpPr>
        <p:spPr>
          <a:xfrm>
            <a:off x="570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44" name="Titel 1">
            <a:extLst>
              <a:ext uri="{FF2B5EF4-FFF2-40B4-BE49-F238E27FC236}">
                <a16:creationId xmlns:a16="http://schemas.microsoft.com/office/drawing/2014/main" id="{9E9D54F5-0B73-FF7D-7107-77ACB982AC23}"/>
              </a:ext>
            </a:extLst>
          </p:cNvPr>
          <p:cNvSpPr txBox="1">
            <a:spLocks/>
          </p:cNvSpPr>
          <p:nvPr/>
        </p:nvSpPr>
        <p:spPr>
          <a:xfrm>
            <a:off x="210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5" name="Titel 1">
            <a:extLst>
              <a:ext uri="{FF2B5EF4-FFF2-40B4-BE49-F238E27FC236}">
                <a16:creationId xmlns:a16="http://schemas.microsoft.com/office/drawing/2014/main" id="{D980F30E-7A33-5853-71ED-EF6E1CFBF9A7}"/>
              </a:ext>
            </a:extLst>
          </p:cNvPr>
          <p:cNvSpPr txBox="1">
            <a:spLocks/>
          </p:cNvSpPr>
          <p:nvPr/>
        </p:nvSpPr>
        <p:spPr>
          <a:xfrm>
            <a:off x="282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7" name="Titel 1">
            <a:extLst>
              <a:ext uri="{FF2B5EF4-FFF2-40B4-BE49-F238E27FC236}">
                <a16:creationId xmlns:a16="http://schemas.microsoft.com/office/drawing/2014/main" id="{9005AA59-0D70-BF3D-CA31-7CA1A7C275FB}"/>
              </a:ext>
            </a:extLst>
          </p:cNvPr>
          <p:cNvSpPr txBox="1">
            <a:spLocks/>
          </p:cNvSpPr>
          <p:nvPr/>
        </p:nvSpPr>
        <p:spPr>
          <a:xfrm>
            <a:off x="354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8" name="Titel 1">
            <a:extLst>
              <a:ext uri="{FF2B5EF4-FFF2-40B4-BE49-F238E27FC236}">
                <a16:creationId xmlns:a16="http://schemas.microsoft.com/office/drawing/2014/main" id="{F338EABF-4F08-E74C-5578-4A9E58C2242B}"/>
              </a:ext>
            </a:extLst>
          </p:cNvPr>
          <p:cNvSpPr txBox="1">
            <a:spLocks/>
          </p:cNvSpPr>
          <p:nvPr/>
        </p:nvSpPr>
        <p:spPr>
          <a:xfrm>
            <a:off x="426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0" name="Titel 1">
            <a:extLst>
              <a:ext uri="{FF2B5EF4-FFF2-40B4-BE49-F238E27FC236}">
                <a16:creationId xmlns:a16="http://schemas.microsoft.com/office/drawing/2014/main" id="{59CA6F4E-D8AC-9145-54C3-E7A2FAB0A5B5}"/>
              </a:ext>
            </a:extLst>
          </p:cNvPr>
          <p:cNvSpPr txBox="1">
            <a:spLocks/>
          </p:cNvSpPr>
          <p:nvPr/>
        </p:nvSpPr>
        <p:spPr>
          <a:xfrm>
            <a:off x="4266851" y="3706319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1" name="Titel 1">
            <a:extLst>
              <a:ext uri="{FF2B5EF4-FFF2-40B4-BE49-F238E27FC236}">
                <a16:creationId xmlns:a16="http://schemas.microsoft.com/office/drawing/2014/main" id="{7BB68140-F717-3303-5853-9A81EA398FA9}"/>
              </a:ext>
            </a:extLst>
          </p:cNvPr>
          <p:cNvSpPr txBox="1">
            <a:spLocks/>
          </p:cNvSpPr>
          <p:nvPr/>
        </p:nvSpPr>
        <p:spPr>
          <a:xfrm>
            <a:off x="5707050" y="370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52" name="Titel 1">
            <a:extLst>
              <a:ext uri="{FF2B5EF4-FFF2-40B4-BE49-F238E27FC236}">
                <a16:creationId xmlns:a16="http://schemas.microsoft.com/office/drawing/2014/main" id="{F01F939B-AC4C-8BC9-14DA-22E2EF033184}"/>
              </a:ext>
            </a:extLst>
          </p:cNvPr>
          <p:cNvSpPr txBox="1">
            <a:spLocks/>
          </p:cNvSpPr>
          <p:nvPr/>
        </p:nvSpPr>
        <p:spPr>
          <a:xfrm>
            <a:off x="6427050" y="298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8" name="Titel 1">
            <a:extLst>
              <a:ext uri="{FF2B5EF4-FFF2-40B4-BE49-F238E27FC236}">
                <a16:creationId xmlns:a16="http://schemas.microsoft.com/office/drawing/2014/main" id="{3936F7F0-41AB-31DD-1FC6-B927F6F68365}"/>
              </a:ext>
            </a:extLst>
          </p:cNvPr>
          <p:cNvSpPr txBox="1">
            <a:spLocks/>
          </p:cNvSpPr>
          <p:nvPr/>
        </p:nvSpPr>
        <p:spPr>
          <a:xfrm>
            <a:off x="138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7EDFB0DC-073B-8B15-A9F0-26464916D590}"/>
              </a:ext>
            </a:extLst>
          </p:cNvPr>
          <p:cNvSpPr txBox="1">
            <a:spLocks/>
          </p:cNvSpPr>
          <p:nvPr/>
        </p:nvSpPr>
        <p:spPr>
          <a:xfrm>
            <a:off x="210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0" name="Titel 1">
            <a:extLst>
              <a:ext uri="{FF2B5EF4-FFF2-40B4-BE49-F238E27FC236}">
                <a16:creationId xmlns:a16="http://schemas.microsoft.com/office/drawing/2014/main" id="{5D051B74-A2C7-BA34-7B89-CBA19F6290C3}"/>
              </a:ext>
            </a:extLst>
          </p:cNvPr>
          <p:cNvSpPr txBox="1">
            <a:spLocks/>
          </p:cNvSpPr>
          <p:nvPr/>
        </p:nvSpPr>
        <p:spPr>
          <a:xfrm>
            <a:off x="6427050" y="442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0FAA8B77-16BD-AC2E-6839-007F603CB256}"/>
              </a:ext>
            </a:extLst>
          </p:cNvPr>
          <p:cNvSpPr txBox="1">
            <a:spLocks/>
          </p:cNvSpPr>
          <p:nvPr/>
        </p:nvSpPr>
        <p:spPr>
          <a:xfrm>
            <a:off x="2791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4A183591-6231-5E0B-641E-34D17DB20EB8}"/>
              </a:ext>
            </a:extLst>
          </p:cNvPr>
          <p:cNvSpPr txBox="1">
            <a:spLocks/>
          </p:cNvSpPr>
          <p:nvPr/>
        </p:nvSpPr>
        <p:spPr>
          <a:xfrm>
            <a:off x="354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42D0CD96-4BE3-9166-16FD-BCD17CADA2B4}"/>
              </a:ext>
            </a:extLst>
          </p:cNvPr>
          <p:cNvSpPr txBox="1">
            <a:spLocks/>
          </p:cNvSpPr>
          <p:nvPr/>
        </p:nvSpPr>
        <p:spPr>
          <a:xfrm>
            <a:off x="426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C6DCA091-B967-61F1-70FF-3EF2B2B569A8}"/>
              </a:ext>
            </a:extLst>
          </p:cNvPr>
          <p:cNvSpPr txBox="1">
            <a:spLocks/>
          </p:cNvSpPr>
          <p:nvPr/>
        </p:nvSpPr>
        <p:spPr>
          <a:xfrm>
            <a:off x="498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22B0DAC-3CCB-6B53-B984-4A94052E4BF0}"/>
              </a:ext>
            </a:extLst>
          </p:cNvPr>
          <p:cNvSpPr txBox="1">
            <a:spLocks/>
          </p:cNvSpPr>
          <p:nvPr/>
        </p:nvSpPr>
        <p:spPr>
          <a:xfrm>
            <a:off x="570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8BBCC18-9F99-879F-670A-63987D1AA3E9}"/>
              </a:ext>
            </a:extLst>
          </p:cNvPr>
          <p:cNvSpPr txBox="1">
            <a:spLocks/>
          </p:cNvSpPr>
          <p:nvPr/>
        </p:nvSpPr>
        <p:spPr>
          <a:xfrm>
            <a:off x="138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A0B6A59-E076-F572-D724-A5AAC9631C60}"/>
              </a:ext>
            </a:extLst>
          </p:cNvPr>
          <p:cNvSpPr txBox="1">
            <a:spLocks/>
          </p:cNvSpPr>
          <p:nvPr/>
        </p:nvSpPr>
        <p:spPr>
          <a:xfrm>
            <a:off x="210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C9763111-E4A2-A09A-510A-BD12257A0A21}"/>
              </a:ext>
            </a:extLst>
          </p:cNvPr>
          <p:cNvSpPr txBox="1">
            <a:spLocks/>
          </p:cNvSpPr>
          <p:nvPr/>
        </p:nvSpPr>
        <p:spPr>
          <a:xfrm>
            <a:off x="6427050" y="5148000"/>
            <a:ext cx="3696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C88CA9AF-E212-71D2-DC49-3AAE26DDE80F}"/>
              </a:ext>
            </a:extLst>
          </p:cNvPr>
          <p:cNvCxnSpPr>
            <a:cxnSpLocks/>
          </p:cNvCxnSpPr>
          <p:nvPr/>
        </p:nvCxnSpPr>
        <p:spPr>
          <a:xfrm>
            <a:off x="512400" y="5149307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99B9DFBF-7519-ECFC-5A74-9EB50F33A7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513720" y="2888341"/>
                <a:ext cx="4165880" cy="720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Abd(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3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32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32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3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= 7/8 = 0,875</a:t>
                </a:r>
              </a:p>
            </p:txBody>
          </p:sp>
        </mc:Choice>
        <mc:Fallback xmlns="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99B9DFBF-7519-ECFC-5A74-9EB50F33A7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3720" y="2888341"/>
                <a:ext cx="4165880" cy="720000"/>
              </a:xfrm>
              <a:prstGeom prst="rect">
                <a:avLst/>
              </a:prstGeom>
              <a:blipFill>
                <a:blip r:embed="rId5"/>
                <a:stretch>
                  <a:fillRect l="-3660" t="-5085" r="-3514" b="-1440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1674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B6153-46E3-16CE-36F0-494D1597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CBBA3994-04D2-AC64-280E-1C46DA63FF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CBBA3994-04D2-AC64-280E-1C46DA63FF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D851E9DF-5D8E-2D2C-1360-B6F1EE0CCE67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EF6986F9-7218-96A9-A8E3-1B68FD6D6140}"/>
              </a:ext>
            </a:extLst>
          </p:cNvPr>
          <p:cNvCxnSpPr>
            <a:cxnSpLocks/>
          </p:cNvCxnSpPr>
          <p:nvPr/>
        </p:nvCxnSpPr>
        <p:spPr>
          <a:xfrm>
            <a:off x="971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5279B968-377A-0698-F12E-3A13DE035FAC}"/>
              </a:ext>
            </a:extLst>
          </p:cNvPr>
          <p:cNvCxnSpPr>
            <a:cxnSpLocks/>
          </p:cNvCxnSpPr>
          <p:nvPr/>
        </p:nvCxnSpPr>
        <p:spPr>
          <a:xfrm>
            <a:off x="1043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2FAFE6CB-9B1E-62E6-FFF9-7F8D769852F9}"/>
              </a:ext>
            </a:extLst>
          </p:cNvPr>
          <p:cNvCxnSpPr>
            <a:cxnSpLocks/>
          </p:cNvCxnSpPr>
          <p:nvPr/>
        </p:nvCxnSpPr>
        <p:spPr>
          <a:xfrm>
            <a:off x="8994067" y="12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D15A6A02-6AE3-7404-29BC-F17F1AF89D3E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046CAB51-FA8C-8BD6-3790-DE128ADB756B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1C79FBE5-83AB-CEBC-528F-2EE48865A31E}"/>
              </a:ext>
            </a:extLst>
          </p:cNvPr>
          <p:cNvCxnSpPr>
            <a:cxnSpLocks/>
          </p:cNvCxnSpPr>
          <p:nvPr/>
        </p:nvCxnSpPr>
        <p:spPr>
          <a:xfrm>
            <a:off x="8994067" y="19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06B27D30-E4B6-9457-8ACE-E76B7E9DD20F}"/>
              </a:ext>
            </a:extLst>
          </p:cNvPr>
          <p:cNvCxnSpPr>
            <a:cxnSpLocks/>
          </p:cNvCxnSpPr>
          <p:nvPr/>
        </p:nvCxnSpPr>
        <p:spPr>
          <a:xfrm>
            <a:off x="8994067" y="26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E88C3284-F8D9-4F81-D743-67F416FAEC75}"/>
              </a:ext>
            </a:extLst>
          </p:cNvPr>
          <p:cNvCxnSpPr>
            <a:cxnSpLocks/>
          </p:cNvCxnSpPr>
          <p:nvPr/>
        </p:nvCxnSpPr>
        <p:spPr>
          <a:xfrm>
            <a:off x="8994067" y="341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EE180CAD-5663-7671-9C56-B73B0F6C0F01}"/>
              </a:ext>
            </a:extLst>
          </p:cNvPr>
          <p:cNvCxnSpPr>
            <a:cxnSpLocks/>
          </p:cNvCxnSpPr>
          <p:nvPr/>
        </p:nvCxnSpPr>
        <p:spPr>
          <a:xfrm>
            <a:off x="8994067" y="41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3ABDDB91-8BB4-9F3E-09FC-88F22FE95158}"/>
              </a:ext>
            </a:extLst>
          </p:cNvPr>
          <p:cNvCxnSpPr>
            <a:cxnSpLocks/>
          </p:cNvCxnSpPr>
          <p:nvPr/>
        </p:nvCxnSpPr>
        <p:spPr>
          <a:xfrm>
            <a:off x="8994067" y="48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6A6BD411-00B7-7A43-0ACA-40F9710079CE}"/>
              </a:ext>
            </a:extLst>
          </p:cNvPr>
          <p:cNvCxnSpPr>
            <a:cxnSpLocks/>
          </p:cNvCxnSpPr>
          <p:nvPr/>
        </p:nvCxnSpPr>
        <p:spPr>
          <a:xfrm>
            <a:off x="8994067" y="55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C7746031-691F-9850-E92B-0B2A7C1F7CF2}"/>
              </a:ext>
            </a:extLst>
          </p:cNvPr>
          <p:cNvCxnSpPr>
            <a:cxnSpLocks/>
          </p:cNvCxnSpPr>
          <p:nvPr/>
        </p:nvCxnSpPr>
        <p:spPr>
          <a:xfrm>
            <a:off x="8994067" y="62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!!Ellipse 69">
            <a:extLst>
              <a:ext uri="{FF2B5EF4-FFF2-40B4-BE49-F238E27FC236}">
                <a16:creationId xmlns:a16="http://schemas.microsoft.com/office/drawing/2014/main" id="{EBF151CC-623E-9FB0-012A-5E54EDFE8AE5}"/>
              </a:ext>
            </a:extLst>
          </p:cNvPr>
          <p:cNvSpPr>
            <a:spLocks noChangeAspect="1"/>
          </p:cNvSpPr>
          <p:nvPr/>
        </p:nvSpPr>
        <p:spPr>
          <a:xfrm>
            <a:off x="9091417" y="134839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7E8DD479-6C99-2A43-64B0-7909A1E5C0A6}"/>
              </a:ext>
            </a:extLst>
          </p:cNvPr>
          <p:cNvSpPr>
            <a:spLocks noChangeAspect="1"/>
          </p:cNvSpPr>
          <p:nvPr/>
        </p:nvSpPr>
        <p:spPr>
          <a:xfrm>
            <a:off x="9083167" y="278839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95B255E0-6C91-DFE7-6823-9606EBF277C5}"/>
              </a:ext>
            </a:extLst>
          </p:cNvPr>
          <p:cNvSpPr>
            <a:spLocks noChangeAspect="1"/>
          </p:cNvSpPr>
          <p:nvPr/>
        </p:nvSpPr>
        <p:spPr>
          <a:xfrm>
            <a:off x="9095318" y="566618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3" name="!!Ellipse 72">
            <a:extLst>
              <a:ext uri="{FF2B5EF4-FFF2-40B4-BE49-F238E27FC236}">
                <a16:creationId xmlns:a16="http://schemas.microsoft.com/office/drawing/2014/main" id="{D7C8E4D4-2E05-E619-D666-C1E76FF53232}"/>
              </a:ext>
            </a:extLst>
          </p:cNvPr>
          <p:cNvSpPr>
            <a:spLocks noChangeAspect="1"/>
          </p:cNvSpPr>
          <p:nvPr/>
        </p:nvSpPr>
        <p:spPr>
          <a:xfrm>
            <a:off x="9098767" y="206618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ECD3512B-8692-AD1B-3482-0080EEEE1EB9}"/>
              </a:ext>
            </a:extLst>
          </p:cNvPr>
          <p:cNvSpPr>
            <a:spLocks noChangeAspect="1"/>
          </p:cNvSpPr>
          <p:nvPr/>
        </p:nvSpPr>
        <p:spPr>
          <a:xfrm>
            <a:off x="9088793" y="351181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F4E07B31-7C01-253C-575A-E0D9988A8C50}"/>
              </a:ext>
            </a:extLst>
          </p:cNvPr>
          <p:cNvSpPr>
            <a:spLocks noChangeAspect="1"/>
          </p:cNvSpPr>
          <p:nvPr/>
        </p:nvSpPr>
        <p:spPr>
          <a:xfrm>
            <a:off x="9088792" y="422497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04E27B1F-2560-116C-5C1F-5347B00342E4}"/>
              </a:ext>
            </a:extLst>
          </p:cNvPr>
          <p:cNvSpPr>
            <a:spLocks noChangeAspect="1"/>
          </p:cNvSpPr>
          <p:nvPr/>
        </p:nvSpPr>
        <p:spPr>
          <a:xfrm>
            <a:off x="9088792" y="494107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7" name="!!Ellipse 76">
            <a:extLst>
              <a:ext uri="{FF2B5EF4-FFF2-40B4-BE49-F238E27FC236}">
                <a16:creationId xmlns:a16="http://schemas.microsoft.com/office/drawing/2014/main" id="{0FA6079F-DC15-18F9-8456-496B7F8CA9A9}"/>
              </a:ext>
            </a:extLst>
          </p:cNvPr>
          <p:cNvSpPr>
            <a:spLocks noChangeAspect="1"/>
          </p:cNvSpPr>
          <p:nvPr/>
        </p:nvSpPr>
        <p:spPr>
          <a:xfrm>
            <a:off x="9087517" y="62839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1" name="Titel 1">
            <a:extLst>
              <a:ext uri="{FF2B5EF4-FFF2-40B4-BE49-F238E27FC236}">
                <a16:creationId xmlns:a16="http://schemas.microsoft.com/office/drawing/2014/main" id="{3E3A5C4D-7C43-AA40-84A0-DC9016F137B4}"/>
              </a:ext>
            </a:extLst>
          </p:cNvPr>
          <p:cNvSpPr txBox="1">
            <a:spLocks/>
          </p:cNvSpPr>
          <p:nvPr/>
        </p:nvSpPr>
        <p:spPr>
          <a:xfrm>
            <a:off x="9718417" y="647444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82" name="!!Titel 1">
            <a:extLst>
              <a:ext uri="{FF2B5EF4-FFF2-40B4-BE49-F238E27FC236}">
                <a16:creationId xmlns:a16="http://schemas.microsoft.com/office/drawing/2014/main" id="{89795B1F-72E8-CA2F-C0F2-DBD277E81958}"/>
              </a:ext>
            </a:extLst>
          </p:cNvPr>
          <p:cNvSpPr txBox="1">
            <a:spLocks/>
          </p:cNvSpPr>
          <p:nvPr/>
        </p:nvSpPr>
        <p:spPr>
          <a:xfrm>
            <a:off x="9732246" y="13237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83" name="Titel 1">
            <a:extLst>
              <a:ext uri="{FF2B5EF4-FFF2-40B4-BE49-F238E27FC236}">
                <a16:creationId xmlns:a16="http://schemas.microsoft.com/office/drawing/2014/main" id="{40BEAD86-7174-52DF-9113-3E25173A3B85}"/>
              </a:ext>
            </a:extLst>
          </p:cNvPr>
          <p:cNvSpPr txBox="1">
            <a:spLocks/>
          </p:cNvSpPr>
          <p:nvPr/>
        </p:nvSpPr>
        <p:spPr>
          <a:xfrm>
            <a:off x="9732246" y="2028569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84" name="Titel 1">
            <a:extLst>
              <a:ext uri="{FF2B5EF4-FFF2-40B4-BE49-F238E27FC236}">
                <a16:creationId xmlns:a16="http://schemas.microsoft.com/office/drawing/2014/main" id="{4D411F74-08D9-C15C-27F5-541A3F29AF22}"/>
              </a:ext>
            </a:extLst>
          </p:cNvPr>
          <p:cNvSpPr txBox="1">
            <a:spLocks/>
          </p:cNvSpPr>
          <p:nvPr/>
        </p:nvSpPr>
        <p:spPr>
          <a:xfrm>
            <a:off x="9732246" y="2771519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85" name="Titel 1">
            <a:extLst>
              <a:ext uri="{FF2B5EF4-FFF2-40B4-BE49-F238E27FC236}">
                <a16:creationId xmlns:a16="http://schemas.microsoft.com/office/drawing/2014/main" id="{7DE3430A-46CF-A781-A793-58C4B0A39639}"/>
              </a:ext>
            </a:extLst>
          </p:cNvPr>
          <p:cNvSpPr txBox="1">
            <a:spLocks/>
          </p:cNvSpPr>
          <p:nvPr/>
        </p:nvSpPr>
        <p:spPr>
          <a:xfrm>
            <a:off x="9732245" y="3466844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86" name="Titel 1">
            <a:extLst>
              <a:ext uri="{FF2B5EF4-FFF2-40B4-BE49-F238E27FC236}">
                <a16:creationId xmlns:a16="http://schemas.microsoft.com/office/drawing/2014/main" id="{49F7BB5D-B669-EDAD-9754-3DD40F682EFA}"/>
              </a:ext>
            </a:extLst>
          </p:cNvPr>
          <p:cNvSpPr txBox="1">
            <a:spLocks/>
          </p:cNvSpPr>
          <p:nvPr/>
        </p:nvSpPr>
        <p:spPr>
          <a:xfrm>
            <a:off x="9732246" y="41812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87" name="Titel 1">
            <a:extLst>
              <a:ext uri="{FF2B5EF4-FFF2-40B4-BE49-F238E27FC236}">
                <a16:creationId xmlns:a16="http://schemas.microsoft.com/office/drawing/2014/main" id="{F877036A-02AE-030D-BF8A-B8E537D4AF2A}"/>
              </a:ext>
            </a:extLst>
          </p:cNvPr>
          <p:cNvSpPr txBox="1">
            <a:spLocks/>
          </p:cNvSpPr>
          <p:nvPr/>
        </p:nvSpPr>
        <p:spPr>
          <a:xfrm>
            <a:off x="9732246" y="4933894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88" name="Titel 1">
            <a:extLst>
              <a:ext uri="{FF2B5EF4-FFF2-40B4-BE49-F238E27FC236}">
                <a16:creationId xmlns:a16="http://schemas.microsoft.com/office/drawing/2014/main" id="{3FDE6D68-0E8F-7204-9964-9DD5FD7436FF}"/>
              </a:ext>
            </a:extLst>
          </p:cNvPr>
          <p:cNvSpPr txBox="1">
            <a:spLocks/>
          </p:cNvSpPr>
          <p:nvPr/>
        </p:nvSpPr>
        <p:spPr>
          <a:xfrm>
            <a:off x="9732245" y="5648069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</p:spTree>
    <p:extLst>
      <p:ext uri="{BB962C8B-B14F-4D97-AF65-F5344CB8AC3E}">
        <p14:creationId xmlns:p14="http://schemas.microsoft.com/office/powerpoint/2010/main" val="3256900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F00D4-F575-82CA-F72B-DB5678BA7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0087E9BF-2E8B-0741-9181-E70B96C8A0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0087E9BF-2E8B-0741-9181-E70B96C8A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F9FB6676-8652-DC35-9E39-FA7F9674FD88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8AFBE37C-B724-33F7-CADA-09C7DB905D70}"/>
              </a:ext>
            </a:extLst>
          </p:cNvPr>
          <p:cNvCxnSpPr>
            <a:cxnSpLocks/>
          </p:cNvCxnSpPr>
          <p:nvPr/>
        </p:nvCxnSpPr>
        <p:spPr>
          <a:xfrm>
            <a:off x="971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D8140B45-1C7C-EBCE-88C7-E59C2C33F005}"/>
              </a:ext>
            </a:extLst>
          </p:cNvPr>
          <p:cNvCxnSpPr>
            <a:cxnSpLocks/>
          </p:cNvCxnSpPr>
          <p:nvPr/>
        </p:nvCxnSpPr>
        <p:spPr>
          <a:xfrm>
            <a:off x="1043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8FEA0A83-4B98-240F-6FDE-4A0E5E06DDDB}"/>
              </a:ext>
            </a:extLst>
          </p:cNvPr>
          <p:cNvCxnSpPr>
            <a:cxnSpLocks/>
          </p:cNvCxnSpPr>
          <p:nvPr/>
        </p:nvCxnSpPr>
        <p:spPr>
          <a:xfrm>
            <a:off x="8994067" y="12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1B47E96A-5CA6-1A2A-52D4-71C422EBE983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FD3AC903-6576-9445-ABEE-B8E2AF8BFB5C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C756EBD4-30FC-4D75-AD4B-B2711F19D043}"/>
              </a:ext>
            </a:extLst>
          </p:cNvPr>
          <p:cNvCxnSpPr>
            <a:cxnSpLocks/>
          </p:cNvCxnSpPr>
          <p:nvPr/>
        </p:nvCxnSpPr>
        <p:spPr>
          <a:xfrm>
            <a:off x="8994067" y="19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AB7E312B-C4FC-A8D8-C6AB-0B89B437EBBA}"/>
              </a:ext>
            </a:extLst>
          </p:cNvPr>
          <p:cNvCxnSpPr>
            <a:cxnSpLocks/>
          </p:cNvCxnSpPr>
          <p:nvPr/>
        </p:nvCxnSpPr>
        <p:spPr>
          <a:xfrm>
            <a:off x="8994067" y="26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D2215AB1-7533-DE7C-AFA4-4416D323242A}"/>
              </a:ext>
            </a:extLst>
          </p:cNvPr>
          <p:cNvCxnSpPr>
            <a:cxnSpLocks/>
          </p:cNvCxnSpPr>
          <p:nvPr/>
        </p:nvCxnSpPr>
        <p:spPr>
          <a:xfrm>
            <a:off x="8994067" y="341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C547BD7C-58A8-E64C-F5B2-4BA1061E5121}"/>
              </a:ext>
            </a:extLst>
          </p:cNvPr>
          <p:cNvCxnSpPr>
            <a:cxnSpLocks/>
          </p:cNvCxnSpPr>
          <p:nvPr/>
        </p:nvCxnSpPr>
        <p:spPr>
          <a:xfrm>
            <a:off x="8994067" y="41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8FC6424C-D683-4257-7EE1-2847237794B3}"/>
              </a:ext>
            </a:extLst>
          </p:cNvPr>
          <p:cNvCxnSpPr>
            <a:cxnSpLocks/>
          </p:cNvCxnSpPr>
          <p:nvPr/>
        </p:nvCxnSpPr>
        <p:spPr>
          <a:xfrm>
            <a:off x="8994067" y="48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219FC4B1-70A8-8959-328C-944FDF48236B}"/>
              </a:ext>
            </a:extLst>
          </p:cNvPr>
          <p:cNvCxnSpPr>
            <a:cxnSpLocks/>
          </p:cNvCxnSpPr>
          <p:nvPr/>
        </p:nvCxnSpPr>
        <p:spPr>
          <a:xfrm>
            <a:off x="8994067" y="55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35711E48-F095-6168-F6D1-2888A4012383}"/>
              </a:ext>
            </a:extLst>
          </p:cNvPr>
          <p:cNvCxnSpPr>
            <a:cxnSpLocks/>
          </p:cNvCxnSpPr>
          <p:nvPr/>
        </p:nvCxnSpPr>
        <p:spPr>
          <a:xfrm>
            <a:off x="8994067" y="62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!!Ellipse 69">
            <a:extLst>
              <a:ext uri="{FF2B5EF4-FFF2-40B4-BE49-F238E27FC236}">
                <a16:creationId xmlns:a16="http://schemas.microsoft.com/office/drawing/2014/main" id="{057D1188-DA69-E4D4-5C3F-EDA3B43C3C38}"/>
              </a:ext>
            </a:extLst>
          </p:cNvPr>
          <p:cNvSpPr>
            <a:spLocks noChangeAspect="1"/>
          </p:cNvSpPr>
          <p:nvPr/>
        </p:nvSpPr>
        <p:spPr>
          <a:xfrm>
            <a:off x="9091417" y="134839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2AF1628D-F580-575F-BF8D-A162A1F78879}"/>
              </a:ext>
            </a:extLst>
          </p:cNvPr>
          <p:cNvSpPr>
            <a:spLocks noChangeAspect="1"/>
          </p:cNvSpPr>
          <p:nvPr/>
        </p:nvSpPr>
        <p:spPr>
          <a:xfrm>
            <a:off x="9083167" y="278839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49ACC86D-9CBB-5611-B122-C991C322DE28}"/>
              </a:ext>
            </a:extLst>
          </p:cNvPr>
          <p:cNvSpPr>
            <a:spLocks noChangeAspect="1"/>
          </p:cNvSpPr>
          <p:nvPr/>
        </p:nvSpPr>
        <p:spPr>
          <a:xfrm>
            <a:off x="9095318" y="566618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3" name="!!Ellipse 72">
            <a:extLst>
              <a:ext uri="{FF2B5EF4-FFF2-40B4-BE49-F238E27FC236}">
                <a16:creationId xmlns:a16="http://schemas.microsoft.com/office/drawing/2014/main" id="{4C703ADA-42F2-D046-0748-2435CD76A0FA}"/>
              </a:ext>
            </a:extLst>
          </p:cNvPr>
          <p:cNvSpPr>
            <a:spLocks noChangeAspect="1"/>
          </p:cNvSpPr>
          <p:nvPr/>
        </p:nvSpPr>
        <p:spPr>
          <a:xfrm>
            <a:off x="9098767" y="206618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3813003A-D963-FC0C-FC86-F90FC6D1ECF6}"/>
              </a:ext>
            </a:extLst>
          </p:cNvPr>
          <p:cNvSpPr>
            <a:spLocks noChangeAspect="1"/>
          </p:cNvSpPr>
          <p:nvPr/>
        </p:nvSpPr>
        <p:spPr>
          <a:xfrm>
            <a:off x="9088793" y="351181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7ECC1EE7-2883-6D7A-7674-1BC3FD979CCD}"/>
              </a:ext>
            </a:extLst>
          </p:cNvPr>
          <p:cNvSpPr>
            <a:spLocks noChangeAspect="1"/>
          </p:cNvSpPr>
          <p:nvPr/>
        </p:nvSpPr>
        <p:spPr>
          <a:xfrm>
            <a:off x="9088792" y="422497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3ECD40BB-43F9-52FF-F1E5-A460B81568F8}"/>
              </a:ext>
            </a:extLst>
          </p:cNvPr>
          <p:cNvSpPr>
            <a:spLocks noChangeAspect="1"/>
          </p:cNvSpPr>
          <p:nvPr/>
        </p:nvSpPr>
        <p:spPr>
          <a:xfrm>
            <a:off x="9088792" y="494107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7" name="!!Ellipse 76">
            <a:extLst>
              <a:ext uri="{FF2B5EF4-FFF2-40B4-BE49-F238E27FC236}">
                <a16:creationId xmlns:a16="http://schemas.microsoft.com/office/drawing/2014/main" id="{75BB95B4-5CB2-F282-A997-C22A98BC9EB6}"/>
              </a:ext>
            </a:extLst>
          </p:cNvPr>
          <p:cNvSpPr>
            <a:spLocks noChangeAspect="1"/>
          </p:cNvSpPr>
          <p:nvPr/>
        </p:nvSpPr>
        <p:spPr>
          <a:xfrm>
            <a:off x="9087517" y="62839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1" name="Titel 1">
            <a:extLst>
              <a:ext uri="{FF2B5EF4-FFF2-40B4-BE49-F238E27FC236}">
                <a16:creationId xmlns:a16="http://schemas.microsoft.com/office/drawing/2014/main" id="{3BD15943-487D-CECD-194A-8E8715EDBCD7}"/>
              </a:ext>
            </a:extLst>
          </p:cNvPr>
          <p:cNvSpPr txBox="1">
            <a:spLocks/>
          </p:cNvSpPr>
          <p:nvPr/>
        </p:nvSpPr>
        <p:spPr>
          <a:xfrm>
            <a:off x="9718417" y="647444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82" name="!!Titel 1">
            <a:extLst>
              <a:ext uri="{FF2B5EF4-FFF2-40B4-BE49-F238E27FC236}">
                <a16:creationId xmlns:a16="http://schemas.microsoft.com/office/drawing/2014/main" id="{5B635637-660C-43D0-2F22-85A1BA881D00}"/>
              </a:ext>
            </a:extLst>
          </p:cNvPr>
          <p:cNvSpPr txBox="1">
            <a:spLocks/>
          </p:cNvSpPr>
          <p:nvPr/>
        </p:nvSpPr>
        <p:spPr>
          <a:xfrm>
            <a:off x="9732246" y="13237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83" name="Titel 1">
            <a:extLst>
              <a:ext uri="{FF2B5EF4-FFF2-40B4-BE49-F238E27FC236}">
                <a16:creationId xmlns:a16="http://schemas.microsoft.com/office/drawing/2014/main" id="{66D36B2E-A690-9023-E4EA-B69AA3749556}"/>
              </a:ext>
            </a:extLst>
          </p:cNvPr>
          <p:cNvSpPr txBox="1">
            <a:spLocks/>
          </p:cNvSpPr>
          <p:nvPr/>
        </p:nvSpPr>
        <p:spPr>
          <a:xfrm>
            <a:off x="9732246" y="2028569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84" name="Titel 1">
            <a:extLst>
              <a:ext uri="{FF2B5EF4-FFF2-40B4-BE49-F238E27FC236}">
                <a16:creationId xmlns:a16="http://schemas.microsoft.com/office/drawing/2014/main" id="{498F7B9A-295A-087A-01F8-BB92A1D566A6}"/>
              </a:ext>
            </a:extLst>
          </p:cNvPr>
          <p:cNvSpPr txBox="1">
            <a:spLocks/>
          </p:cNvSpPr>
          <p:nvPr/>
        </p:nvSpPr>
        <p:spPr>
          <a:xfrm>
            <a:off x="9732246" y="2771519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85" name="Titel 1">
            <a:extLst>
              <a:ext uri="{FF2B5EF4-FFF2-40B4-BE49-F238E27FC236}">
                <a16:creationId xmlns:a16="http://schemas.microsoft.com/office/drawing/2014/main" id="{BC6BE7A6-FBDF-5DBE-C374-B3B06A0A5759}"/>
              </a:ext>
            </a:extLst>
          </p:cNvPr>
          <p:cNvSpPr txBox="1">
            <a:spLocks/>
          </p:cNvSpPr>
          <p:nvPr/>
        </p:nvSpPr>
        <p:spPr>
          <a:xfrm>
            <a:off x="9732245" y="3466844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86" name="Titel 1">
            <a:extLst>
              <a:ext uri="{FF2B5EF4-FFF2-40B4-BE49-F238E27FC236}">
                <a16:creationId xmlns:a16="http://schemas.microsoft.com/office/drawing/2014/main" id="{D1308C09-3A48-DF1D-8104-62677FB0BC37}"/>
              </a:ext>
            </a:extLst>
          </p:cNvPr>
          <p:cNvSpPr txBox="1">
            <a:spLocks/>
          </p:cNvSpPr>
          <p:nvPr/>
        </p:nvSpPr>
        <p:spPr>
          <a:xfrm>
            <a:off x="9732246" y="41812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87" name="Titel 1">
            <a:extLst>
              <a:ext uri="{FF2B5EF4-FFF2-40B4-BE49-F238E27FC236}">
                <a16:creationId xmlns:a16="http://schemas.microsoft.com/office/drawing/2014/main" id="{876BFFE4-9380-0B79-1B50-B79B3A4ADE14}"/>
              </a:ext>
            </a:extLst>
          </p:cNvPr>
          <p:cNvSpPr txBox="1">
            <a:spLocks/>
          </p:cNvSpPr>
          <p:nvPr/>
        </p:nvSpPr>
        <p:spPr>
          <a:xfrm>
            <a:off x="9732246" y="4933894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88" name="Titel 1">
            <a:extLst>
              <a:ext uri="{FF2B5EF4-FFF2-40B4-BE49-F238E27FC236}">
                <a16:creationId xmlns:a16="http://schemas.microsoft.com/office/drawing/2014/main" id="{90E617B4-6956-728E-F5B9-3EFA582975B8}"/>
              </a:ext>
            </a:extLst>
          </p:cNvPr>
          <p:cNvSpPr txBox="1">
            <a:spLocks/>
          </p:cNvSpPr>
          <p:nvPr/>
        </p:nvSpPr>
        <p:spPr>
          <a:xfrm>
            <a:off x="9732245" y="5648069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6B9D0164-27B2-013F-C4B8-EC4A36D8CF52}"/>
              </a:ext>
            </a:extLst>
          </p:cNvPr>
          <p:cNvCxnSpPr>
            <a:cxnSpLocks/>
          </p:cNvCxnSpPr>
          <p:nvPr/>
        </p:nvCxnSpPr>
        <p:spPr>
          <a:xfrm>
            <a:off x="7546267" y="557444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9C667F36-3DE7-DA91-3CAE-BEB4BF15FDB4}"/>
              </a:ext>
            </a:extLst>
          </p:cNvPr>
          <p:cNvCxnSpPr>
            <a:cxnSpLocks/>
          </p:cNvCxnSpPr>
          <p:nvPr/>
        </p:nvCxnSpPr>
        <p:spPr>
          <a:xfrm>
            <a:off x="8266267" y="557444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FA6C414F-659F-AB0D-B9FB-81932E949206}"/>
              </a:ext>
            </a:extLst>
          </p:cNvPr>
          <p:cNvCxnSpPr>
            <a:cxnSpLocks/>
          </p:cNvCxnSpPr>
          <p:nvPr/>
        </p:nvCxnSpPr>
        <p:spPr>
          <a:xfrm>
            <a:off x="6826267" y="127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1D1329A-7410-6126-62C7-A525804437E9}"/>
              </a:ext>
            </a:extLst>
          </p:cNvPr>
          <p:cNvCxnSpPr>
            <a:cxnSpLocks/>
          </p:cNvCxnSpPr>
          <p:nvPr/>
        </p:nvCxnSpPr>
        <p:spPr>
          <a:xfrm>
            <a:off x="6826267" y="557444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9BB56D7-B638-39C6-60DC-FF3ED31BE99B}"/>
              </a:ext>
            </a:extLst>
          </p:cNvPr>
          <p:cNvCxnSpPr>
            <a:cxnSpLocks/>
          </p:cNvCxnSpPr>
          <p:nvPr/>
        </p:nvCxnSpPr>
        <p:spPr>
          <a:xfrm>
            <a:off x="6826267" y="55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D7FD18C7-06FB-46E1-2F12-6EDBA40B0933}"/>
              </a:ext>
            </a:extLst>
          </p:cNvPr>
          <p:cNvCxnSpPr>
            <a:cxnSpLocks/>
          </p:cNvCxnSpPr>
          <p:nvPr/>
        </p:nvCxnSpPr>
        <p:spPr>
          <a:xfrm>
            <a:off x="6826267" y="199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FDDAC1DF-481D-3D42-E3F8-8527CB58183B}"/>
              </a:ext>
            </a:extLst>
          </p:cNvPr>
          <p:cNvCxnSpPr>
            <a:cxnSpLocks/>
          </p:cNvCxnSpPr>
          <p:nvPr/>
        </p:nvCxnSpPr>
        <p:spPr>
          <a:xfrm>
            <a:off x="6826267" y="271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DC4DF966-0386-C51C-06EF-3C168693FBBA}"/>
              </a:ext>
            </a:extLst>
          </p:cNvPr>
          <p:cNvCxnSpPr>
            <a:cxnSpLocks/>
          </p:cNvCxnSpPr>
          <p:nvPr/>
        </p:nvCxnSpPr>
        <p:spPr>
          <a:xfrm>
            <a:off x="6826267" y="343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itel 1">
            <a:extLst>
              <a:ext uri="{FF2B5EF4-FFF2-40B4-BE49-F238E27FC236}">
                <a16:creationId xmlns:a16="http://schemas.microsoft.com/office/drawing/2014/main" id="{F5F5A2BF-BF74-8DC7-E7A6-DE1DFB47BFBD}"/>
              </a:ext>
            </a:extLst>
          </p:cNvPr>
          <p:cNvSpPr txBox="1">
            <a:spLocks/>
          </p:cNvSpPr>
          <p:nvPr/>
        </p:nvSpPr>
        <p:spPr>
          <a:xfrm>
            <a:off x="6840000" y="666493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010E5E08-5655-DEE7-F99A-285B5782D3D7}"/>
              </a:ext>
            </a:extLst>
          </p:cNvPr>
          <p:cNvSpPr txBox="1">
            <a:spLocks/>
          </p:cNvSpPr>
          <p:nvPr/>
        </p:nvSpPr>
        <p:spPr>
          <a:xfrm>
            <a:off x="6840000" y="1342768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9E743059-BAFB-D34E-5572-9A7B90F549E2}"/>
              </a:ext>
            </a:extLst>
          </p:cNvPr>
          <p:cNvSpPr txBox="1">
            <a:spLocks/>
          </p:cNvSpPr>
          <p:nvPr/>
        </p:nvSpPr>
        <p:spPr>
          <a:xfrm>
            <a:off x="6840000" y="2047618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AACC87DF-7133-BD06-D233-D20008368DE7}"/>
              </a:ext>
            </a:extLst>
          </p:cNvPr>
          <p:cNvSpPr txBox="1">
            <a:spLocks/>
          </p:cNvSpPr>
          <p:nvPr/>
        </p:nvSpPr>
        <p:spPr>
          <a:xfrm>
            <a:off x="6840000" y="2790568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2" name="Titel 1">
            <a:extLst>
              <a:ext uri="{FF2B5EF4-FFF2-40B4-BE49-F238E27FC236}">
                <a16:creationId xmlns:a16="http://schemas.microsoft.com/office/drawing/2014/main" id="{F64468C0-E4C6-2E6B-5806-5A2114CFACB5}"/>
              </a:ext>
            </a:extLst>
          </p:cNvPr>
          <p:cNvSpPr txBox="1">
            <a:spLocks/>
          </p:cNvSpPr>
          <p:nvPr/>
        </p:nvSpPr>
        <p:spPr>
          <a:xfrm>
            <a:off x="7563900" y="666493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" name="Titel 1">
            <a:extLst>
              <a:ext uri="{FF2B5EF4-FFF2-40B4-BE49-F238E27FC236}">
                <a16:creationId xmlns:a16="http://schemas.microsoft.com/office/drawing/2014/main" id="{CA989876-544D-9E35-EECF-08BD49C7DE69}"/>
              </a:ext>
            </a:extLst>
          </p:cNvPr>
          <p:cNvSpPr txBox="1">
            <a:spLocks/>
          </p:cNvSpPr>
          <p:nvPr/>
        </p:nvSpPr>
        <p:spPr>
          <a:xfrm>
            <a:off x="7563900" y="1342768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4" name="Titel 1">
            <a:extLst>
              <a:ext uri="{FF2B5EF4-FFF2-40B4-BE49-F238E27FC236}">
                <a16:creationId xmlns:a16="http://schemas.microsoft.com/office/drawing/2014/main" id="{B4E70EA1-E989-9AB0-C3D0-3CAC7B234763}"/>
              </a:ext>
            </a:extLst>
          </p:cNvPr>
          <p:cNvSpPr txBox="1">
            <a:spLocks/>
          </p:cNvSpPr>
          <p:nvPr/>
        </p:nvSpPr>
        <p:spPr>
          <a:xfrm>
            <a:off x="7563900" y="2047618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166BAED6-F60C-8CDF-68FA-DE4455660041}"/>
              </a:ext>
            </a:extLst>
          </p:cNvPr>
          <p:cNvSpPr txBox="1">
            <a:spLocks/>
          </p:cNvSpPr>
          <p:nvPr/>
        </p:nvSpPr>
        <p:spPr>
          <a:xfrm>
            <a:off x="7563900" y="2790568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9D489BD6-01F1-2A12-7F89-A5B827B0EC2D}"/>
              </a:ext>
            </a:extLst>
          </p:cNvPr>
          <p:cNvSpPr txBox="1">
            <a:spLocks/>
          </p:cNvSpPr>
          <p:nvPr/>
        </p:nvSpPr>
        <p:spPr>
          <a:xfrm>
            <a:off x="6859050" y="46017"/>
            <a:ext cx="137055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</p:spTree>
    <p:extLst>
      <p:ext uri="{BB962C8B-B14F-4D97-AF65-F5344CB8AC3E}">
        <p14:creationId xmlns:p14="http://schemas.microsoft.com/office/powerpoint/2010/main" val="2833950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9B8C-0B64-6A14-DA8A-BE8EA642E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hteck 15">
            <a:extLst>
              <a:ext uri="{FF2B5EF4-FFF2-40B4-BE49-F238E27FC236}">
                <a16:creationId xmlns:a16="http://schemas.microsoft.com/office/drawing/2014/main" id="{AFFECC9F-D3A9-A45E-4594-1EA63BFF87B8}"/>
              </a:ext>
            </a:extLst>
          </p:cNvPr>
          <p:cNvSpPr/>
          <p:nvPr/>
        </p:nvSpPr>
        <p:spPr>
          <a:xfrm>
            <a:off x="2209800" y="2449416"/>
            <a:ext cx="895350" cy="48812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6CABEFDB-0522-8C21-78D0-F2478B68D6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6CABEFDB-0522-8C21-78D0-F2478B68D6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3DDC3EB7-55FF-8819-B7AE-8B09FC60878F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899FBF69-3568-F08E-9AB1-F254B0745F58}"/>
              </a:ext>
            </a:extLst>
          </p:cNvPr>
          <p:cNvCxnSpPr>
            <a:cxnSpLocks/>
          </p:cNvCxnSpPr>
          <p:nvPr/>
        </p:nvCxnSpPr>
        <p:spPr>
          <a:xfrm>
            <a:off x="971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935D73D3-A21E-14C1-D978-7B4978543A81}"/>
              </a:ext>
            </a:extLst>
          </p:cNvPr>
          <p:cNvCxnSpPr>
            <a:cxnSpLocks/>
          </p:cNvCxnSpPr>
          <p:nvPr/>
        </p:nvCxnSpPr>
        <p:spPr>
          <a:xfrm>
            <a:off x="1043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Gerader Verbinder 59">
            <a:extLst>
              <a:ext uri="{FF2B5EF4-FFF2-40B4-BE49-F238E27FC236}">
                <a16:creationId xmlns:a16="http://schemas.microsoft.com/office/drawing/2014/main" id="{6DAB3656-B63B-8EA2-2BA4-C3F2D74707DA}"/>
              </a:ext>
            </a:extLst>
          </p:cNvPr>
          <p:cNvCxnSpPr>
            <a:cxnSpLocks/>
          </p:cNvCxnSpPr>
          <p:nvPr/>
        </p:nvCxnSpPr>
        <p:spPr>
          <a:xfrm>
            <a:off x="8994067" y="12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2A7517F5-EE96-8A42-BF3A-C53A03F98B34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2D78B444-0D1D-2F41-0176-73C2FD4C7474}"/>
              </a:ext>
            </a:extLst>
          </p:cNvPr>
          <p:cNvCxnSpPr>
            <a:cxnSpLocks/>
          </p:cNvCxnSpPr>
          <p:nvPr/>
        </p:nvCxnSpPr>
        <p:spPr>
          <a:xfrm>
            <a:off x="8994067" y="5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E1CD5A4D-AC73-CAE2-02D8-A33452F8889B}"/>
              </a:ext>
            </a:extLst>
          </p:cNvPr>
          <p:cNvCxnSpPr>
            <a:cxnSpLocks/>
          </p:cNvCxnSpPr>
          <p:nvPr/>
        </p:nvCxnSpPr>
        <p:spPr>
          <a:xfrm>
            <a:off x="8994067" y="19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672EF1F5-1D08-80E4-1396-B59558D38DCF}"/>
              </a:ext>
            </a:extLst>
          </p:cNvPr>
          <p:cNvCxnSpPr>
            <a:cxnSpLocks/>
          </p:cNvCxnSpPr>
          <p:nvPr/>
        </p:nvCxnSpPr>
        <p:spPr>
          <a:xfrm>
            <a:off x="8994067" y="26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Gerader Verbinder 64">
            <a:extLst>
              <a:ext uri="{FF2B5EF4-FFF2-40B4-BE49-F238E27FC236}">
                <a16:creationId xmlns:a16="http://schemas.microsoft.com/office/drawing/2014/main" id="{BC3876B4-75C0-2C60-973D-6A25A20BBD8A}"/>
              </a:ext>
            </a:extLst>
          </p:cNvPr>
          <p:cNvCxnSpPr>
            <a:cxnSpLocks/>
          </p:cNvCxnSpPr>
          <p:nvPr/>
        </p:nvCxnSpPr>
        <p:spPr>
          <a:xfrm>
            <a:off x="8994067" y="341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Gerader Verbinder 65">
            <a:extLst>
              <a:ext uri="{FF2B5EF4-FFF2-40B4-BE49-F238E27FC236}">
                <a16:creationId xmlns:a16="http://schemas.microsoft.com/office/drawing/2014/main" id="{7B64D193-1076-1076-2A8F-19F4C12EA04A}"/>
              </a:ext>
            </a:extLst>
          </p:cNvPr>
          <p:cNvCxnSpPr>
            <a:cxnSpLocks/>
          </p:cNvCxnSpPr>
          <p:nvPr/>
        </p:nvCxnSpPr>
        <p:spPr>
          <a:xfrm>
            <a:off x="8994067" y="413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Gerader Verbinder 66">
            <a:extLst>
              <a:ext uri="{FF2B5EF4-FFF2-40B4-BE49-F238E27FC236}">
                <a16:creationId xmlns:a16="http://schemas.microsoft.com/office/drawing/2014/main" id="{8D4673CC-6840-E6BA-3C8A-AA9BDF203650}"/>
              </a:ext>
            </a:extLst>
          </p:cNvPr>
          <p:cNvCxnSpPr>
            <a:cxnSpLocks/>
          </p:cNvCxnSpPr>
          <p:nvPr/>
        </p:nvCxnSpPr>
        <p:spPr>
          <a:xfrm>
            <a:off x="8994067" y="485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Gerader Verbinder 67">
            <a:extLst>
              <a:ext uri="{FF2B5EF4-FFF2-40B4-BE49-F238E27FC236}">
                <a16:creationId xmlns:a16="http://schemas.microsoft.com/office/drawing/2014/main" id="{5A65B5E7-2C6E-CBCC-6E55-CF4E95F58180}"/>
              </a:ext>
            </a:extLst>
          </p:cNvPr>
          <p:cNvCxnSpPr>
            <a:cxnSpLocks/>
          </p:cNvCxnSpPr>
          <p:nvPr/>
        </p:nvCxnSpPr>
        <p:spPr>
          <a:xfrm>
            <a:off x="8994067" y="557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4FB4B3B2-3EE0-78C2-3F62-3025601DE62D}"/>
              </a:ext>
            </a:extLst>
          </p:cNvPr>
          <p:cNvCxnSpPr>
            <a:cxnSpLocks/>
          </p:cNvCxnSpPr>
          <p:nvPr/>
        </p:nvCxnSpPr>
        <p:spPr>
          <a:xfrm>
            <a:off x="8994067" y="6298395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0" name="!!Ellipse 69">
            <a:extLst>
              <a:ext uri="{FF2B5EF4-FFF2-40B4-BE49-F238E27FC236}">
                <a16:creationId xmlns:a16="http://schemas.microsoft.com/office/drawing/2014/main" id="{1C6DA938-31A3-77A7-5D75-64E5C82933C8}"/>
              </a:ext>
            </a:extLst>
          </p:cNvPr>
          <p:cNvSpPr>
            <a:spLocks noChangeAspect="1"/>
          </p:cNvSpPr>
          <p:nvPr/>
        </p:nvSpPr>
        <p:spPr>
          <a:xfrm>
            <a:off x="9091417" y="1348395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220BA3A8-8B47-4A8B-FF97-73679D79B43F}"/>
              </a:ext>
            </a:extLst>
          </p:cNvPr>
          <p:cNvSpPr>
            <a:spLocks noChangeAspect="1"/>
          </p:cNvSpPr>
          <p:nvPr/>
        </p:nvSpPr>
        <p:spPr>
          <a:xfrm>
            <a:off x="9083167" y="278839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818CC850-EA31-7846-08F1-3793DECBFAC4}"/>
              </a:ext>
            </a:extLst>
          </p:cNvPr>
          <p:cNvSpPr>
            <a:spLocks noChangeAspect="1"/>
          </p:cNvSpPr>
          <p:nvPr/>
        </p:nvSpPr>
        <p:spPr>
          <a:xfrm>
            <a:off x="9095318" y="566618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3" name="!!Ellipse 72">
            <a:extLst>
              <a:ext uri="{FF2B5EF4-FFF2-40B4-BE49-F238E27FC236}">
                <a16:creationId xmlns:a16="http://schemas.microsoft.com/office/drawing/2014/main" id="{59ED0406-D96D-5780-A479-84AF67BA56F5}"/>
              </a:ext>
            </a:extLst>
          </p:cNvPr>
          <p:cNvSpPr>
            <a:spLocks noChangeAspect="1"/>
          </p:cNvSpPr>
          <p:nvPr/>
        </p:nvSpPr>
        <p:spPr>
          <a:xfrm>
            <a:off x="9098767" y="206618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74" name="Ellipse 73">
            <a:extLst>
              <a:ext uri="{FF2B5EF4-FFF2-40B4-BE49-F238E27FC236}">
                <a16:creationId xmlns:a16="http://schemas.microsoft.com/office/drawing/2014/main" id="{34F838AC-93D9-BF06-DFFB-4CB74730087F}"/>
              </a:ext>
            </a:extLst>
          </p:cNvPr>
          <p:cNvSpPr>
            <a:spLocks noChangeAspect="1"/>
          </p:cNvSpPr>
          <p:nvPr/>
        </p:nvSpPr>
        <p:spPr>
          <a:xfrm>
            <a:off x="9088793" y="3511814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483D3DF0-8B66-E3BC-7B33-91EC27905BA3}"/>
              </a:ext>
            </a:extLst>
          </p:cNvPr>
          <p:cNvSpPr>
            <a:spLocks noChangeAspect="1"/>
          </p:cNvSpPr>
          <p:nvPr/>
        </p:nvSpPr>
        <p:spPr>
          <a:xfrm>
            <a:off x="9088792" y="422497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CF8E2A11-B81A-5D3B-5FAF-CE9DB627ABCC}"/>
              </a:ext>
            </a:extLst>
          </p:cNvPr>
          <p:cNvSpPr>
            <a:spLocks noChangeAspect="1"/>
          </p:cNvSpPr>
          <p:nvPr/>
        </p:nvSpPr>
        <p:spPr>
          <a:xfrm>
            <a:off x="9088792" y="4941076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7" name="!!Ellipse 76">
            <a:extLst>
              <a:ext uri="{FF2B5EF4-FFF2-40B4-BE49-F238E27FC236}">
                <a16:creationId xmlns:a16="http://schemas.microsoft.com/office/drawing/2014/main" id="{5587F562-89C4-9AC6-C0D2-AF93852ED8F1}"/>
              </a:ext>
            </a:extLst>
          </p:cNvPr>
          <p:cNvSpPr>
            <a:spLocks noChangeAspect="1"/>
          </p:cNvSpPr>
          <p:nvPr/>
        </p:nvSpPr>
        <p:spPr>
          <a:xfrm>
            <a:off x="9087517" y="62839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1" name="Titel 1">
            <a:extLst>
              <a:ext uri="{FF2B5EF4-FFF2-40B4-BE49-F238E27FC236}">
                <a16:creationId xmlns:a16="http://schemas.microsoft.com/office/drawing/2014/main" id="{2172DADC-85AF-963E-9F2D-3B0E4FEB4FC9}"/>
              </a:ext>
            </a:extLst>
          </p:cNvPr>
          <p:cNvSpPr txBox="1">
            <a:spLocks/>
          </p:cNvSpPr>
          <p:nvPr/>
        </p:nvSpPr>
        <p:spPr>
          <a:xfrm>
            <a:off x="9718417" y="647444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82" name="!!Titel 1">
            <a:extLst>
              <a:ext uri="{FF2B5EF4-FFF2-40B4-BE49-F238E27FC236}">
                <a16:creationId xmlns:a16="http://schemas.microsoft.com/office/drawing/2014/main" id="{15EB518B-F3D8-0BBF-FE22-82E4BDB8E792}"/>
              </a:ext>
            </a:extLst>
          </p:cNvPr>
          <p:cNvSpPr txBox="1">
            <a:spLocks/>
          </p:cNvSpPr>
          <p:nvPr/>
        </p:nvSpPr>
        <p:spPr>
          <a:xfrm>
            <a:off x="9732246" y="13237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83" name="Titel 1">
            <a:extLst>
              <a:ext uri="{FF2B5EF4-FFF2-40B4-BE49-F238E27FC236}">
                <a16:creationId xmlns:a16="http://schemas.microsoft.com/office/drawing/2014/main" id="{ADC8DE43-83E0-FB65-48C8-E7F8483BCFF1}"/>
              </a:ext>
            </a:extLst>
          </p:cNvPr>
          <p:cNvSpPr txBox="1">
            <a:spLocks/>
          </p:cNvSpPr>
          <p:nvPr/>
        </p:nvSpPr>
        <p:spPr>
          <a:xfrm>
            <a:off x="9732246" y="2028569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84" name="Titel 1">
            <a:extLst>
              <a:ext uri="{FF2B5EF4-FFF2-40B4-BE49-F238E27FC236}">
                <a16:creationId xmlns:a16="http://schemas.microsoft.com/office/drawing/2014/main" id="{25B19FCC-2656-F089-C775-BC6427D164E8}"/>
              </a:ext>
            </a:extLst>
          </p:cNvPr>
          <p:cNvSpPr txBox="1">
            <a:spLocks/>
          </p:cNvSpPr>
          <p:nvPr/>
        </p:nvSpPr>
        <p:spPr>
          <a:xfrm>
            <a:off x="9732246" y="2771519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85" name="Titel 1">
            <a:extLst>
              <a:ext uri="{FF2B5EF4-FFF2-40B4-BE49-F238E27FC236}">
                <a16:creationId xmlns:a16="http://schemas.microsoft.com/office/drawing/2014/main" id="{F75F0062-8F14-6EA6-C54C-815B975C57BF}"/>
              </a:ext>
            </a:extLst>
          </p:cNvPr>
          <p:cNvSpPr txBox="1">
            <a:spLocks/>
          </p:cNvSpPr>
          <p:nvPr/>
        </p:nvSpPr>
        <p:spPr>
          <a:xfrm>
            <a:off x="9732245" y="3466844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86" name="Titel 1">
            <a:extLst>
              <a:ext uri="{FF2B5EF4-FFF2-40B4-BE49-F238E27FC236}">
                <a16:creationId xmlns:a16="http://schemas.microsoft.com/office/drawing/2014/main" id="{B9DFE344-52EC-6282-CE11-CF5258276BD1}"/>
              </a:ext>
            </a:extLst>
          </p:cNvPr>
          <p:cNvSpPr txBox="1">
            <a:spLocks/>
          </p:cNvSpPr>
          <p:nvPr/>
        </p:nvSpPr>
        <p:spPr>
          <a:xfrm>
            <a:off x="9732246" y="4181219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87" name="Titel 1">
            <a:extLst>
              <a:ext uri="{FF2B5EF4-FFF2-40B4-BE49-F238E27FC236}">
                <a16:creationId xmlns:a16="http://schemas.microsoft.com/office/drawing/2014/main" id="{425D5C00-C71C-99BC-5EC0-CC416C17A306}"/>
              </a:ext>
            </a:extLst>
          </p:cNvPr>
          <p:cNvSpPr txBox="1">
            <a:spLocks/>
          </p:cNvSpPr>
          <p:nvPr/>
        </p:nvSpPr>
        <p:spPr>
          <a:xfrm>
            <a:off x="9732246" y="4933894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88" name="Titel 1">
            <a:extLst>
              <a:ext uri="{FF2B5EF4-FFF2-40B4-BE49-F238E27FC236}">
                <a16:creationId xmlns:a16="http://schemas.microsoft.com/office/drawing/2014/main" id="{095141E5-D8B4-22A3-2511-8A5A24941E22}"/>
              </a:ext>
            </a:extLst>
          </p:cNvPr>
          <p:cNvSpPr txBox="1">
            <a:spLocks/>
          </p:cNvSpPr>
          <p:nvPr/>
        </p:nvSpPr>
        <p:spPr>
          <a:xfrm>
            <a:off x="9732245" y="5648069"/>
            <a:ext cx="683645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6F78449-35D9-1915-E9CB-9FB479DCB753}"/>
              </a:ext>
            </a:extLst>
          </p:cNvPr>
          <p:cNvCxnSpPr>
            <a:cxnSpLocks/>
          </p:cNvCxnSpPr>
          <p:nvPr/>
        </p:nvCxnSpPr>
        <p:spPr>
          <a:xfrm>
            <a:off x="7546267" y="557444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E0D1D8E-382B-84A1-FE82-87D87100061D}"/>
              </a:ext>
            </a:extLst>
          </p:cNvPr>
          <p:cNvCxnSpPr>
            <a:cxnSpLocks/>
          </p:cNvCxnSpPr>
          <p:nvPr/>
        </p:nvCxnSpPr>
        <p:spPr>
          <a:xfrm>
            <a:off x="8266267" y="557444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206EC827-A2CA-6AD8-FB53-D3C13CA3A2B7}"/>
              </a:ext>
            </a:extLst>
          </p:cNvPr>
          <p:cNvCxnSpPr>
            <a:cxnSpLocks/>
          </p:cNvCxnSpPr>
          <p:nvPr/>
        </p:nvCxnSpPr>
        <p:spPr>
          <a:xfrm>
            <a:off x="6826267" y="127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13BFE1C8-669F-C1CD-DCE8-18D3A73E1364}"/>
              </a:ext>
            </a:extLst>
          </p:cNvPr>
          <p:cNvCxnSpPr>
            <a:cxnSpLocks/>
          </p:cNvCxnSpPr>
          <p:nvPr/>
        </p:nvCxnSpPr>
        <p:spPr>
          <a:xfrm>
            <a:off x="6826267" y="557444"/>
            <a:ext cx="0" cy="288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97E4304-1BD1-FEDE-E049-EA7554204ED9}"/>
              </a:ext>
            </a:extLst>
          </p:cNvPr>
          <p:cNvCxnSpPr>
            <a:cxnSpLocks/>
          </p:cNvCxnSpPr>
          <p:nvPr/>
        </p:nvCxnSpPr>
        <p:spPr>
          <a:xfrm>
            <a:off x="6826267" y="55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E5D2416B-4EB3-8875-218B-DD6E4F73C96E}"/>
              </a:ext>
            </a:extLst>
          </p:cNvPr>
          <p:cNvCxnSpPr>
            <a:cxnSpLocks/>
          </p:cNvCxnSpPr>
          <p:nvPr/>
        </p:nvCxnSpPr>
        <p:spPr>
          <a:xfrm>
            <a:off x="6826267" y="199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5709F363-E04F-1903-76BB-EC5B02414EB0}"/>
              </a:ext>
            </a:extLst>
          </p:cNvPr>
          <p:cNvCxnSpPr>
            <a:cxnSpLocks/>
          </p:cNvCxnSpPr>
          <p:nvPr/>
        </p:nvCxnSpPr>
        <p:spPr>
          <a:xfrm>
            <a:off x="6826267" y="271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766945E-7BD0-21D8-8532-B30FBDBF98C5}"/>
              </a:ext>
            </a:extLst>
          </p:cNvPr>
          <p:cNvCxnSpPr>
            <a:cxnSpLocks/>
          </p:cNvCxnSpPr>
          <p:nvPr/>
        </p:nvCxnSpPr>
        <p:spPr>
          <a:xfrm>
            <a:off x="6826267" y="3437444"/>
            <a:ext cx="144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itel 1">
            <a:extLst>
              <a:ext uri="{FF2B5EF4-FFF2-40B4-BE49-F238E27FC236}">
                <a16:creationId xmlns:a16="http://schemas.microsoft.com/office/drawing/2014/main" id="{3059C658-05CC-5B5C-099E-E6403CFFFF59}"/>
              </a:ext>
            </a:extLst>
          </p:cNvPr>
          <p:cNvSpPr txBox="1">
            <a:spLocks/>
          </p:cNvSpPr>
          <p:nvPr/>
        </p:nvSpPr>
        <p:spPr>
          <a:xfrm>
            <a:off x="6840000" y="666493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1551E082-833F-46C7-F152-7464B33D89F0}"/>
              </a:ext>
            </a:extLst>
          </p:cNvPr>
          <p:cNvSpPr txBox="1">
            <a:spLocks/>
          </p:cNvSpPr>
          <p:nvPr/>
        </p:nvSpPr>
        <p:spPr>
          <a:xfrm>
            <a:off x="6840000" y="1342768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F12676EF-BB52-E0C5-93E8-A32CDB9521A3}"/>
              </a:ext>
            </a:extLst>
          </p:cNvPr>
          <p:cNvSpPr txBox="1">
            <a:spLocks/>
          </p:cNvSpPr>
          <p:nvPr/>
        </p:nvSpPr>
        <p:spPr>
          <a:xfrm>
            <a:off x="6840000" y="2047618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8F0DF2CE-40C9-29B2-609B-B2DBE9394E78}"/>
              </a:ext>
            </a:extLst>
          </p:cNvPr>
          <p:cNvSpPr txBox="1">
            <a:spLocks/>
          </p:cNvSpPr>
          <p:nvPr/>
        </p:nvSpPr>
        <p:spPr>
          <a:xfrm>
            <a:off x="6840000" y="2790568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32" name="Titel 1">
            <a:extLst>
              <a:ext uri="{FF2B5EF4-FFF2-40B4-BE49-F238E27FC236}">
                <a16:creationId xmlns:a16="http://schemas.microsoft.com/office/drawing/2014/main" id="{01033D6A-00B6-424C-29DC-17DA223890CD}"/>
              </a:ext>
            </a:extLst>
          </p:cNvPr>
          <p:cNvSpPr txBox="1">
            <a:spLocks/>
          </p:cNvSpPr>
          <p:nvPr/>
        </p:nvSpPr>
        <p:spPr>
          <a:xfrm>
            <a:off x="7563900" y="666493"/>
            <a:ext cx="69747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" name="Titel 1">
            <a:extLst>
              <a:ext uri="{FF2B5EF4-FFF2-40B4-BE49-F238E27FC236}">
                <a16:creationId xmlns:a16="http://schemas.microsoft.com/office/drawing/2014/main" id="{A61067C9-0D71-49D0-CB04-ECF31E4E3A9E}"/>
              </a:ext>
            </a:extLst>
          </p:cNvPr>
          <p:cNvSpPr txBox="1">
            <a:spLocks/>
          </p:cNvSpPr>
          <p:nvPr/>
        </p:nvSpPr>
        <p:spPr>
          <a:xfrm>
            <a:off x="7563900" y="1342768"/>
            <a:ext cx="701822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34" name="Titel 1">
            <a:extLst>
              <a:ext uri="{FF2B5EF4-FFF2-40B4-BE49-F238E27FC236}">
                <a16:creationId xmlns:a16="http://schemas.microsoft.com/office/drawing/2014/main" id="{56C189C1-4B4C-31C8-AA3C-377AB26A4800}"/>
              </a:ext>
            </a:extLst>
          </p:cNvPr>
          <p:cNvSpPr txBox="1">
            <a:spLocks/>
          </p:cNvSpPr>
          <p:nvPr/>
        </p:nvSpPr>
        <p:spPr>
          <a:xfrm>
            <a:off x="7563900" y="2047618"/>
            <a:ext cx="683646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2FA30A77-25BE-A2F8-9AD9-CFD72650486B}"/>
              </a:ext>
            </a:extLst>
          </p:cNvPr>
          <p:cNvSpPr txBox="1">
            <a:spLocks/>
          </p:cNvSpPr>
          <p:nvPr/>
        </p:nvSpPr>
        <p:spPr>
          <a:xfrm>
            <a:off x="7563900" y="2790568"/>
            <a:ext cx="683644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68FF8609-72E6-F969-E020-498678F78885}"/>
              </a:ext>
            </a:extLst>
          </p:cNvPr>
          <p:cNvSpPr txBox="1">
            <a:spLocks/>
          </p:cNvSpPr>
          <p:nvPr/>
        </p:nvSpPr>
        <p:spPr>
          <a:xfrm>
            <a:off x="6859050" y="46017"/>
            <a:ext cx="1370550" cy="4950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Scoring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4F0495E5-1F66-1EF2-FC5E-5EDD525346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5708" y="1600200"/>
                <a:ext cx="6401912" cy="488120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rm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Score(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24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) = Score(A) + Score(B) + Score(C)</a:t>
                </a: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4F0495E5-1F66-1EF2-FC5E-5EDD525346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708" y="1600200"/>
                <a:ext cx="6401912" cy="488120"/>
              </a:xfrm>
              <a:prstGeom prst="rect">
                <a:avLst/>
              </a:prstGeom>
              <a:blipFill>
                <a:blip r:embed="rId3"/>
                <a:stretch>
                  <a:fillRect l="-1429" t="-2500" r="-1429" b="-3000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itel 1">
            <a:extLst>
              <a:ext uri="{FF2B5EF4-FFF2-40B4-BE49-F238E27FC236}">
                <a16:creationId xmlns:a16="http://schemas.microsoft.com/office/drawing/2014/main" id="{5D9CF744-FC72-CB0D-684C-1249EEFE965B}"/>
              </a:ext>
            </a:extLst>
          </p:cNvPr>
          <p:cNvSpPr txBox="1">
            <a:spLocks/>
          </p:cNvSpPr>
          <p:nvPr/>
        </p:nvSpPr>
        <p:spPr>
          <a:xfrm>
            <a:off x="1681427" y="1997445"/>
            <a:ext cx="4448100" cy="4881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=       2        +       0        +        1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F1EB787B-E2B7-2261-D20D-76FE75182BEC}"/>
              </a:ext>
            </a:extLst>
          </p:cNvPr>
          <p:cNvSpPr txBox="1">
            <a:spLocks/>
          </p:cNvSpPr>
          <p:nvPr/>
        </p:nvSpPr>
        <p:spPr>
          <a:xfrm>
            <a:off x="1671903" y="2412170"/>
            <a:ext cx="1176072" cy="4881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=       3</a:t>
            </a:r>
          </a:p>
        </p:txBody>
      </p:sp>
    </p:spTree>
    <p:extLst>
      <p:ext uri="{BB962C8B-B14F-4D97-AF65-F5344CB8AC3E}">
        <p14:creationId xmlns:p14="http://schemas.microsoft.com/office/powerpoint/2010/main" val="19639794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2A0BA-22A8-2BB9-F3B3-E10C6A804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E75FB28-5535-9C5E-DC8E-A7DFD4BF79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E75FB28-5535-9C5E-DC8E-A7DFD4BF7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5DA3F680-6D64-9246-50CD-5809306E8659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F87FDF7-91B9-27DF-85D7-FE36D725DB17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41A3A660-AC1B-8595-1B25-F262B860E093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ADBF692E-3773-BC07-8697-06078F91C798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7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3 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3031732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963F3-0DD9-3774-1490-24F6A4A9A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47034DF-ACC9-480E-1ED7-92236F3387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47034DF-ACC9-480E-1ED7-92236F338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21F53918-E102-E8CD-1465-37345CFDBC64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2A89BC97-F273-8440-6106-1F216B1EE2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2A89BC97-F273-8440-6106-1F216B1EE2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C27247C7-D766-911F-0750-EBD539618D12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78010A70-0FCF-B22C-2092-09A833F6F3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78010A70-0FCF-B22C-2092-09A833F6F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hteck 43">
            <a:extLst>
              <a:ext uri="{FF2B5EF4-FFF2-40B4-BE49-F238E27FC236}">
                <a16:creationId xmlns:a16="http://schemas.microsoft.com/office/drawing/2014/main" id="{22AA22C4-35CB-AC03-CD37-2A475AA9337B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755A869F-7B42-E6FE-7C04-A947FE94770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755A869F-7B42-E6FE-7C04-A947FE947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hteck 45">
            <a:extLst>
              <a:ext uri="{FF2B5EF4-FFF2-40B4-BE49-F238E27FC236}">
                <a16:creationId xmlns:a16="http://schemas.microsoft.com/office/drawing/2014/main" id="{1A0A14E0-B3CE-64D9-52ED-F5D9C5E149D9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6B46F868-C670-1B7B-CC26-F364783A6C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6B46F868-C670-1B7B-CC26-F364783A6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hteck 47">
            <a:extLst>
              <a:ext uri="{FF2B5EF4-FFF2-40B4-BE49-F238E27FC236}">
                <a16:creationId xmlns:a16="http://schemas.microsoft.com/office/drawing/2014/main" id="{49FD8C6E-7C4D-5D06-29AB-48D92D6B81F5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55E354E0-EE8A-9C25-748E-4C33EFE821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55E354E0-EE8A-9C25-748E-4C33EFE82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hteck 49">
            <a:extLst>
              <a:ext uri="{FF2B5EF4-FFF2-40B4-BE49-F238E27FC236}">
                <a16:creationId xmlns:a16="http://schemas.microsoft.com/office/drawing/2014/main" id="{15D72AEC-A16C-1C8D-09FF-36F544E84DD9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08CA5524-66F0-FF4F-3288-047AD05D35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08CA5524-66F0-FF4F-3288-047AD05D3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hteck 51">
            <a:extLst>
              <a:ext uri="{FF2B5EF4-FFF2-40B4-BE49-F238E27FC236}">
                <a16:creationId xmlns:a16="http://schemas.microsoft.com/office/drawing/2014/main" id="{055B5E58-C22A-1D7C-2FBD-7DD101827C55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8E46E54A-7D43-6E04-863C-3650B49D24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8E46E54A-7D43-6E04-863C-3650B49D2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hteck 53">
            <a:extLst>
              <a:ext uri="{FF2B5EF4-FFF2-40B4-BE49-F238E27FC236}">
                <a16:creationId xmlns:a16="http://schemas.microsoft.com/office/drawing/2014/main" id="{21636F98-9AF7-A083-B538-3ACB16096F24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65B2C53D-40DE-2115-A3FC-1F590A0298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65B2C53D-40DE-2115-A3FC-1F590A0298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hteck 55">
            <a:extLst>
              <a:ext uri="{FF2B5EF4-FFF2-40B4-BE49-F238E27FC236}">
                <a16:creationId xmlns:a16="http://schemas.microsoft.com/office/drawing/2014/main" id="{78255811-6363-2DF0-5EB9-C05795BA03DA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ED385A81-D61A-4DB8-0356-9AE01E05FA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ED385A81-D61A-4DB8-0356-9AE01E05FA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hteck 57">
            <a:extLst>
              <a:ext uri="{FF2B5EF4-FFF2-40B4-BE49-F238E27FC236}">
                <a16:creationId xmlns:a16="http://schemas.microsoft.com/office/drawing/2014/main" id="{0BEE1F1C-C477-9598-8048-EB5899690065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F9F7324E-039F-83A5-98FB-63EDE41C25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F9F7324E-039F-83A5-98FB-63EDE41C2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hteck 59">
            <a:extLst>
              <a:ext uri="{FF2B5EF4-FFF2-40B4-BE49-F238E27FC236}">
                <a16:creationId xmlns:a16="http://schemas.microsoft.com/office/drawing/2014/main" id="{680DBE20-2B8B-3869-AD41-ECDEAB973F9C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17F3B491-377B-AC51-D3B3-376A0C928F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17F3B491-377B-AC51-D3B3-376A0C928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hteck 61">
            <a:extLst>
              <a:ext uri="{FF2B5EF4-FFF2-40B4-BE49-F238E27FC236}">
                <a16:creationId xmlns:a16="http://schemas.microsoft.com/office/drawing/2014/main" id="{6F4A7536-D7C9-7B4D-9E50-2EAE291A2B9F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BD4E3076-3A1E-6CB4-5551-7E4A23B295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BD4E3076-3A1E-6CB4-5551-7E4A23B295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hteck 63">
            <a:extLst>
              <a:ext uri="{FF2B5EF4-FFF2-40B4-BE49-F238E27FC236}">
                <a16:creationId xmlns:a16="http://schemas.microsoft.com/office/drawing/2014/main" id="{0C28291A-B256-1CF8-3A21-3647E589419D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E0A46364-A8F9-A7A9-04CD-DC7AB8A41E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E0A46364-A8F9-A7A9-04CD-DC7AB8A41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hteck 65">
            <a:extLst>
              <a:ext uri="{FF2B5EF4-FFF2-40B4-BE49-F238E27FC236}">
                <a16:creationId xmlns:a16="http://schemas.microsoft.com/office/drawing/2014/main" id="{90A9D95C-B17C-2184-A316-25638B850894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0B8E1EFC-B2CC-379E-437F-A4DF16A8DA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0B8E1EFC-B2CC-379E-437F-A4DF16A8D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hteck 67">
            <a:extLst>
              <a:ext uri="{FF2B5EF4-FFF2-40B4-BE49-F238E27FC236}">
                <a16:creationId xmlns:a16="http://schemas.microsoft.com/office/drawing/2014/main" id="{2DD55B43-DA11-22E5-C06D-A483ECE1461E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C07B3A84-F828-D9E2-618F-6F94E50383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C07B3A84-F828-D9E2-618F-6F94E5038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hteck 69">
            <a:extLst>
              <a:ext uri="{FF2B5EF4-FFF2-40B4-BE49-F238E27FC236}">
                <a16:creationId xmlns:a16="http://schemas.microsoft.com/office/drawing/2014/main" id="{5819F5E5-C7D5-8271-00B6-AAD507302B54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1EC97602-0278-87B5-7ADF-CD76F2AA38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1EC97602-0278-87B5-7ADF-CD76F2AA3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4187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1D9A5-BA5D-97C4-C39E-9802CF21D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F2798416-F1BC-8EA2-E7A9-09C06DD7A3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F2798416-F1BC-8EA2-E7A9-09C06DD7A3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0DDB144B-DCA8-3CC4-A064-98C5BCCAE58C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86CE358A-D8BE-9C86-C148-F914B882C3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86CE358A-D8BE-9C86-C148-F914B882C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5D85024B-ABD4-9BC0-6A0F-B1E055A4AF2E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00C6F137-5ED0-42DB-5ECD-0F2AEA63E9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00C6F137-5ED0-42DB-5ECD-0F2AEA63E9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hteck 43">
            <a:extLst>
              <a:ext uri="{FF2B5EF4-FFF2-40B4-BE49-F238E27FC236}">
                <a16:creationId xmlns:a16="http://schemas.microsoft.com/office/drawing/2014/main" id="{5F4C0692-2DDE-0B4E-164E-9B5EA994C4EF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B94E34A4-F32A-CAC3-9FD5-FC1F8DDC79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B94E34A4-F32A-CAC3-9FD5-FC1F8DDC7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hteck 45">
            <a:extLst>
              <a:ext uri="{FF2B5EF4-FFF2-40B4-BE49-F238E27FC236}">
                <a16:creationId xmlns:a16="http://schemas.microsoft.com/office/drawing/2014/main" id="{BEF71596-52F1-EB02-9CC2-F3EB7932A78E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B6D7894A-6016-F404-4B0A-792E0F6958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B6D7894A-6016-F404-4B0A-792E0F695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hteck 47">
            <a:extLst>
              <a:ext uri="{FF2B5EF4-FFF2-40B4-BE49-F238E27FC236}">
                <a16:creationId xmlns:a16="http://schemas.microsoft.com/office/drawing/2014/main" id="{F4B460DF-92C9-D8B1-F51C-0B8308182FA2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3420396A-9E68-5498-7186-F982E26751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3420396A-9E68-5498-7186-F982E2675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hteck 49">
            <a:extLst>
              <a:ext uri="{FF2B5EF4-FFF2-40B4-BE49-F238E27FC236}">
                <a16:creationId xmlns:a16="http://schemas.microsoft.com/office/drawing/2014/main" id="{184D68A5-F686-1472-FAD4-D14EAE873867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676004F2-ABF2-310F-AB45-3D5026DDEF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676004F2-ABF2-310F-AB45-3D5026DDE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hteck 51">
            <a:extLst>
              <a:ext uri="{FF2B5EF4-FFF2-40B4-BE49-F238E27FC236}">
                <a16:creationId xmlns:a16="http://schemas.microsoft.com/office/drawing/2014/main" id="{BA05DCFC-8F55-78DE-19BC-EBD55458EBD3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BB971223-46FC-FD04-8F17-B29C535281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BB971223-46FC-FD04-8F17-B29C53528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hteck 53">
            <a:extLst>
              <a:ext uri="{FF2B5EF4-FFF2-40B4-BE49-F238E27FC236}">
                <a16:creationId xmlns:a16="http://schemas.microsoft.com/office/drawing/2014/main" id="{D97D9C51-B712-ED27-DCAD-D6246B141644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9D33FFAD-36D9-8598-A065-C6D66B7F7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9D33FFAD-36D9-8598-A065-C6D66B7F7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hteck 55">
            <a:extLst>
              <a:ext uri="{FF2B5EF4-FFF2-40B4-BE49-F238E27FC236}">
                <a16:creationId xmlns:a16="http://schemas.microsoft.com/office/drawing/2014/main" id="{35426A9C-DE74-C1FF-8F42-843CDFD64B06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D6FA6D2E-5769-5B14-2E48-E1738AB6B8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D6FA6D2E-5769-5B14-2E48-E1738AB6B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hteck 57">
            <a:extLst>
              <a:ext uri="{FF2B5EF4-FFF2-40B4-BE49-F238E27FC236}">
                <a16:creationId xmlns:a16="http://schemas.microsoft.com/office/drawing/2014/main" id="{9CDA1F3E-6C8B-51F4-477E-D4D5D49ABAE6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237597B3-7709-C9A3-7B8E-531F61C536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237597B3-7709-C9A3-7B8E-531F61C536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hteck 59">
            <a:extLst>
              <a:ext uri="{FF2B5EF4-FFF2-40B4-BE49-F238E27FC236}">
                <a16:creationId xmlns:a16="http://schemas.microsoft.com/office/drawing/2014/main" id="{D638B431-69D3-716C-181D-65A372E20BF1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F5662BBD-45D8-B81D-9696-80CEB638DB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F5662BBD-45D8-B81D-9696-80CEB638D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hteck 61">
            <a:extLst>
              <a:ext uri="{FF2B5EF4-FFF2-40B4-BE49-F238E27FC236}">
                <a16:creationId xmlns:a16="http://schemas.microsoft.com/office/drawing/2014/main" id="{EFC81885-F17C-F1D1-73EC-00364F483CDF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F350ACDC-EB16-BC63-9CB4-2AC7978C32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F350ACDC-EB16-BC63-9CB4-2AC7978C3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hteck 63">
            <a:extLst>
              <a:ext uri="{FF2B5EF4-FFF2-40B4-BE49-F238E27FC236}">
                <a16:creationId xmlns:a16="http://schemas.microsoft.com/office/drawing/2014/main" id="{2989ED7D-C67F-DCAA-E1E3-1C468B770B12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5253E1E3-2018-EE32-5E48-0C08C86F1C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5253E1E3-2018-EE32-5E48-0C08C86F1C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hteck 65">
            <a:extLst>
              <a:ext uri="{FF2B5EF4-FFF2-40B4-BE49-F238E27FC236}">
                <a16:creationId xmlns:a16="http://schemas.microsoft.com/office/drawing/2014/main" id="{E709556A-B075-B2C9-AF67-37712D841B8A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B8A1DA53-2155-1B28-5711-61ED84638A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B8A1DA53-2155-1B28-5711-61ED84638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hteck 67">
            <a:extLst>
              <a:ext uri="{FF2B5EF4-FFF2-40B4-BE49-F238E27FC236}">
                <a16:creationId xmlns:a16="http://schemas.microsoft.com/office/drawing/2014/main" id="{E3251999-806E-9FB9-F35F-E73B5A0D8DC7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25BE3E84-5F94-CF83-41BC-4EF0C3F817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25BE3E84-5F94-CF83-41BC-4EF0C3F81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hteck 69">
            <a:extLst>
              <a:ext uri="{FF2B5EF4-FFF2-40B4-BE49-F238E27FC236}">
                <a16:creationId xmlns:a16="http://schemas.microsoft.com/office/drawing/2014/main" id="{6935BCED-30DB-C9A7-B6EC-8DE2D07E187C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1218D066-55B1-075B-A301-F83D899776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1218D066-55B1-075B-A301-F83D89977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D8297C4-589B-AE99-0136-7DD0513BB2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D8297C4-589B-AE99-0136-7DD0513BB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E1C38619-45CB-9451-0926-F823104F08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E1C38619-45CB-9451-0926-F823104F0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3E63CA56-ECF2-AA2A-5563-6726D7E8D0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3E63CA56-ECF2-AA2A-5563-6726D7E8D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4876F7FA-B09A-69DD-C2C6-530349B3D7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4876F7FA-B09A-69DD-C2C6-530349B3D7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2DCE71B1-78B0-55B8-EE85-8B6EF70773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2DCE71B1-78B0-55B8-EE85-8B6EF7077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5A3FBA2F-15FC-7482-CF06-6FF01CFEF9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5A3FBA2F-15FC-7482-CF06-6FF01CFEF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4F89F7BE-9D69-D904-8690-2F89B99D9A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4F89F7BE-9D69-D904-8690-2F89B99D9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46DAC181-6D0B-4363-2CDC-8EC9CCC7C2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46DAC181-6D0B-4363-2CDC-8EC9CCC7C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EFB309A3-A397-09C8-354F-68419A75D1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EFB309A3-A397-09C8-354F-68419A75D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110BC29-26D4-3EE8-B448-7D14F4EAD2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110BC29-26D4-3EE8-B448-7D14F4EAD2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BE8453BD-86D4-C25D-EF52-E97935FAF7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BE8453BD-86D4-C25D-EF52-E97935FAF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31E3D533-0CA6-C8D5-1601-923C85DC0B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31E3D533-0CA6-C8D5-1601-923C85DC0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16F41DDD-958B-DBA0-0584-245567501E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16F41DDD-958B-DBA0-0584-245567501E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itel 1">
                <a:extLst>
                  <a:ext uri="{FF2B5EF4-FFF2-40B4-BE49-F238E27FC236}">
                    <a16:creationId xmlns:a16="http://schemas.microsoft.com/office/drawing/2014/main" id="{314C67C5-64BF-2BA9-8628-7258BAF83A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itel 1">
                <a:extLst>
                  <a:ext uri="{FF2B5EF4-FFF2-40B4-BE49-F238E27FC236}">
                    <a16:creationId xmlns:a16="http://schemas.microsoft.com/office/drawing/2014/main" id="{314C67C5-64BF-2BA9-8628-7258BAF83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3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EAD39B6-1E0C-0246-1DAF-3545457B4D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EAD39B6-1E0C-0246-1DAF-3545457B4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3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645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75EF5-23CF-A416-7F01-C04A0F2F9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hteck 23">
            <a:extLst>
              <a:ext uri="{FF2B5EF4-FFF2-40B4-BE49-F238E27FC236}">
                <a16:creationId xmlns:a16="http://schemas.microsoft.com/office/drawing/2014/main" id="{F78CD446-5C07-11D0-D96E-294FCFEC0765}"/>
              </a:ext>
            </a:extLst>
          </p:cNvPr>
          <p:cNvSpPr/>
          <p:nvPr/>
        </p:nvSpPr>
        <p:spPr>
          <a:xfrm>
            <a:off x="6524624" y="395400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4C56D08A-FD5B-7666-1E72-145C13A32B9A}"/>
              </a:ext>
            </a:extLst>
          </p:cNvPr>
          <p:cNvSpPr/>
          <p:nvPr/>
        </p:nvSpPr>
        <p:spPr>
          <a:xfrm>
            <a:off x="6524624" y="2746239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109A2711-1DE2-34FF-F472-9E8423CA7C88}"/>
              </a:ext>
            </a:extLst>
          </p:cNvPr>
          <p:cNvSpPr/>
          <p:nvPr/>
        </p:nvSpPr>
        <p:spPr>
          <a:xfrm>
            <a:off x="6524624" y="4583089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AAEBF8D-05AD-7E34-E0F8-A0C47FF8D279}"/>
              </a:ext>
            </a:extLst>
          </p:cNvPr>
          <p:cNvSpPr/>
          <p:nvPr/>
        </p:nvSpPr>
        <p:spPr>
          <a:xfrm>
            <a:off x="6524624" y="581945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9B5CBDCC-767F-5156-16AE-CBEAC53FCE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9B5CBDCC-767F-5156-16AE-CBEAC53FC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37596F45-796E-AF27-D479-18BF425B4660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E75DC8CE-AA82-F4AB-ED2A-F3AE28F4D3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E75DC8CE-AA82-F4AB-ED2A-F3AE28F4D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E5748FC8-146B-0E25-58B0-2158CA69AFBE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17977189-A59A-C99C-6477-6222ECBBB5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17977189-A59A-C99C-6477-6222ECBBB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hteck 43">
            <a:extLst>
              <a:ext uri="{FF2B5EF4-FFF2-40B4-BE49-F238E27FC236}">
                <a16:creationId xmlns:a16="http://schemas.microsoft.com/office/drawing/2014/main" id="{EF33BAED-4F50-C074-BA1E-4F5E812A0E86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37432E2B-6023-5649-426F-6AA95E9B5E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37432E2B-6023-5649-426F-6AA95E9B5E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hteck 45">
            <a:extLst>
              <a:ext uri="{FF2B5EF4-FFF2-40B4-BE49-F238E27FC236}">
                <a16:creationId xmlns:a16="http://schemas.microsoft.com/office/drawing/2014/main" id="{F0AECE21-683F-A677-D652-6EDCF4D0E0E5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F3DC0A40-123A-2B66-6068-EDC6A444AA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F3DC0A40-123A-2B66-6068-EDC6A444A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hteck 47">
            <a:extLst>
              <a:ext uri="{FF2B5EF4-FFF2-40B4-BE49-F238E27FC236}">
                <a16:creationId xmlns:a16="http://schemas.microsoft.com/office/drawing/2014/main" id="{726965D2-661E-F3C3-BE5C-7D21DFFCBC86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6319BA7E-A4C4-59A0-F90D-05DBAB81FE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6319BA7E-A4C4-59A0-F90D-05DBAB81FE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hteck 49">
            <a:extLst>
              <a:ext uri="{FF2B5EF4-FFF2-40B4-BE49-F238E27FC236}">
                <a16:creationId xmlns:a16="http://schemas.microsoft.com/office/drawing/2014/main" id="{72B7BEFF-1505-6F2B-1350-EFED562E1F3D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5E01F956-C68E-4F36-F4E0-8088044526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5E01F956-C68E-4F36-F4E0-808804452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hteck 51">
            <a:extLst>
              <a:ext uri="{FF2B5EF4-FFF2-40B4-BE49-F238E27FC236}">
                <a16:creationId xmlns:a16="http://schemas.microsoft.com/office/drawing/2014/main" id="{71357C5D-9EEB-10E4-6655-4C7569CC6D7A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6FFC6BD2-CF9B-A8D2-5986-30A4CA9998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6FFC6BD2-CF9B-A8D2-5986-30A4CA9998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hteck 53">
            <a:extLst>
              <a:ext uri="{FF2B5EF4-FFF2-40B4-BE49-F238E27FC236}">
                <a16:creationId xmlns:a16="http://schemas.microsoft.com/office/drawing/2014/main" id="{D87F6D5C-F07A-D4AD-D2EB-FD2340B5E4E1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C189858C-E344-CCBD-D9C9-92E8BA9106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C189858C-E344-CCBD-D9C9-92E8BA9106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hteck 55">
            <a:extLst>
              <a:ext uri="{FF2B5EF4-FFF2-40B4-BE49-F238E27FC236}">
                <a16:creationId xmlns:a16="http://schemas.microsoft.com/office/drawing/2014/main" id="{D4B4C881-0531-5468-E494-1E6D97C6D88C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F212E6D3-3B0D-F425-BFF2-B9B36789E6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F212E6D3-3B0D-F425-BFF2-B9B36789E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hteck 57">
            <a:extLst>
              <a:ext uri="{FF2B5EF4-FFF2-40B4-BE49-F238E27FC236}">
                <a16:creationId xmlns:a16="http://schemas.microsoft.com/office/drawing/2014/main" id="{060C2B8B-592E-3B9B-5CE2-08BD0AE023BE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4C937FB9-E603-53C9-DCBB-9E72BFFDED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4C937FB9-E603-53C9-DCBB-9E72BFFDE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hteck 59">
            <a:extLst>
              <a:ext uri="{FF2B5EF4-FFF2-40B4-BE49-F238E27FC236}">
                <a16:creationId xmlns:a16="http://schemas.microsoft.com/office/drawing/2014/main" id="{4024B02F-AAB9-2DC4-5291-49B252FB9689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780A2517-2AA6-B027-5873-83B5D0F46F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780A2517-2AA6-B027-5873-83B5D0F46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hteck 61">
            <a:extLst>
              <a:ext uri="{FF2B5EF4-FFF2-40B4-BE49-F238E27FC236}">
                <a16:creationId xmlns:a16="http://schemas.microsoft.com/office/drawing/2014/main" id="{32413FB8-0C13-6C97-1ED6-D3D4C2DC9C85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15F621D1-CDBE-6E80-454A-06BD4E13D1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15F621D1-CDBE-6E80-454A-06BD4E13D1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hteck 63">
            <a:extLst>
              <a:ext uri="{FF2B5EF4-FFF2-40B4-BE49-F238E27FC236}">
                <a16:creationId xmlns:a16="http://schemas.microsoft.com/office/drawing/2014/main" id="{90D944E4-654A-A8EE-52E5-4A8D6AACEA15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DAF210B9-0C22-A5F7-B7D9-32164075CF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DAF210B9-0C22-A5F7-B7D9-32164075C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hteck 65">
            <a:extLst>
              <a:ext uri="{FF2B5EF4-FFF2-40B4-BE49-F238E27FC236}">
                <a16:creationId xmlns:a16="http://schemas.microsoft.com/office/drawing/2014/main" id="{70C9030C-517F-3692-8223-731A05335694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CA62BB4B-4D8E-F9D3-5A53-FCCE69CFA6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CA62BB4B-4D8E-F9D3-5A53-FCCE69CFA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hteck 67">
            <a:extLst>
              <a:ext uri="{FF2B5EF4-FFF2-40B4-BE49-F238E27FC236}">
                <a16:creationId xmlns:a16="http://schemas.microsoft.com/office/drawing/2014/main" id="{8CB9EDF9-EC8E-624B-58E0-82363CA0B8C2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A31EF50E-7069-27F7-BAC5-B8B8487757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A31EF50E-7069-27F7-BAC5-B8B8487757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hteck 69">
            <a:extLst>
              <a:ext uri="{FF2B5EF4-FFF2-40B4-BE49-F238E27FC236}">
                <a16:creationId xmlns:a16="http://schemas.microsoft.com/office/drawing/2014/main" id="{9577B9F1-1C3B-195A-0311-AE1028EE72F7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7F482B58-2C7A-FA92-9DD5-AE2D68E3D3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7F482B58-2C7A-FA92-9DD5-AE2D68E3D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593C165-4271-D977-DF23-CE56E0EEE3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593C165-4271-D977-DF23-CE56E0EEE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D7C7610A-C665-DDC2-270C-5F101012570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D7C7610A-C665-DDC2-270C-5F10101257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2223C82E-60EB-AA30-C415-C7A08C4A5B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2223C82E-60EB-AA30-C415-C7A08C4A5B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D3D47481-3B4F-C475-8012-559B47FA17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D3D47481-3B4F-C475-8012-559B47FA17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53E84299-5192-1798-F510-ACA8F95FBD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53E84299-5192-1798-F510-ACA8F95FB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BDA586E6-4228-E875-B558-7C2203844F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BDA586E6-4228-E875-B558-7C2203844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708D5EA2-DADF-66A1-B988-EB65199B33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708D5EA2-DADF-66A1-B988-EB65199B33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23199911-9C68-FA07-0E93-D1C3A8A50D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23199911-9C68-FA07-0E93-D1C3A8A50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21DEB573-0F1B-96DA-6B46-5C04C02248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21DEB573-0F1B-96DA-6B46-5C04C0224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BAE1BF5A-968B-1AF9-70F3-C1D13145AE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BAE1BF5A-968B-1AF9-70F3-C1D13145AE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410D472C-DB04-CAAE-60C5-AD0358CC91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410D472C-DB04-CAAE-60C5-AD0358CC9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D9F073C1-6F16-B864-5004-5BD279FE6E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D9F073C1-6F16-B864-5004-5BD279FE6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67D94545-B875-DF3F-0C7F-EE9268F190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67D94545-B875-DF3F-0C7F-EE9268F190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itel 1">
                <a:extLst>
                  <a:ext uri="{FF2B5EF4-FFF2-40B4-BE49-F238E27FC236}">
                    <a16:creationId xmlns:a16="http://schemas.microsoft.com/office/drawing/2014/main" id="{F8A0B303-A46F-B58D-779C-9F9F40798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itel 1">
                <a:extLst>
                  <a:ext uri="{FF2B5EF4-FFF2-40B4-BE49-F238E27FC236}">
                    <a16:creationId xmlns:a16="http://schemas.microsoft.com/office/drawing/2014/main" id="{F8A0B303-A46F-B58D-779C-9F9F40798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3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D86B4876-43E3-4E6B-EAC9-F8F1BF4600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D86B4876-43E3-4E6B-EAC9-F8F1BF46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3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2345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513C7-2C1B-C8C7-9954-8BA64B5C3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 26">
            <a:extLst>
              <a:ext uri="{FF2B5EF4-FFF2-40B4-BE49-F238E27FC236}">
                <a16:creationId xmlns:a16="http://schemas.microsoft.com/office/drawing/2014/main" id="{6B4D4E14-C852-342B-9A1E-7BA1810E0C14}"/>
              </a:ext>
            </a:extLst>
          </p:cNvPr>
          <p:cNvSpPr/>
          <p:nvPr/>
        </p:nvSpPr>
        <p:spPr>
          <a:xfrm>
            <a:off x="6524624" y="395400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D924F4D-363B-BDFF-1409-0E712E32AED0}"/>
              </a:ext>
            </a:extLst>
          </p:cNvPr>
          <p:cNvSpPr/>
          <p:nvPr/>
        </p:nvSpPr>
        <p:spPr>
          <a:xfrm>
            <a:off x="6524624" y="2746239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35BF734-E129-3072-C051-9EDC9F7AF310}"/>
              </a:ext>
            </a:extLst>
          </p:cNvPr>
          <p:cNvSpPr/>
          <p:nvPr/>
        </p:nvSpPr>
        <p:spPr>
          <a:xfrm>
            <a:off x="6524624" y="4583089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BA98FA9-7895-72E8-0A8A-5F31BB9076F9}"/>
              </a:ext>
            </a:extLst>
          </p:cNvPr>
          <p:cNvSpPr/>
          <p:nvPr/>
        </p:nvSpPr>
        <p:spPr>
          <a:xfrm>
            <a:off x="6524624" y="581945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FB046975-DFC2-6084-C859-699E30546E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FB046975-DFC2-6084-C859-699E30546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8B01BD27-2043-F008-00A3-34FE7C294AF3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B3ABD169-EFEB-98A8-9833-B95AC61D69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B3ABD169-EFEB-98A8-9833-B95AC61D69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F9D5A6F5-C9A5-FAF1-501C-FC8202991C0F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34CE5EF9-AFDE-907D-AD1C-F55F5756C9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34CE5EF9-AFDE-907D-AD1C-F55F5756C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hteck 43">
            <a:extLst>
              <a:ext uri="{FF2B5EF4-FFF2-40B4-BE49-F238E27FC236}">
                <a16:creationId xmlns:a16="http://schemas.microsoft.com/office/drawing/2014/main" id="{85A9C9AF-2959-06A1-7F10-EA1533F8E666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663DA861-9D5E-ED20-509D-85E156ED43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663DA861-9D5E-ED20-509D-85E156ED4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hteck 45">
            <a:extLst>
              <a:ext uri="{FF2B5EF4-FFF2-40B4-BE49-F238E27FC236}">
                <a16:creationId xmlns:a16="http://schemas.microsoft.com/office/drawing/2014/main" id="{9EC88402-E292-2AC4-D398-EDB50D12640E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CBD54825-DC9F-A3B0-B71C-9BB6B5E5BB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CBD54825-DC9F-A3B0-B71C-9BB6B5E5B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hteck 47">
            <a:extLst>
              <a:ext uri="{FF2B5EF4-FFF2-40B4-BE49-F238E27FC236}">
                <a16:creationId xmlns:a16="http://schemas.microsoft.com/office/drawing/2014/main" id="{24883F70-F5AE-E0B2-5957-22F9C2F7A7B9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BA0BEBDF-B315-FAC9-4602-0864E2EFCC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BA0BEBDF-B315-FAC9-4602-0864E2EFC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hteck 49">
            <a:extLst>
              <a:ext uri="{FF2B5EF4-FFF2-40B4-BE49-F238E27FC236}">
                <a16:creationId xmlns:a16="http://schemas.microsoft.com/office/drawing/2014/main" id="{51E0831B-8786-E355-DBD3-D0ABF3E1FEE3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07D4CAD0-A66E-7388-F71B-6B3AB704E1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07D4CAD0-A66E-7388-F71B-6B3AB704E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hteck 51">
            <a:extLst>
              <a:ext uri="{FF2B5EF4-FFF2-40B4-BE49-F238E27FC236}">
                <a16:creationId xmlns:a16="http://schemas.microsoft.com/office/drawing/2014/main" id="{2B3C2051-A3F6-7F2C-6191-8C4B6DFCAF26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5D49AF81-4B02-28F0-3722-2633671671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5D49AF81-4B02-28F0-3722-263367167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hteck 53">
            <a:extLst>
              <a:ext uri="{FF2B5EF4-FFF2-40B4-BE49-F238E27FC236}">
                <a16:creationId xmlns:a16="http://schemas.microsoft.com/office/drawing/2014/main" id="{C02066A2-96ED-C8EC-7D98-F3AF326147D3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49DE32C0-68F4-AEB3-35B2-A92E1EC465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49DE32C0-68F4-AEB3-35B2-A92E1EC46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hteck 55">
            <a:extLst>
              <a:ext uri="{FF2B5EF4-FFF2-40B4-BE49-F238E27FC236}">
                <a16:creationId xmlns:a16="http://schemas.microsoft.com/office/drawing/2014/main" id="{F7290556-80B5-7D24-6B3E-E1F8C0456487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FCBB3EC3-2ABB-90A2-D7F8-ABA0904E85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FCBB3EC3-2ABB-90A2-D7F8-ABA0904E85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hteck 57">
            <a:extLst>
              <a:ext uri="{FF2B5EF4-FFF2-40B4-BE49-F238E27FC236}">
                <a16:creationId xmlns:a16="http://schemas.microsoft.com/office/drawing/2014/main" id="{222702B2-08C0-EBCD-72BE-5F9AA37606DD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8F5DD55C-15BD-934E-FC29-2200E39623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8F5DD55C-15BD-934E-FC29-2200E3962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hteck 59">
            <a:extLst>
              <a:ext uri="{FF2B5EF4-FFF2-40B4-BE49-F238E27FC236}">
                <a16:creationId xmlns:a16="http://schemas.microsoft.com/office/drawing/2014/main" id="{FCB87D43-C43D-EBA1-880C-098EEE3EF515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F10AEF06-87CF-441E-D817-E55DF8D07D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F10AEF06-87CF-441E-D817-E55DF8D07D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hteck 61">
            <a:extLst>
              <a:ext uri="{FF2B5EF4-FFF2-40B4-BE49-F238E27FC236}">
                <a16:creationId xmlns:a16="http://schemas.microsoft.com/office/drawing/2014/main" id="{1B6E2BC0-11A4-A9F1-C256-77B6B9F5B71D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C70BEC58-B34D-D9F7-105D-6546EC498F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C70BEC58-B34D-D9F7-105D-6546EC498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hteck 63">
            <a:extLst>
              <a:ext uri="{FF2B5EF4-FFF2-40B4-BE49-F238E27FC236}">
                <a16:creationId xmlns:a16="http://schemas.microsoft.com/office/drawing/2014/main" id="{A19855B9-24FE-DA16-ADC0-45B8AD009521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588D9DC0-F0C9-F43E-5C7D-CD4BC20C7F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588D9DC0-F0C9-F43E-5C7D-CD4BC20C7F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hteck 65">
            <a:extLst>
              <a:ext uri="{FF2B5EF4-FFF2-40B4-BE49-F238E27FC236}">
                <a16:creationId xmlns:a16="http://schemas.microsoft.com/office/drawing/2014/main" id="{A642E1A0-BD11-3B37-1569-263EA553B380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A0E4E1C2-729A-5D28-7D3F-637243DD79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A0E4E1C2-729A-5D28-7D3F-637243DD7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hteck 67">
            <a:extLst>
              <a:ext uri="{FF2B5EF4-FFF2-40B4-BE49-F238E27FC236}">
                <a16:creationId xmlns:a16="http://schemas.microsoft.com/office/drawing/2014/main" id="{4C44C944-8FBB-6150-56F0-C5FB2EAFFB18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3497906C-1D44-6FFF-9E35-0FF21AB8EB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3497906C-1D44-6FFF-9E35-0FF21AB8EB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hteck 69">
            <a:extLst>
              <a:ext uri="{FF2B5EF4-FFF2-40B4-BE49-F238E27FC236}">
                <a16:creationId xmlns:a16="http://schemas.microsoft.com/office/drawing/2014/main" id="{5B75FDAF-A9BE-290E-7918-EF3D9DDF4851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2B7F92D9-9018-A030-4382-30FA7CA4CB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2B7F92D9-9018-A030-4382-30FA7CA4CB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B0B1599-D05D-7AC1-E86B-FB2051863E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B0B1599-D05D-7AC1-E86B-FB2051863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EF774890-B375-12E0-1F7C-304A234EF6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EF774890-B375-12E0-1F7C-304A234EF6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F27C03E8-0F3E-E997-30F1-05624267D8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F27C03E8-0F3E-E997-30F1-05624267D8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218C1787-4444-0D75-A2B7-204AA44AB5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218C1787-4444-0D75-A2B7-204AA44AB5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B07A93E3-4E36-2ED6-6315-4B96CAFCA7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B07A93E3-4E36-2ED6-6315-4B96CAFCA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2C9E73FC-D1C1-4BBC-15C6-C89A1B11C0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2C9E73FC-D1C1-4BBC-15C6-C89A1B11C0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6E2C7A80-6B29-F407-0DCB-B7C94A1298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6E2C7A80-6B29-F407-0DCB-B7C94A129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8A377C6B-5855-124A-C5EA-FC2B29B552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8A377C6B-5855-124A-C5EA-FC2B29B55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A5A7B673-9816-4FCA-D2B7-DB3FDB6370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A5A7B673-9816-4FCA-D2B7-DB3FDB637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53A81E31-2838-5910-D605-F80647A3C9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53A81E31-2838-5910-D605-F80647A3C9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DDD92DDA-F881-17B8-8BB1-5FBE4FF0A4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DDD92DDA-F881-17B8-8BB1-5FBE4FF0A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A170EEFE-6B9D-ECDA-8894-DF0D244ED6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A170EEFE-6B9D-ECDA-8894-DF0D244ED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21E1DDF1-72CA-72B3-A004-08ED80BFB0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21E1DDF1-72CA-72B3-A004-08ED80BFB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itel 1">
                <a:extLst>
                  <a:ext uri="{FF2B5EF4-FFF2-40B4-BE49-F238E27FC236}">
                    <a16:creationId xmlns:a16="http://schemas.microsoft.com/office/drawing/2014/main" id="{F8B115E7-BAB3-AA01-E1E9-1DB851850A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itel 1">
                <a:extLst>
                  <a:ext uri="{FF2B5EF4-FFF2-40B4-BE49-F238E27FC236}">
                    <a16:creationId xmlns:a16="http://schemas.microsoft.com/office/drawing/2014/main" id="{F8B115E7-BAB3-AA01-E1E9-1DB851850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3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1BF18E03-7ECB-97B0-8D0B-800BB374C1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1BF18E03-7ECB-97B0-8D0B-800BB374C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3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A21A6672-54DA-588A-A2FF-989120B46C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A21A6672-54DA-588A-A2FF-989120B46C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5905575"/>
                <a:ext cx="1008000" cy="432000"/>
              </a:xfrm>
              <a:prstGeom prst="rect">
                <a:avLst/>
              </a:prstGeom>
              <a:blipFill>
                <a:blip r:embed="rId34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27FB3602-EEFD-7691-B9F5-0C49D823E3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4681574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27FB3602-EEFD-7691-B9F5-0C49D823E3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4681574"/>
                <a:ext cx="1008000" cy="432000"/>
              </a:xfrm>
              <a:prstGeom prst="rect">
                <a:avLst/>
              </a:prstGeom>
              <a:blipFill>
                <a:blip r:embed="rId35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5B87F29A-DC48-7660-A66E-AAE8CA14A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2845574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5B87F29A-DC48-7660-A66E-AAE8CA14A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2845574"/>
                <a:ext cx="1008000" cy="432000"/>
              </a:xfrm>
              <a:prstGeom prst="rect">
                <a:avLst/>
              </a:prstGeom>
              <a:blipFill>
                <a:blip r:embed="rId36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D7366C1A-5D33-E2F9-6427-6133E81EB6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4069788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D7366C1A-5D33-E2F9-6427-6133E81EB6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4069788"/>
                <a:ext cx="1008000" cy="432000"/>
              </a:xfrm>
              <a:prstGeom prst="rect">
                <a:avLst/>
              </a:prstGeom>
              <a:blipFill>
                <a:blip r:embed="rId37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4281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D16F1-16A4-C994-1B30-00BE02040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>
            <a:extLst>
              <a:ext uri="{FF2B5EF4-FFF2-40B4-BE49-F238E27FC236}">
                <a16:creationId xmlns:a16="http://schemas.microsoft.com/office/drawing/2014/main" id="{5E88F926-30C6-5192-ABCB-BB37F88EF9A6}"/>
              </a:ext>
            </a:extLst>
          </p:cNvPr>
          <p:cNvSpPr/>
          <p:nvPr/>
        </p:nvSpPr>
        <p:spPr>
          <a:xfrm>
            <a:off x="6524624" y="2746239"/>
            <a:ext cx="4336416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D69221B-7D3B-EEBA-24F7-DBB0A4DDA9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D69221B-7D3B-EEBA-24F7-DBB0A4DDA9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5BE61CCA-0B01-B748-BC4D-996B3CB3EAB7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6B09C4C9-04BE-A485-739B-286B268BDD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6B09C4C9-04BE-A485-739B-286B268BD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8FDAE00C-9EEF-2C41-1B76-44C71ECF08CB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B3A8CCD4-13A9-9A68-0626-31144E6BEE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Titel 1">
                <a:extLst>
                  <a:ext uri="{FF2B5EF4-FFF2-40B4-BE49-F238E27FC236}">
                    <a16:creationId xmlns:a16="http://schemas.microsoft.com/office/drawing/2014/main" id="{B3A8CCD4-13A9-9A68-0626-31144E6BEE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Rechteck 43">
            <a:extLst>
              <a:ext uri="{FF2B5EF4-FFF2-40B4-BE49-F238E27FC236}">
                <a16:creationId xmlns:a16="http://schemas.microsoft.com/office/drawing/2014/main" id="{58A68BD2-4AEB-4989-3B41-AE13376DFD2E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4B9E70A1-8FB5-5EA0-12DD-0C86610B07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4B9E70A1-8FB5-5EA0-12DD-0C86610B0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Rechteck 45">
            <a:extLst>
              <a:ext uri="{FF2B5EF4-FFF2-40B4-BE49-F238E27FC236}">
                <a16:creationId xmlns:a16="http://schemas.microsoft.com/office/drawing/2014/main" id="{9DD5993E-4A7B-980F-AE6F-F20F83F0C86B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9C188BC3-B874-4580-101B-8692AA26B4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9C188BC3-B874-4580-101B-8692AA26B4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Rechteck 47">
            <a:extLst>
              <a:ext uri="{FF2B5EF4-FFF2-40B4-BE49-F238E27FC236}">
                <a16:creationId xmlns:a16="http://schemas.microsoft.com/office/drawing/2014/main" id="{AFEB7D4A-F3B1-6C40-3638-1313A5022895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A1C74DEA-1742-D702-552A-CE7F45C48B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A1C74DEA-1742-D702-552A-CE7F45C48B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hteck 49">
            <a:extLst>
              <a:ext uri="{FF2B5EF4-FFF2-40B4-BE49-F238E27FC236}">
                <a16:creationId xmlns:a16="http://schemas.microsoft.com/office/drawing/2014/main" id="{A9D28945-FC83-2234-B9EB-B96B21D1CE92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5EC6EDB8-5E57-A112-2A1A-D110EF62FA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5EC6EDB8-5E57-A112-2A1A-D110EF62FA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hteck 51">
            <a:extLst>
              <a:ext uri="{FF2B5EF4-FFF2-40B4-BE49-F238E27FC236}">
                <a16:creationId xmlns:a16="http://schemas.microsoft.com/office/drawing/2014/main" id="{DB7E82CC-B7BB-3F03-C582-839471163659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C814CA5B-0837-FE9F-C23B-A1F739A71F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3" name="Titel 1">
                <a:extLst>
                  <a:ext uri="{FF2B5EF4-FFF2-40B4-BE49-F238E27FC236}">
                    <a16:creationId xmlns:a16="http://schemas.microsoft.com/office/drawing/2014/main" id="{C814CA5B-0837-FE9F-C23B-A1F739A71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hteck 53">
            <a:extLst>
              <a:ext uri="{FF2B5EF4-FFF2-40B4-BE49-F238E27FC236}">
                <a16:creationId xmlns:a16="http://schemas.microsoft.com/office/drawing/2014/main" id="{ADC83D92-7734-51F6-A7CF-D7224CD3B60C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45A87DDF-FEF4-96AE-71BF-47FD53219CA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5" name="Titel 1">
                <a:extLst>
                  <a:ext uri="{FF2B5EF4-FFF2-40B4-BE49-F238E27FC236}">
                    <a16:creationId xmlns:a16="http://schemas.microsoft.com/office/drawing/2014/main" id="{45A87DDF-FEF4-96AE-71BF-47FD53219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Rechteck 55">
            <a:extLst>
              <a:ext uri="{FF2B5EF4-FFF2-40B4-BE49-F238E27FC236}">
                <a16:creationId xmlns:a16="http://schemas.microsoft.com/office/drawing/2014/main" id="{489B7573-4F55-0DD4-3D49-F04DA65C19E0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062772E1-4375-4BD3-CFDA-C5ED1AD742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062772E1-4375-4BD3-CFDA-C5ED1AD742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Rechteck 57">
            <a:extLst>
              <a:ext uri="{FF2B5EF4-FFF2-40B4-BE49-F238E27FC236}">
                <a16:creationId xmlns:a16="http://schemas.microsoft.com/office/drawing/2014/main" id="{B9E5960F-347C-46B1-E11E-499103306D34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08650FFD-98E0-25C2-87BC-7F8D4531F0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08650FFD-98E0-25C2-87BC-7F8D4531F0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hteck 59">
            <a:extLst>
              <a:ext uri="{FF2B5EF4-FFF2-40B4-BE49-F238E27FC236}">
                <a16:creationId xmlns:a16="http://schemas.microsoft.com/office/drawing/2014/main" id="{5DA1B3D2-4100-1C03-46ED-56254E7AB2A1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BD716F49-04E5-0934-3555-1BDFC0300D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BD716F49-04E5-0934-3555-1BDFC0300D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hteck 61">
            <a:extLst>
              <a:ext uri="{FF2B5EF4-FFF2-40B4-BE49-F238E27FC236}">
                <a16:creationId xmlns:a16="http://schemas.microsoft.com/office/drawing/2014/main" id="{261CEA81-7B2F-4AAB-B504-DB5E29F062AF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2F09D16B-13F2-0224-7BEA-535D7FBC0A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2F09D16B-13F2-0224-7BEA-535D7FBC0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Rechteck 63">
            <a:extLst>
              <a:ext uri="{FF2B5EF4-FFF2-40B4-BE49-F238E27FC236}">
                <a16:creationId xmlns:a16="http://schemas.microsoft.com/office/drawing/2014/main" id="{891CA368-692D-833D-A430-66E069111259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A52A30BB-FD2D-26AC-B5FC-3D23A2049F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A52A30BB-FD2D-26AC-B5FC-3D23A2049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Rechteck 65">
            <a:extLst>
              <a:ext uri="{FF2B5EF4-FFF2-40B4-BE49-F238E27FC236}">
                <a16:creationId xmlns:a16="http://schemas.microsoft.com/office/drawing/2014/main" id="{19D4BB33-6CCD-71BE-77BF-97F6982FD857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C04EEB27-8880-42E9-8A75-A4C662C1DD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C04EEB27-8880-42E9-8A75-A4C662C1DD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hteck 67">
            <a:extLst>
              <a:ext uri="{FF2B5EF4-FFF2-40B4-BE49-F238E27FC236}">
                <a16:creationId xmlns:a16="http://schemas.microsoft.com/office/drawing/2014/main" id="{718B2AC4-03AE-938B-3D21-A8E536815437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2421A766-466A-1672-9421-03096F547E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9" name="Titel 1">
                <a:extLst>
                  <a:ext uri="{FF2B5EF4-FFF2-40B4-BE49-F238E27FC236}">
                    <a16:creationId xmlns:a16="http://schemas.microsoft.com/office/drawing/2014/main" id="{2421A766-466A-1672-9421-03096F547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Rechteck 69">
            <a:extLst>
              <a:ext uri="{FF2B5EF4-FFF2-40B4-BE49-F238E27FC236}">
                <a16:creationId xmlns:a16="http://schemas.microsoft.com/office/drawing/2014/main" id="{A2F6C582-753C-AFB5-DECC-3677702AD624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FC433AF1-3108-9DCF-5B2D-A8786936CF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1" name="Titel 1">
                <a:extLst>
                  <a:ext uri="{FF2B5EF4-FFF2-40B4-BE49-F238E27FC236}">
                    <a16:creationId xmlns:a16="http://schemas.microsoft.com/office/drawing/2014/main" id="{FC433AF1-3108-9DCF-5B2D-A8786936C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7DA76E31-D4CB-26F7-8981-A1A23D4849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7DA76E31-D4CB-26F7-8981-A1A23D484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EB9E87A3-3446-4DEE-F1C0-FBC8330A4A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EB9E87A3-3446-4DEE-F1C0-FBC8330A4A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4C307714-74F4-9BD2-03E1-820E80AA2F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4C307714-74F4-9BD2-03E1-820E80AA2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CEAA518F-8E72-85B4-9590-CFD267F94B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CEAA518F-8E72-85B4-9590-CFD267F94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5763715F-0E42-E800-D30F-564FB9FA1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9" name="Titel 1">
                <a:extLst>
                  <a:ext uri="{FF2B5EF4-FFF2-40B4-BE49-F238E27FC236}">
                    <a16:creationId xmlns:a16="http://schemas.microsoft.com/office/drawing/2014/main" id="{5763715F-0E42-E800-D30F-564FB9FA1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3DA805A0-D269-F9A5-4783-394F5730F3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3DA805A0-D269-F9A5-4783-394F5730F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DA510836-DE35-C8BA-A59F-571BCB6068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itel 1">
                <a:extLst>
                  <a:ext uri="{FF2B5EF4-FFF2-40B4-BE49-F238E27FC236}">
                    <a16:creationId xmlns:a16="http://schemas.microsoft.com/office/drawing/2014/main" id="{DA510836-DE35-C8BA-A59F-571BCB606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2B05E537-2121-912C-5F9C-F72A301AE0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2B05E537-2121-912C-5F9C-F72A301AE0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5D475B5F-4788-2FC5-D758-CEA30F9F39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5D475B5F-4788-2FC5-D758-CEA30F9F3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105B5896-AC53-45FB-C925-A72B3276D0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105B5896-AC53-45FB-C925-A72B3276D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930B1E6B-B72C-4336-DDCC-3AAA93EA95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930B1E6B-B72C-4336-DDCC-3AAA93EA9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8543C6D0-BD7E-DF3D-3B0C-51E90CF5E8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8543C6D0-BD7E-DF3D-3B0C-51E90CF5E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0B59BE05-5CD1-1BF8-2394-89B3664619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0B59BE05-5CD1-1BF8-2394-89B366461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itel 1">
                <a:extLst>
                  <a:ext uri="{FF2B5EF4-FFF2-40B4-BE49-F238E27FC236}">
                    <a16:creationId xmlns:a16="http://schemas.microsoft.com/office/drawing/2014/main" id="{E7FEC47C-4F43-3FBC-0935-B0E28058AC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Titel 1">
                <a:extLst>
                  <a:ext uri="{FF2B5EF4-FFF2-40B4-BE49-F238E27FC236}">
                    <a16:creationId xmlns:a16="http://schemas.microsoft.com/office/drawing/2014/main" id="{E7FEC47C-4F43-3FBC-0935-B0E28058A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3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901D9370-EB98-DB91-B6E1-315EA410B6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901D9370-EB98-DB91-B6E1-315EA410B6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3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700F9DE0-BC9E-F786-0076-A9745C56913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2845574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700F9DE0-BC9E-F786-0076-A9745C569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2845574"/>
                <a:ext cx="1008000" cy="432000"/>
              </a:xfrm>
              <a:prstGeom prst="rect">
                <a:avLst/>
              </a:prstGeom>
              <a:blipFill>
                <a:blip r:embed="rId34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887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06E2A-B571-9092-8E1D-B8B51A8DB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C94D98C3-C763-9B7F-152C-AADA35D77D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C94D98C3-C763-9B7F-152C-AADA35D77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5CBC7E21-056C-53EA-3E42-19ACD6D8BF46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43A1720-F31D-6AA2-F9BC-65BC03DB99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43A1720-F31D-6AA2-F9BC-65BC03DB99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139835CD-682F-60B6-1FB7-3DB744A81D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139835CD-682F-60B6-1FB7-3DB744A81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023FE036-3604-EB20-6F55-453DCFA0DC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023FE036-3604-EB20-6F55-453DCFA0D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8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5A384A6D-D121-AEBF-A5B2-4C5BFC83F4BC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DA6B511-3385-A2A0-B0BB-995935078B34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12E355B-BBA4-CD6F-FA7A-EBF2148E8BE3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ADCB87C-B9AE-A125-D6FF-24EA40A57AEE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7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3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6B38EA33-2502-0AC0-C57A-09894BB2DB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6B38EA33-2502-0AC0-C57A-09894BB2D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20046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770A8-BBCD-A7F3-706C-6A3F4D4D3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03046AA-CBAD-06FB-11F7-316CC489D6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03046AA-CBAD-06FB-11F7-316CC489D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ED9A144A-2261-6F38-CC91-5733ACF6D910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4C824009-7671-7FD9-B32C-9FC68D5529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4C824009-7671-7FD9-B32C-9FC68D5529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DB7E87A2-4521-EB2D-C853-9A25D83C7F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DB7E87A2-4521-EB2D-C853-9A25D83C7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1760D170-9F8C-6BF0-E3DE-372CD139B6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1760D170-9F8C-6BF0-E3DE-372CD139B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8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BA2DD674-59B7-24AF-8D71-FBF4D0C70BF7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46ACE7B-660C-23C1-788E-62E7D153292C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9758B4A-BF4F-7A50-E34E-7D017759C056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41405D9E-ACE7-FA18-90F0-8BF8F7D22B02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4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3B00B5D9-B5F1-0C12-D53C-DB7EB39BAE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3B00B5D9-B5F1-0C12-D53C-DB7EB39BAE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45B63D73-0541-DEB1-9662-3B3EDF539A16}"/>
              </a:ext>
            </a:extLst>
          </p:cNvPr>
          <p:cNvSpPr txBox="1">
            <a:spLocks/>
          </p:cNvSpPr>
          <p:nvPr/>
        </p:nvSpPr>
        <p:spPr>
          <a:xfrm>
            <a:off x="395606" y="2721559"/>
            <a:ext cx="4056694" cy="1414881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Neues Optimum gefunden!</a:t>
            </a:r>
          </a:p>
        </p:txBody>
      </p:sp>
    </p:spTree>
    <p:extLst>
      <p:ext uri="{BB962C8B-B14F-4D97-AF65-F5344CB8AC3E}">
        <p14:creationId xmlns:p14="http://schemas.microsoft.com/office/powerpoint/2010/main" val="1095921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8DF32-CCC0-B459-2B0A-4A88C5FC5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5E94FFB-95DB-6577-323F-8069CA6774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5E94FFB-95DB-6577-323F-8069CA677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16CDEC1D-0F1A-37A0-B9B2-C60C3CC6A8A3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AB79F3E-7BC7-FEB8-2153-BC43FBE9F653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61D6EEF2-65F0-6106-018B-5DBB70888D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61D6EEF2-65F0-6106-018B-5DBB70888D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6D6EE613-BED9-1E9E-9E3C-AAC8E3EE55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6D6EE613-BED9-1E9E-9E3C-AAC8E3EE5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4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C3C60949-91B4-F74B-84AC-B5C37C6A46D5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B8CBF81A-B245-A479-DC1D-D089863118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B8CBF81A-B245-A479-DC1D-D08986311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C67C8310-5241-8717-CCE1-7CE1879C2E0A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BCCF571-7A18-88E2-682E-36EF32EB85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BCCF571-7A18-88E2-682E-36EF32EB8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D5698C6D-D9FF-0B6B-02F1-BEDE459F7A0F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4AC04AF4-4F78-7515-0ED1-2A3C8AA3D1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4AC04AF4-4F78-7515-0ED1-2A3C8AA3D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!!Rechteck 12">
            <a:extLst>
              <a:ext uri="{FF2B5EF4-FFF2-40B4-BE49-F238E27FC236}">
                <a16:creationId xmlns:a16="http://schemas.microsoft.com/office/drawing/2014/main" id="{6BF15D74-1058-A7CF-D0F1-6841817B575F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9EA6C50-4CF8-C74A-2A8F-A89310F0A7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9EA6C50-4CF8-C74A-2A8F-A89310F0A7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B74EB0ED-47D2-7CA9-C4E2-8F4582E76A3B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97AEA81B-737E-47B8-7D77-698338F29D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97AEA81B-737E-47B8-7D77-698338F29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BEE69D94-B685-1478-486C-3659285F79B4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065A131E-577E-62CF-CE05-718A126E76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065A131E-577E-62CF-CE05-718A126E7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66580D4C-B1D6-A970-D70F-727D8CB2CBD6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018FE5FE-702E-A242-7A2B-1B0C6273CD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018FE5FE-702E-A242-7A2B-1B0C6273C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B20561DA-9A66-A288-9D91-15A5324F144E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53CBD17-8942-4FE7-B48B-4F57C16842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53CBD17-8942-4FE7-B48B-4F57C1684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E20ECEE8-0546-5FCD-954C-EF72EC8A5347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CCB96F3-52BA-F502-22A6-36FB4C4501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CCB96F3-52BA-F502-22A6-36FB4C450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ECC0F9A2-9EAB-63A3-9633-2C8CC720A2EF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81572EEE-B2C6-1579-46C9-7036A662AB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81572EEE-B2C6-1579-46C9-7036A662AB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F3BB5100-3741-951F-267F-386BA63B9FB8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AEBE11B1-4884-FD3F-B749-2FC27CFD0E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AEBE11B1-4884-FD3F-B749-2FC27CFD0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19C11887-7FFB-1E0D-B631-1B59BD2CFF6D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E77A9122-02A2-9FBB-F053-91B7B34B89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E77A9122-02A2-9FBB-F053-91B7B34B89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6427EB19-FD1C-C1C4-FE63-3998B37807EF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33140B73-F8B2-FE03-2DC3-965562C069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33140B73-F8B2-FE03-2DC3-965562C06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F1BE8229-E47A-C101-9E42-4392BD669F3A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87F89577-9DC4-9E6D-D4E5-9ABB95A30B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87F89577-9DC4-9E6D-D4E5-9ABB95A30B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EABE9C72-85E5-FAE8-9282-0240A996A9F5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96767604-11C9-0680-4C98-1233BACFB5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96767604-11C9-0680-4C98-1233BACFB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39273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88CE5-8425-8A9A-E571-ADC333CA1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5399AA36-74F9-50A9-9DA7-F528C82C63E1}"/>
              </a:ext>
            </a:extLst>
          </p:cNvPr>
          <p:cNvSpPr/>
          <p:nvPr/>
        </p:nvSpPr>
        <p:spPr>
          <a:xfrm>
            <a:off x="6524624" y="3365999"/>
            <a:ext cx="2754376" cy="628971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EB91160-80F3-9785-45E6-2D1BCC3542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EB91160-80F3-9785-45E6-2D1BCC354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1DC642BE-1188-B309-3CAC-28007B007001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5D7D5E5-56F9-2756-DC02-E5A74239D65A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5176E570-6BC4-3971-D946-943EA3EC0C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5176E570-6BC4-3971-D946-943EA3EC0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FFA67411-234D-FDB2-732B-32CB016D84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FFA67411-234D-FDB2-732B-32CB016D84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4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CD73CE76-77C8-6376-2230-7AA56CE780C9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1A4548FD-C91C-2C60-3141-E37CDD374B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1A4548FD-C91C-2C60-3141-E37CDD374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95E5918E-2D08-AFDB-E649-720C08DBAE45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C03C013A-EB25-758C-0643-19473433E9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C03C013A-EB25-758C-0643-19473433E9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781A34AA-2A58-A404-7BDA-844752106225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F8875C2-8D87-B934-33DC-483C60CF9C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F8875C2-8D87-B934-33DC-483C60CF9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!!Rechteck 12">
            <a:extLst>
              <a:ext uri="{FF2B5EF4-FFF2-40B4-BE49-F238E27FC236}">
                <a16:creationId xmlns:a16="http://schemas.microsoft.com/office/drawing/2014/main" id="{6A8CFD68-8650-3DC9-BB8E-EDB61EA8EAA9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4496E450-7719-0DBB-9465-DDD6045AB9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4496E450-7719-0DBB-9465-DDD6045AB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E20E3A93-359B-7F75-ED9E-80B1A3FA859B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014108C7-C59D-4548-57BC-12C3AEC787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014108C7-C59D-4548-57BC-12C3AEC78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31F9717A-52ED-FFC1-7D48-5F8CA2E15F83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44E3953-E526-7F39-EC7B-BFD318B455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44E3953-E526-7F39-EC7B-BFD318B455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4E07C9BD-6CF5-EBE3-0471-9F0C3B37B4DA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A7BAA73D-6784-7E8B-7AFE-AE519F1696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A7BAA73D-6784-7E8B-7AFE-AE519F1696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5E6956A2-9345-5370-4FE1-15D67DD250D8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9385AE5C-3866-761A-01E2-D8E64B44E0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9385AE5C-3866-761A-01E2-D8E64B44E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ECE69E3B-6A0B-2557-7E78-E6DBBF12B920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0D7B30D0-C1A7-6609-9263-C86569D06E2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0D7B30D0-C1A7-6609-9263-C86569D06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1AE6A597-A611-9B3A-C93F-B60EDA68950F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84BBA8F6-86E6-DC82-91B7-B7A376459B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84BBA8F6-86E6-DC82-91B7-B7A376459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75250E84-F560-6CA5-67FD-2ACDB992702F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B43457C5-85A1-D68A-7D88-DA81AE8CDD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B43457C5-85A1-D68A-7D88-DA81AE8CDD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FAD0AFF8-0446-04AF-B3BD-E03888CCC7E0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5E5ADA0B-6692-B55E-48E6-184CC239E9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5E5ADA0B-6692-B55E-48E6-184CC239E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8909D7B5-4E25-A248-18C7-22FC4233C934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3BE96C45-F70C-78EF-FCB8-DEDF13C646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3BE96C45-F70C-78EF-FCB8-DEDF13C64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B0C795E7-0B9B-4177-23C0-7BCAFCA43090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F80711AB-ED92-1ED5-453B-8BB6338B8A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F80711AB-ED92-1ED5-453B-8BB6338B8A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27E56FDF-95DE-5CC4-A8BC-C97496666ADF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F56FC5B0-86AA-F7AB-B6EE-C6E54E15C1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F56FC5B0-86AA-F7AB-B6EE-C6E54E15C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595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E53B0-A533-C01E-DE6D-7E5AB076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BD5B7A15-19A2-06AC-616A-2C5EC92DCE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BD5B7A15-19A2-06AC-616A-2C5EC92DC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807D74FC-B525-8A2E-9D23-88790BE54C5B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574372B3-D72A-83C3-BCF7-F83A725BEF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574372B3-D72A-83C3-BCF7-F83A725BE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3E30F790-47BA-AA8C-F7BB-BA781470AFF9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D03C359E-059E-35D7-C9A5-0C9D81BB73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D03C359E-059E-35D7-C9A5-0C9D81BB7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334827D0-0A43-FC4E-67ED-83760C3D7451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957AF333-BE4D-437D-5D1E-77E38D8371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957AF333-BE4D-437D-5D1E-77E38D8371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AC2A29F4-117B-DBCE-003D-1C17347E7292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639475E6-C009-71BC-806C-6CBDF195F7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639475E6-C009-71BC-806C-6CBDF195F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218F4822-04E3-344E-07F2-2129C5F10DC4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B8EDB551-5163-3B88-8DE1-E1CE4800E5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B8EDB551-5163-3B88-8DE1-E1CE4800E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81904EAD-FF74-5DE8-3214-255C36A7EFA8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5EF7D851-5A22-03C5-371D-3E1660B1F6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5EF7D851-5A22-03C5-371D-3E1660B1F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E511B9FE-728B-3BD6-2757-2CAC105C8773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17F6D981-1D31-B608-A8D4-221A61042AA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17F6D981-1D31-B608-A8D4-221A61042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FC808B01-5A9A-07F4-98A5-3171D1A8DCA6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D4B6141C-D2F0-B848-BBCF-98EF60AF4B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D4B6141C-D2F0-B848-BBCF-98EF60AF4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98180A09-1AFA-C01F-153A-5349D36781A9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C503D0A4-1FF5-0AF7-A2F0-8F29FA01D1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C503D0A4-1FF5-0AF7-A2F0-8F29FA01D1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4683792E-418D-4898-FD2D-6516A5491C5F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427C6B99-9FFF-2399-7243-E03F7099F7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427C6B99-9FFF-2399-7243-E03F7099F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5249C2B0-1B59-28C8-2AE3-0796D171B69D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9A891888-E3C0-213C-1A81-F711A17BE8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9A891888-E3C0-213C-1A81-F711A17BE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87707542-B8B8-0A55-380B-9A6835E8A631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7D548C62-9D22-5FCF-6607-F9479E2F50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7D548C62-9D22-5FCF-6607-F9479E2F5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02358434-DE35-0F99-CAA5-3367B05B072E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1EB34A0-1186-3E06-1C99-88E6574D22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1EB34A0-1186-3E06-1C99-88E6574D22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399FC466-1945-59C0-1F4F-4ECEF2CE34B2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E4735D92-3DED-7374-0CB7-6580B770D9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E4735D92-3DED-7374-0CB7-6580B770D9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6DC371C8-8336-68E2-B758-2EEA3227B1B7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34D3052A-3256-AD5E-65AD-220B24DE89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34D3052A-3256-AD5E-65AD-220B24DE8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57641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A518E-6252-4D6B-8D23-D39E15B9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FAC3C24-481E-7D72-A193-0ED4DBEC8C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FAC3C24-481E-7D72-A193-0ED4DBEC8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C088288E-B0C8-2928-E985-740369EAABF3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43F898B0-6F5F-6363-4D31-302ECF1A05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43F898B0-6F5F-6363-4D31-302ECF1A0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A08D134F-D2D9-BF9B-89ED-04783C05397D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97B6327F-F594-A6F4-023E-CFD5F4774B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97B6327F-F594-A6F4-023E-CFD5F4774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8AD8300D-F46B-EEA1-8DB6-E169C43BAC48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BD903D23-57FC-BF94-FBD9-5105141857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BD903D23-57FC-BF94-FBD9-510514185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5ABD7BA5-850D-C0FA-A6AA-36B5DAD02717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C0C218C3-EE8F-EA56-A5F1-5C8D7D652A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C0C218C3-EE8F-EA56-A5F1-5C8D7D652A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1D9D0268-F9C6-74BF-146D-612283608C26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A6E00228-8D4E-206B-C653-87CCC61078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A6E00228-8D4E-206B-C653-87CCC6107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8C7D20AE-0CBA-A5DE-B01B-F19BA79247CE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9F51A69-79F4-70E7-00D9-2D3D95C057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9F51A69-79F4-70E7-00D9-2D3D95C05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436187A6-55D0-9E49-5CA0-105986557A3D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DC91D032-AB91-62AC-6825-32DA5B10E1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DC91D032-AB91-62AC-6825-32DA5B10E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B8A911F4-69CD-3AAF-F26C-BBE9C2601000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9970B01-E9D5-3028-FB29-2C008FD272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9970B01-E9D5-3028-FB29-2C008FD27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F399E92E-E7E1-51B8-4625-A60F2E9C1BF1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E6698FC1-47CF-C3C7-295C-F6F3D43FEBD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E6698FC1-47CF-C3C7-295C-F6F3D43FE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A2A214ED-7F1E-C6B1-0F33-D2DEB30741ED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05860205-6700-0EFA-AAFD-DFF19AA5BC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05860205-6700-0EFA-AAFD-DFF19AA5B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1BA651F1-8FE4-AB88-6681-BCABE23739BC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8DE9288C-A111-BFF3-9375-84EE38485C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8DE9288C-A111-BFF3-9375-84EE38485C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D3C726E6-4889-73BE-E04F-28260C58BCC9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C02935CE-FC03-C408-1073-FDA4269E91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C02935CE-FC03-C408-1073-FDA4269E91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1FB746A5-B275-0F42-753F-8EE4825707E8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BEB08F9D-FD87-8FA4-D896-A49D5CA390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BEB08F9D-FD87-8FA4-D896-A49D5CA39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A13B8FBE-7F78-8054-6D17-860C8F50CA89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CF327FAB-2AC7-D997-7273-013486AD84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CF327FAB-2AC7-D997-7273-013486AD8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3AAA5AD4-2DBB-8467-C404-CC23461561FA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7BB53152-1332-17EC-C6EA-97E89E9D9D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7BB53152-1332-17EC-C6EA-97E89E9D9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77D82439-7568-444A-C9D3-E4EA8674F5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77D82439-7568-444A-C9D3-E4EA8674F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F7966F30-B24E-05B8-0F33-841B286CC0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F7966F30-B24E-05B8-0F33-841B286CC0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3456044A-42DF-BBEC-BFAB-E52469D458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3456044A-42DF-BBEC-BFAB-E52469D45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1C30D8D7-4360-76EE-E9FC-8B73014679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1C30D8D7-4360-76EE-E9FC-8B73014679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B7A9EFE6-730D-6360-7468-993878527E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B7A9EFE6-730D-6360-7468-993878527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3E8E687D-3539-F99B-F897-FB7E9F6ACE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3E8E687D-3539-F99B-F897-FB7E9F6ACE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AF297E29-9B1D-77CB-E32B-F85F31FD88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AF297E29-9B1D-77CB-E32B-F85F31FD8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B800DF36-A1EE-E867-E6E7-E352EC1456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B800DF36-A1EE-E867-E6E7-E352EC145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!!Titel 1">
                <a:extLst>
                  <a:ext uri="{FF2B5EF4-FFF2-40B4-BE49-F238E27FC236}">
                    <a16:creationId xmlns:a16="http://schemas.microsoft.com/office/drawing/2014/main" id="{A4596980-02B4-38F8-4DB1-55214F1E38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!!Titel 1">
                <a:extLst>
                  <a:ext uri="{FF2B5EF4-FFF2-40B4-BE49-F238E27FC236}">
                    <a16:creationId xmlns:a16="http://schemas.microsoft.com/office/drawing/2014/main" id="{A4596980-02B4-38F8-4DB1-55214F1E3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C0A8EAAF-94F9-9120-7165-52BD8C0B57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C0A8EAAF-94F9-9120-7165-52BD8C0B5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EAA17A0B-E047-48F5-B091-0B140E8B79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EAA17A0B-E047-48F5-B091-0B140E8B7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45A3C53A-827B-5DD4-892D-2C7CA4A2DA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45A3C53A-827B-5DD4-892D-2C7CA4A2D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B307E3E3-9A26-68F4-8660-07BF80ABB3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B307E3E3-9A26-68F4-8660-07BF80ABB3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E7518F02-01BC-28A7-029F-0337CD184C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E7518F02-01BC-28A7-029F-0337CD184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8399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6F783-B5A1-701E-89C3-4846BD1BA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CD3B484B-411B-1C5A-772D-3F4C16C86835}"/>
              </a:ext>
            </a:extLst>
          </p:cNvPr>
          <p:cNvSpPr/>
          <p:nvPr/>
        </p:nvSpPr>
        <p:spPr>
          <a:xfrm>
            <a:off x="1986568" y="459644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26F312B4-5E9E-3889-D55F-A977AB843C64}"/>
              </a:ext>
            </a:extLst>
          </p:cNvPr>
          <p:cNvSpPr/>
          <p:nvPr/>
        </p:nvSpPr>
        <p:spPr>
          <a:xfrm>
            <a:off x="6524624" y="2126479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57C48B20-7807-7088-F697-B121A68711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57C48B20-7807-7088-F697-B121A6871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8A0378CB-B0AE-E0A8-F31A-BB7C448F41F4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96E6A111-B5E5-1859-64BB-B56D447C09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96E6A111-B5E5-1859-64BB-B56D447C09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F7182535-587F-E10D-8B67-2FB449EB739C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83D29B04-426B-21AE-FC0C-6237F65C06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83D29B04-426B-21AE-FC0C-6237F65C0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EEB819EA-9502-8254-2A55-030E2113C8D9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0A7E151-F24B-D31E-8300-E7F8772D25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0A7E151-F24B-D31E-8300-E7F8772D2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7F2CBF45-BD4D-6820-9A1F-20185DE92D63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705C393A-DBAF-363B-3828-8E4D985BD5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705C393A-DBAF-363B-3828-8E4D985BD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10E4D1DF-6011-1B26-8CA1-7D20FE49CF3B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CD9D9232-BE26-17A4-4F09-82BE88D54F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CD9D9232-BE26-17A4-4F09-82BE88D54F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47A16D91-B536-9112-1CC7-D29FF8033352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0DEB6135-6E52-6F70-E89E-9080B1235C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0DEB6135-6E52-6F70-E89E-9080B1235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11DFDC2E-E066-5B5E-15AF-0BB90C5F8692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6BDA71A8-BF40-6E4E-C814-CF2A8E172B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6BDA71A8-BF40-6E4E-C814-CF2A8E172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B0161125-AB80-C30B-9E63-CB03C7928A97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B4C8A852-58C0-372F-A862-1BB4BB2166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B4C8A852-58C0-372F-A862-1BB4BB216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03C964A2-F659-9F13-1F6A-6C38A5E81DA2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E48D7A3C-0B04-B2C0-0136-985F6C2E29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E48D7A3C-0B04-B2C0-0136-985F6C2E2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87465E4C-BBFD-DD15-6855-F445DF395122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B95CCFC7-1794-FAA2-093D-D80E2A9DFC4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B95CCFC7-1794-FAA2-093D-D80E2A9DF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6BE95865-FACB-E1CE-68ED-95B2D0AA749D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CBA579C5-BA59-BEF2-A821-FC7BF2D86A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CBA579C5-BA59-BEF2-A821-FC7BF2D86A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2B097AF3-E716-D3FD-335A-03AB5200C649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F8904110-33B0-1DBB-C43D-35A7228502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F8904110-33B0-1DBB-C43D-35A722850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DAEF8680-7EA0-CFEB-33EF-2BCFB290B20D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900C2260-BBD6-41D0-97CC-3D372E9B8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900C2260-BBD6-41D0-97CC-3D372E9B8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B9D9F2E2-A32D-8030-493E-19C56D821568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034D3F06-FEB9-1FE0-7835-D268E96628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034D3F06-FEB9-1FE0-7835-D268E9662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B2AB47ED-A2BE-E5B9-BC73-AB3B9B67CB8D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5475EA18-5520-49D6-4487-D8CEB0199A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5475EA18-5520-49D6-4487-D8CEB0199A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69ABD0C1-4D5C-9B76-E740-E8D7104B29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69ABD0C1-4D5C-9B76-E740-E8D7104B29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5964183A-1C58-16F1-1CEA-0C49F94871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5964183A-1C58-16F1-1CEA-0C49F9487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3C3FB066-41FA-EDB1-4944-756E8A67BC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3C3FB066-41FA-EDB1-4944-756E8A67B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71BB8284-0F2A-D666-7DD7-57F2641567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71BB8284-0F2A-D666-7DD7-57F264156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522FFD5C-6191-D263-FBEF-8A9FF0CAD9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522FFD5C-6191-D263-FBEF-8A9FF0CAD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D195CA67-2E66-12DE-FDEC-9775092EE4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D195CA67-2E66-12DE-FDEC-9775092EE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24BDA07-01BF-E458-5AF3-C73A69D89C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24BDA07-01BF-E458-5AF3-C73A69D89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4A130100-7378-16BF-B55F-5BC474F337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4A130100-7378-16BF-B55F-5BC474F33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!!Titel 1">
                <a:extLst>
                  <a:ext uri="{FF2B5EF4-FFF2-40B4-BE49-F238E27FC236}">
                    <a16:creationId xmlns:a16="http://schemas.microsoft.com/office/drawing/2014/main" id="{2E9159B8-0BA2-7A38-2C49-BDC2EAD5C9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!!Titel 1">
                <a:extLst>
                  <a:ext uri="{FF2B5EF4-FFF2-40B4-BE49-F238E27FC236}">
                    <a16:creationId xmlns:a16="http://schemas.microsoft.com/office/drawing/2014/main" id="{2E9159B8-0BA2-7A38-2C49-BDC2EAD5C9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D1699952-8EBB-09B7-7278-71BBBD9A66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D1699952-8EBB-09B7-7278-71BBBD9A6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9E56A61F-6B8C-C045-7657-FECDC2C871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9E56A61F-6B8C-C045-7657-FECDC2C871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F0FE8965-7DF4-1691-9D0B-709E5C7996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F0FE8965-7DF4-1691-9D0B-709E5C799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05BA9B50-21E9-B7CE-CE3F-A2C4730BF3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05BA9B50-21E9-B7CE-CE3F-A2C4730BF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E5ABC689-CD9B-61D1-A960-64EFDB0ED8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E5ABC689-CD9B-61D1-A960-64EFDB0ED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5181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F592-88AA-05E1-8AB0-0DBFC4981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E4EB719E-3BE4-5AAE-2935-BE244464C58F}"/>
              </a:ext>
            </a:extLst>
          </p:cNvPr>
          <p:cNvSpPr/>
          <p:nvPr/>
        </p:nvSpPr>
        <p:spPr>
          <a:xfrm>
            <a:off x="1986568" y="459644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C270EF7E-868C-F729-37F6-72C68EEE470B}"/>
              </a:ext>
            </a:extLst>
          </p:cNvPr>
          <p:cNvSpPr/>
          <p:nvPr/>
        </p:nvSpPr>
        <p:spPr>
          <a:xfrm>
            <a:off x="6524624" y="2126479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DB5A7E23-70D6-B9AE-0CF4-93B50CF208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DB5A7E23-70D6-B9AE-0CF4-93B50CF208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D0443A28-2CAC-AB55-F553-09B7B3FBE878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CAB32C8B-C7A6-C6FB-B3B2-221B9339D4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CAB32C8B-C7A6-C6FB-B3B2-221B9339D4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5C1C6886-D40D-7F4C-DDC3-354A4C536EEC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45A43FC4-4AEE-33BD-C9D1-1B7AC2CC81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45A43FC4-4AEE-33BD-C9D1-1B7AC2CC81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8B3EF39B-83F1-9C6A-2722-2B50EDDB1D42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E7DABFF7-B811-60C8-4F17-B6F8ECC8A0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E7DABFF7-B811-60C8-4F17-B6F8ECC8A0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A6B1EF65-8ED2-67B1-C522-72C2882BCBE3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5CFE92C1-408D-6B6F-EF36-EAE37804A5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5CFE92C1-408D-6B6F-EF36-EAE37804A5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E4432C12-10D4-D1BD-0AB0-61B2FA7F5D4F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7930EB95-0B1C-52DE-5F9A-B210E64D90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7930EB95-0B1C-52DE-5F9A-B210E64D9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0BE8C733-2212-4882-A65B-46D907B1E6BE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F697AC8E-7FE0-7583-997B-4075437801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F697AC8E-7FE0-7583-997B-407543780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0BDE2620-68E3-23C0-C089-E9051DC6DDA9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A4EFBF72-86CD-94A0-AC8B-B81B6B03EDF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A4EFBF72-86CD-94A0-AC8B-B81B6B03E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29E1DF67-FF01-98A4-71DE-B9FCFE90A4A4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FA97B46F-5D39-D33E-14B8-6CDA529D98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FA97B46F-5D39-D33E-14B8-6CDA529D9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46BAA742-6684-677B-D94D-B68579D5253D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E4CA38C3-82E7-E32C-7827-1892A96BD2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E4CA38C3-82E7-E32C-7827-1892A96BD2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F7FA2EBF-E7F0-76F8-E92C-D6FB4C85A7D7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0A83B1F0-42AC-29F8-FE56-6B503ADE99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0A83B1F0-42AC-29F8-FE56-6B503ADE9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CE0B63F0-37D1-8BA4-6C40-F969DAA22900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1261C2B4-46E7-09D9-8015-95B527668C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1261C2B4-46E7-09D9-8015-95B527668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B020171F-7253-A9AD-E605-3F25B099CF65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66376935-6F03-BC8F-6982-CAB8286FEA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66376935-6F03-BC8F-6982-CAB8286FE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9DF02BDC-63DB-D343-6549-3D317AD085C0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98A8141F-E9CC-BD1A-9998-1F737651E6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98A8141F-E9CC-BD1A-9998-1F737651E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ADBE1C04-E443-08AF-5FBE-83E2021B68E4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1C3A8934-A30B-8E4D-4F06-6D24A26FDE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1C3A8934-A30B-8E4D-4F06-6D24A26FD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78E04E2D-AF80-2352-6096-DFF0A8CB3C30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5A4B0276-F337-D90F-F189-18A04A5A72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5A4B0276-F337-D90F-F189-18A04A5A72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5EB7F099-9356-C423-F681-835884864C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5EB7F099-9356-C423-F681-835884864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77C1539B-2FC9-7908-B948-CEEA81A67D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77C1539B-2FC9-7908-B948-CEEA81A67D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B45667AB-9327-E9C4-B7F3-2FE6B7777F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B45667AB-9327-E9C4-B7F3-2FE6B7777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D0B88DAF-C028-25ED-87CB-AC522A676A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D0B88DAF-C028-25ED-87CB-AC522A676A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BE4CD9C-66BE-A05E-26F1-665793B26C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BE4CD9C-66BE-A05E-26F1-665793B26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F31A93D6-9694-F237-A05A-66DC839DED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F31A93D6-9694-F237-A05A-66DC839DE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13FFD3C5-D580-2BF0-F7A8-0F400583FA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13FFD3C5-D580-2BF0-F7A8-0F400583F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0A3739CE-3FC4-DFA1-8606-8337449AAD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0A3739CE-3FC4-DFA1-8606-8337449AA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!!Titel 1">
                <a:extLst>
                  <a:ext uri="{FF2B5EF4-FFF2-40B4-BE49-F238E27FC236}">
                    <a16:creationId xmlns:a16="http://schemas.microsoft.com/office/drawing/2014/main" id="{1AA1AA31-BBC3-C832-1F4F-DE41272EFC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!!Titel 1">
                <a:extLst>
                  <a:ext uri="{FF2B5EF4-FFF2-40B4-BE49-F238E27FC236}">
                    <a16:creationId xmlns:a16="http://schemas.microsoft.com/office/drawing/2014/main" id="{1AA1AA31-BBC3-C832-1F4F-DE41272EFC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78E7122C-91B8-292C-8EA0-0A640DBB16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78E7122C-91B8-292C-8EA0-0A640DBB16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3AC9F9B3-272D-71DB-60BC-5B7BABF867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3AC9F9B3-272D-71DB-60BC-5B7BABF86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5BDE46C7-469D-96CD-2847-54E542C77C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5BDE46C7-469D-96CD-2847-54E542C77C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604F7640-0575-FAB1-8E40-25784E1923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604F7640-0575-FAB1-8E40-25784E1923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BDEC4F1D-800A-6F44-2AD9-4625D8E4D0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BDEC4F1D-800A-6F44-2AD9-4625D8E4D0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itel 1">
                <a:extLst>
                  <a:ext uri="{FF2B5EF4-FFF2-40B4-BE49-F238E27FC236}">
                    <a16:creationId xmlns:a16="http://schemas.microsoft.com/office/drawing/2014/main" id="{52F77A57-1757-BD90-E444-98AC81E5CF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Titel 1">
                <a:extLst>
                  <a:ext uri="{FF2B5EF4-FFF2-40B4-BE49-F238E27FC236}">
                    <a16:creationId xmlns:a16="http://schemas.microsoft.com/office/drawing/2014/main" id="{52F77A57-1757-BD90-E444-98AC81E5C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2233575"/>
                <a:ext cx="1008000" cy="432000"/>
              </a:xfrm>
              <a:prstGeom prst="rect">
                <a:avLst/>
              </a:prstGeom>
              <a:blipFill>
                <a:blip r:embed="rId32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itel 1">
                <a:extLst>
                  <a:ext uri="{FF2B5EF4-FFF2-40B4-BE49-F238E27FC236}">
                    <a16:creationId xmlns:a16="http://schemas.microsoft.com/office/drawing/2014/main" id="{A512674C-EC95-749E-7CDC-834BD4BE90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60300" y="472299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Titel 1">
                <a:extLst>
                  <a:ext uri="{FF2B5EF4-FFF2-40B4-BE49-F238E27FC236}">
                    <a16:creationId xmlns:a16="http://schemas.microsoft.com/office/drawing/2014/main" id="{A512674C-EC95-749E-7CDC-834BD4BE9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300" y="4722990"/>
                <a:ext cx="1008000" cy="432000"/>
              </a:xfrm>
              <a:prstGeom prst="rect">
                <a:avLst/>
              </a:prstGeom>
              <a:blipFill>
                <a:blip r:embed="rId33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4742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50D90-EA77-5180-1412-035756051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hteck 42">
            <a:extLst>
              <a:ext uri="{FF2B5EF4-FFF2-40B4-BE49-F238E27FC236}">
                <a16:creationId xmlns:a16="http://schemas.microsoft.com/office/drawing/2014/main" id="{EAD768D5-2BD0-0B58-7BCC-72AB400BD3A8}"/>
              </a:ext>
            </a:extLst>
          </p:cNvPr>
          <p:cNvSpPr/>
          <p:nvPr/>
        </p:nvSpPr>
        <p:spPr>
          <a:xfrm>
            <a:off x="6524624" y="2126479"/>
            <a:ext cx="4397376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7194B28A-D13A-01D5-F779-20ACA86857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7194B28A-D13A-01D5-F779-20ACA8685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9001AE15-16A8-44E4-6526-E54A953E0285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167CA392-6C79-72DD-7A5E-494DAA042D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167CA392-6C79-72DD-7A5E-494DAA042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6B7477B3-2437-5DC2-E289-6EEC0D1D9692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1C24CCAF-E9F6-928F-9BB8-34857616F7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1C24CCAF-E9F6-928F-9BB8-34857616F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EAAAE363-1B78-504E-22E6-CAC0CA77C04F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B2EE3D23-A9CB-8374-AD81-2C4A2549F2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B2EE3D23-A9CB-8374-AD81-2C4A2549F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17E9530F-8A36-250E-F435-1B51AD0A32DC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8CD47395-5329-89BF-BE4A-A187C61565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8CD47395-5329-89BF-BE4A-A187C6156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B87059EC-5C53-4B46-9670-1C476215B7A2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1FF8F4C0-1E7B-FF13-867F-CBDA831B9B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1FF8F4C0-1E7B-FF13-867F-CBDA831B9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5EA27EAA-D295-4A43-0992-033881239F65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7599B911-D38F-7130-4B18-6BA12FDC045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7599B911-D38F-7130-4B18-6BA12FDC0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CE79BEEC-2911-0DAF-F9F5-82C9F24472CB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358AB22B-4A49-9D5A-DEC8-1A095FB8D6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358AB22B-4A49-9D5A-DEC8-1A095FB8D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DB477797-89C8-ADD5-3B9E-66CEEF100C57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CEB029B-E56E-83D3-FCE0-9497933065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CEB029B-E56E-83D3-FCE0-949793306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F69547B6-D63C-9CB6-3EEC-FC4ABBC2C326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94F92920-2862-62ED-75BF-BCBF6127BF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94F92920-2862-62ED-75BF-BCBF6127B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84CDF71B-1F17-29E6-CF69-8493ECBE9558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683D19D4-0BD6-CB52-BB68-E5B8C2C34B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683D19D4-0BD6-CB52-BB68-E5B8C2C34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87C0C7C9-97D7-9E7C-AFA0-6EA1A96ADDAB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BAF68CF5-2DE0-083B-6DBB-357E3D1FD6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BAF68CF5-2DE0-083B-6DBB-357E3D1FD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D346A398-462F-E6AC-B3C9-C17E277EEF37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F23A1BA0-43DE-23FD-2CF7-BDDB3853C4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F23A1BA0-43DE-23FD-2CF7-BDDB3853C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C0E8C7E6-6FF6-3646-5949-CC04020B2D01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BF23B790-0A44-1A91-2288-EB662D3451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BF23B790-0A44-1A91-2288-EB662D345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73C94FD9-F332-FA02-759A-3950E23E6717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F1602F1D-1C5F-ABC4-6571-C641845F19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F1602F1D-1C5F-ABC4-6571-C641845F1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BE253255-2ED7-433A-A0AB-6FAA15595811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671E87DF-3F47-B800-ED49-61578F2BB8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671E87DF-3F47-B800-ED49-61578F2BB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3C958052-8FE7-1022-E260-C7638AECED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3C958052-8FE7-1022-E260-C7638AECE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2BFC31B-9B72-D329-9FF6-7787372FEB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2BFC31B-9B72-D329-9FF6-7787372FE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F1E5E1D5-9797-0A7C-C928-946C6782F3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F1E5E1D5-9797-0A7C-C928-946C6782F3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36DC8F75-22E9-FAAB-597F-C9657F0F3F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36DC8F75-22E9-FAAB-597F-C9657F0F3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57D10D89-FE04-2872-AE8C-2613B8CF61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57D10D89-FE04-2872-AE8C-2613B8CF6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B0BBE821-FD5D-7569-8C22-99C2D19932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B0BBE821-FD5D-7569-8C22-99C2D19932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A9013F52-70DA-6940-9C46-62C1CFE6D2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A9013F52-70DA-6940-9C46-62C1CFE6D2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3E6A00D7-B5DD-400F-9DF3-FE8AE43EAB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3E6A00D7-B5DD-400F-9DF3-FE8AE43EA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!!Titel 1">
                <a:extLst>
                  <a:ext uri="{FF2B5EF4-FFF2-40B4-BE49-F238E27FC236}">
                    <a16:creationId xmlns:a16="http://schemas.microsoft.com/office/drawing/2014/main" id="{7CDD49EE-8019-FEE2-453D-DA68E842FE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!!Titel 1">
                <a:extLst>
                  <a:ext uri="{FF2B5EF4-FFF2-40B4-BE49-F238E27FC236}">
                    <a16:creationId xmlns:a16="http://schemas.microsoft.com/office/drawing/2014/main" id="{7CDD49EE-8019-FEE2-453D-DA68E842FE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879FB892-32F0-9CD3-205A-3CF8EE342E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879FB892-32F0-9CD3-205A-3CF8EE342E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A5E1E502-6339-B707-6F43-5CF7269A29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A5E1E502-6339-B707-6F43-5CF7269A2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7BC9E602-5EE7-6953-3DC8-C2A6C909BD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7BC9E602-5EE7-6953-3DC8-C2A6C909B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D1FD18E8-DDFF-0B29-33CD-7957681F63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D1FD18E8-DDFF-0B29-33CD-7957681F6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7D9A7D73-3134-4176-E840-2E0B651F55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7D9A7D73-3134-4176-E840-2E0B651F55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itel 1">
                <a:extLst>
                  <a:ext uri="{FF2B5EF4-FFF2-40B4-BE49-F238E27FC236}">
                    <a16:creationId xmlns:a16="http://schemas.microsoft.com/office/drawing/2014/main" id="{3FD4C03F-8082-A0AE-0010-A770017C36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Titel 1">
                <a:extLst>
                  <a:ext uri="{FF2B5EF4-FFF2-40B4-BE49-F238E27FC236}">
                    <a16:creationId xmlns:a16="http://schemas.microsoft.com/office/drawing/2014/main" id="{3FD4C03F-8082-A0AE-0010-A770017C36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2233575"/>
                <a:ext cx="1008000" cy="432000"/>
              </a:xfrm>
              <a:prstGeom prst="rect">
                <a:avLst/>
              </a:prstGeom>
              <a:blipFill>
                <a:blip r:embed="rId32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4845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E0081-98FE-0942-D22E-56753972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CDF62E1D-6F39-0484-D78D-1A54012926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CDF62E1D-6F39-0484-D78D-1A5401292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1D235046-1290-F5C4-F505-438112699890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A3707CC7-A4D8-D757-C261-4364387DB6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A3707CC7-A4D8-D757-C261-4364387DB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!!Titel 1">
                <a:extLst>
                  <a:ext uri="{FF2B5EF4-FFF2-40B4-BE49-F238E27FC236}">
                    <a16:creationId xmlns:a16="http://schemas.microsoft.com/office/drawing/2014/main" id="{28901EA0-6516-98B4-B86C-7565E7B32E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!!Titel 1">
                <a:extLst>
                  <a:ext uri="{FF2B5EF4-FFF2-40B4-BE49-F238E27FC236}">
                    <a16:creationId xmlns:a16="http://schemas.microsoft.com/office/drawing/2014/main" id="{28901EA0-6516-98B4-B86C-7565E7B32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D53A9E09-90F4-7728-2964-D0882936CF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D53A9E09-90F4-7728-2964-D0882936C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8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07D8EF21-F9FA-AD86-043C-7F7B0D1E10A7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FCFE32E5-B721-6993-1FE6-940B853274A2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D4445803-5E81-619C-73EF-2C9D255C4B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D4445803-5E81-619C-73EF-2C9D255C4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30FBD689-C846-5023-AB54-38F21C02A2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30FBD689-C846-5023-AB54-38F21C02A2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34C70A65-482E-53E5-88AC-DDAC1F9C016C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D13C339-40C9-C6C5-43BA-97ABC77469B2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4 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2555917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8A765-44B4-9775-B5CD-35B685DDC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63B30D68-F7B2-9C37-EB81-34053F51B1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63B30D68-F7B2-9C37-EB81-34053F51B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134830CA-5B11-E95C-115F-D02C4F262AA8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DCC68117-C742-6852-497C-BF59EE459D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DCC68117-C742-6852-497C-BF59EE459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!!Titel 1">
                <a:extLst>
                  <a:ext uri="{FF2B5EF4-FFF2-40B4-BE49-F238E27FC236}">
                    <a16:creationId xmlns:a16="http://schemas.microsoft.com/office/drawing/2014/main" id="{6520663C-949D-3EFF-9F2C-741FAA963D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!!Titel 1">
                <a:extLst>
                  <a:ext uri="{FF2B5EF4-FFF2-40B4-BE49-F238E27FC236}">
                    <a16:creationId xmlns:a16="http://schemas.microsoft.com/office/drawing/2014/main" id="{6520663C-949D-3EFF-9F2C-741FAA963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0A7D5069-D8A4-6CBF-58CE-F11971590A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0A7D5069-D8A4-6CBF-58CE-F11971590A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8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A4592702-6435-2BB6-168F-59101797F7B8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59E6E3D-4821-6CA5-9C93-BB71AAFA4162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5D137506-CA21-B564-3642-0004B9D9C4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5D137506-CA21-B564-3642-0004B9D9C4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58F89340-DE57-6874-CF71-5CF6540722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58F89340-DE57-6874-CF71-5CF6540722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52226E0E-28EB-4164-AC24-B00D6A0BF66F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01CB0AF-37AD-4024-6869-C72B8C994296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4 </a:t>
            </a:r>
            <a:endParaRPr lang="de-DE" sz="2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5B16450-6E49-067A-BDA9-67009087298A}"/>
              </a:ext>
            </a:extLst>
          </p:cNvPr>
          <p:cNvSpPr txBox="1">
            <a:spLocks/>
          </p:cNvSpPr>
          <p:nvPr/>
        </p:nvSpPr>
        <p:spPr>
          <a:xfrm>
            <a:off x="395606" y="2721559"/>
            <a:ext cx="4056694" cy="1414881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Kein neues Optimum gefunden!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3E88889E-83CD-E5AB-BB70-A3535840DF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3E88889E-83CD-E5AB-BB70-A3535840D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  <a:blipFill>
                <a:blip r:embed="rId8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hteck 16">
            <a:extLst>
              <a:ext uri="{FF2B5EF4-FFF2-40B4-BE49-F238E27FC236}">
                <a16:creationId xmlns:a16="http://schemas.microsoft.com/office/drawing/2014/main" id="{9C02627C-C3F5-E10E-4A29-5BFBAC7C8AF2}"/>
              </a:ext>
            </a:extLst>
          </p:cNvPr>
          <p:cNvSpPr/>
          <p:nvPr/>
        </p:nvSpPr>
        <p:spPr>
          <a:xfrm>
            <a:off x="4103548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67ABC30-E1F2-5BA8-12B7-60F5810C55C3}"/>
              </a:ext>
            </a:extLst>
          </p:cNvPr>
          <p:cNvSpPr txBox="1"/>
          <p:nvPr/>
        </p:nvSpPr>
        <p:spPr>
          <a:xfrm>
            <a:off x="4281577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4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C3F7C434-821C-4F4D-5823-630374BB52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07633" y="58703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C3F7C434-821C-4F4D-5823-630374BB5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633" y="5870375"/>
                <a:ext cx="503524" cy="432000"/>
              </a:xfrm>
              <a:prstGeom prst="rect">
                <a:avLst/>
              </a:prstGeom>
              <a:blipFill>
                <a:blip r:embed="rId9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645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0420-FF18-46CF-B3AB-D5E895FB8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7C84C7D2-C97E-6053-94E4-A1E6B5D4ED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7C84C7D2-C97E-6053-94E4-A1E6B5D4ED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73CF2EEA-5B95-9568-CDE4-F711D15977CA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4FBF0B42-B775-0CB1-D2FD-7F6276C1BF90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1A005A40-ED74-5B22-865F-90DDAD0899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1A005A40-ED74-5B22-865F-90DDAD0899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59A9562B-D24F-BCBA-34D4-B4FAF5070083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9B2902F3-35A5-D9E4-88FA-44606546FE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9B2902F3-35A5-D9E4-88FA-44606546FE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2AAFBE2A-C242-1F20-9A58-D312AA0CD2D5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B3BBB8B2-4F3E-0613-32F9-16A4326B24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B3BBB8B2-4F3E-0613-32F9-16A4326B2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66F87DA6-E01A-E8C9-A9A9-8F842EF4D39B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57545CE-D381-8DEE-0430-0DCBE8FB70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57545CE-D381-8DEE-0430-0DCBE8FB7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036C351D-145D-CB3C-3028-71E8B3CEF192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A291C059-0F8A-AE5F-48FF-8741A4E259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A291C059-0F8A-AE5F-48FF-8741A4E259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E8EF52BA-8306-CDB1-B35F-D9F1481470BD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3563488B-0084-0059-87C5-F113847AF5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3563488B-0084-0059-87C5-F113847AF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6F9F90F1-BAC4-CF69-2763-85D6FD2B9582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94E9E9F1-EA40-5BF4-AF7F-A4F7DEE10F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94E9E9F1-EA40-5BF4-AF7F-A4F7DEE10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BFBF38F7-A077-4A71-580E-7E33BF8975CE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05615C63-1E4C-D514-D449-38833CB5A9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05615C63-1E4C-D514-D449-38833CB5A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304910DF-A192-1164-AC35-A3A64705F680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942FC11D-1DBC-D7FB-1478-1D24DDD2A5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942FC11D-1DBC-D7FB-1478-1D24DDD2A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2FFEA074-2F93-D5D0-94D7-CCCDDAFFCEED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52F2EDE1-85E1-AAC5-C5E3-8FA808C45A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52F2EDE1-85E1-AAC5-C5E3-8FA808C45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45737F97-A154-5D2C-B8E5-4E53C77EA1BA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7615252-9554-BD3D-11BE-7022A943B6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7615252-9554-BD3D-11BE-7022A943B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D2257BC0-1347-C00B-9763-FCA41DADF2B1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B9608621-2E58-68ED-16F1-14C7D4D856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B9608621-2E58-68ED-16F1-14C7D4D85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60123D5A-9DB3-7333-8BED-ED388F4DAF99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80239522-F5C5-46E4-4E0E-42DE3B1AC0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80239522-F5C5-46E4-4E0E-42DE3B1AC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607E45F9-3E78-A68C-F115-DCF7F319212A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A1CEFC3D-EF03-72D4-690B-DBE95C29D7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A1CEFC3D-EF03-72D4-690B-DBE95C29D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!!Rechteck 38">
            <a:extLst>
              <a:ext uri="{FF2B5EF4-FFF2-40B4-BE49-F238E27FC236}">
                <a16:creationId xmlns:a16="http://schemas.microsoft.com/office/drawing/2014/main" id="{15D3A98E-2C7C-9BEF-3474-B92F0CB3C3BD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02F6E037-A792-7A05-BA4F-5EFFF79C5B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02F6E037-A792-7A05-BA4F-5EFFF79C5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93E2A2F6-F406-4895-5E20-C3B2918FB22D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958092ED-50E7-0221-4FA7-AC0A7E7CCD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958092ED-50E7-0221-4FA7-AC0A7E7CC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424EBF7E-1E45-A1A3-7F3D-C8E1DE9C06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424EBF7E-1E45-A1A3-7F3D-C8E1DE9C0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57A5B50C-E62A-5E35-F78F-57F36BB88F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57A5B50C-E62A-5E35-F78F-57F36BB88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01385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0BC7D-CCED-F249-6DF0-B046B0E6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14622D5A-5E01-1B14-72F2-CDE5711CA550}"/>
              </a:ext>
            </a:extLst>
          </p:cNvPr>
          <p:cNvSpPr/>
          <p:nvPr/>
        </p:nvSpPr>
        <p:spPr>
          <a:xfrm>
            <a:off x="1908994" y="5191053"/>
            <a:ext cx="2754376" cy="628971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5EB345B-2EEF-5B00-810F-EB092E76C552}"/>
              </a:ext>
            </a:extLst>
          </p:cNvPr>
          <p:cNvSpPr/>
          <p:nvPr/>
        </p:nvSpPr>
        <p:spPr>
          <a:xfrm>
            <a:off x="6524624" y="3365999"/>
            <a:ext cx="2754376" cy="628971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918849FB-3828-EDE6-8CE7-86452B3A8C0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918849FB-3828-EDE6-8CE7-86452B3A8C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49B383C2-7640-BEC9-4CAF-C9FE984D0670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4D629FE-E94A-4CE5-51D9-AF5F3CCC3C43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8E20AB9A-7EDB-5831-92E6-E2E3B1E5F5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8E20AB9A-7EDB-5831-92E6-E2E3B1E5F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B28A4337-4D5E-D825-4731-492F67730642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4297BBA1-4E73-2F18-F45F-507F0764468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4297BBA1-4E73-2F18-F45F-507F07644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9D522E09-B614-E7CE-780C-1EE01DE5EED7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E4570687-0CB8-587C-B4C7-0F87EBD8D3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E4570687-0CB8-587C-B4C7-0F87EBD8D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74D6EF36-D3A6-4944-93F8-A5009257898C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83A477F6-2262-E580-A9C7-938D958E65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83A477F6-2262-E580-A9C7-938D958E6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07E35BED-EE3F-6D01-7D62-ABDE2222DB6C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5DDDB6F9-13C6-F9F8-DACE-9EAC133DDF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5DDDB6F9-13C6-F9F8-DACE-9EAC133DD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DC4F8B96-77F8-CAF4-9C2E-BFFC93808044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4431B334-206D-75BE-A552-17BB09F1D5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4431B334-206D-75BE-A552-17BB09F1D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DF8DDCD1-18E3-1E0D-2FBF-71C6CC4E3D76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407AB95F-1A93-F6E6-CFE7-E0AAC62A8FD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407AB95F-1A93-F6E6-CFE7-E0AAC62A8F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1946857A-D269-A60F-EC46-CF2E8FB03F78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4C339579-D736-20AA-CBCE-F116D9D32F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4C339579-D736-20AA-CBCE-F116D9D32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F6322474-D883-72B6-942D-0FE60B0BE4F6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28769DFC-AEEC-6205-D4EB-E558B6756C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28769DFC-AEEC-6205-D4EB-E558B6756C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BE12E89A-04F0-E0DB-A96E-E468F72A2FE7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9AA91A3E-D1C9-A0A7-CA86-E9DEC953DE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9AA91A3E-D1C9-A0A7-CA86-E9DEC953D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6471CADA-7EBB-E72D-BF0B-9177C8334855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59D0D88C-5ACE-587C-2143-3056D7A4FD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59D0D88C-5ACE-587C-2143-3056D7A4FD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4A309F1B-2629-DE79-08BE-904556AB8011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CD63F868-2120-5C84-7A45-E7DD33F18A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CD63F868-2120-5C84-7A45-E7DD33F18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BC3DAEBE-A314-7900-B0F7-3CFF186E546B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060FA555-85C8-BF28-97CD-C06E737752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060FA555-85C8-BF28-97CD-C06E737752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E91F331C-0681-A5CB-B435-C4BBAA6B1088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AA33D3F8-999E-C125-DFFE-38CBECF590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AA33D3F8-999E-C125-DFFE-38CBECF590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!!Rechteck 38">
            <a:extLst>
              <a:ext uri="{FF2B5EF4-FFF2-40B4-BE49-F238E27FC236}">
                <a16:creationId xmlns:a16="http://schemas.microsoft.com/office/drawing/2014/main" id="{7EBE228B-13AE-7081-7F24-EB2F388AAA2B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A4869CD8-6431-646F-6AA9-7C89EF422C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A4869CD8-6431-646F-6AA9-7C89EF422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C0B2E1E9-1C54-C1F9-CAE7-F9748D1A2F24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CB5D993A-8611-7668-69C5-9866DE7325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CB5D993A-8611-7668-69C5-9866DE732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24393EAE-ED4E-5823-EB11-375EB0E0DA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24393EAE-ED4E-5823-EB11-375EB0E0D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FCF645A-CFB4-0694-163C-6B133FFE48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FCF645A-CFB4-0694-163C-6B133FFE4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5867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C260C-AC8B-FAEA-7F4A-858A3A2C7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F45CB5B6-4E1D-D44C-0997-05AC928DD5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F45CB5B6-4E1D-D44C-0997-05AC928DD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653B0783-740D-95E4-AB71-1C5E211D880E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55734552-EF84-071A-6256-EBEC9807C4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55734552-EF84-071A-6256-EBEC9807C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C3B00ECA-BEE0-AA37-2B37-8113173CE6E8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67AF67D6-914F-14DB-2FD3-70DF80C4C8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67AF67D6-914F-14DB-2FD3-70DF80C4C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45DFD4BB-727A-B03E-E748-F43E8CF07243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ABCE2DA4-B48E-45DC-1FD8-8FE606FB36C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ABCE2DA4-B48E-45DC-1FD8-8FE606FB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14E87AD3-D7C6-2E69-7F8B-930E13E9BC86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BCE00F1C-770C-9066-8C24-2FEC8A54E5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BCE00F1C-770C-9066-8C24-2FEC8A54E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92D7FD5A-0BAB-985D-7A25-DBDD9AF43821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E80DE835-AD33-5B18-FF06-3343F8B32E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E80DE835-AD33-5B18-FF06-3343F8B32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9E2FA629-C8D9-0619-1FD5-565CEB791A84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693509D7-F6C3-C28C-12F2-C393DE5FA2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693509D7-F6C3-C28C-12F2-C393DE5FA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866E9C1F-0D88-286E-738D-409C9FF5ED81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7F500853-5885-DEB8-DA60-7B88CDBECB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7F500853-5885-DEB8-DA60-7B88CDBEC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86AA5F4B-28B9-BA48-A8E3-AD304BC04AC7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AE3835A-8C6A-6992-3CEC-92BF42FD97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AE3835A-8C6A-6992-3CEC-92BF42FD97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737F2CCF-E28E-F190-DFE5-313948E4DEFA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8C098F97-2941-C5A0-6692-E7E79F2BE7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8C098F97-2941-C5A0-6692-E7E79F2BE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02C66BE7-534E-DB03-ADD5-B308BA6BCDC9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9F29036C-E5FA-C00A-1C91-CFAE781BE1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9F29036C-E5FA-C00A-1C91-CFAE781BE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C54CBE28-5790-22FA-362A-C76A2E68F611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8618DD4E-0D3F-FB7B-B875-EB4339608B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8618DD4E-0D3F-FB7B-B875-EB4339608B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32DFCF5B-1E4D-A890-BD9C-B8849616827C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FF424CF9-2ACC-F652-552F-9040FCDF69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FF424CF9-2ACC-F652-552F-9040FCDF69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BBFC2F51-4AAD-C4B5-1960-63849BC12DF5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41929DC2-6950-ACE2-01FB-F3BB52B7A7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41929DC2-6950-ACE2-01FB-F3BB52B7A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290EA3B3-DA3E-BA9E-8A9B-43445C24F315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543767AA-78B8-21F4-BAFA-1517F388DA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543767AA-78B8-21F4-BAFA-1517F388DA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6222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193DF-4F10-0B28-4087-76EFA36A3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0D13E9DF-B8F1-0731-AB65-82A46F8493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0D13E9DF-B8F1-0731-AB65-82A46F8493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B4FA691E-7BB3-9A7B-C42A-09636B363BA7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265BA29F-F6A4-CB26-C03B-B64F2C3750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265BA29F-F6A4-CB26-C03B-B64F2C375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6B84E696-C1F4-1629-013D-48A582E23F03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491AE5F7-9FF8-CB42-37B6-650B267256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491AE5F7-9FF8-CB42-37B6-650B26725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E72ED49C-D22C-542A-D7BB-875CDA7D98C1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0A0B0EF1-B877-69EE-91C1-523D3E087E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0A0B0EF1-B877-69EE-91C1-523D3E087E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AE7BE06E-30B3-D533-7866-2D65C5310BE1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64DE285F-8888-EBDF-C8B0-E9F241ED72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64DE285F-8888-EBDF-C8B0-E9F241ED72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696E3402-C222-BEC7-15D4-A927B6B1858F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B475F2F7-9C71-8DAB-5D51-E4BD0A7200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B475F2F7-9C71-8DAB-5D51-E4BD0A7200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9054B14F-2B1B-1C8A-4E8D-1329A1BBEC8B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F831934E-6BF9-8E4F-6655-64CB43C017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F831934E-6BF9-8E4F-6655-64CB43C01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24A7CAF4-DF9D-3EA6-53EF-223023F75F19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B252F19A-7E89-4079-385A-3FF0D47A47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B252F19A-7E89-4079-385A-3FF0D47A4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C601FF2B-C1CD-04F5-A41F-D301D9488608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252AAF12-00B3-E910-CF20-30F77BD686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252AAF12-00B3-E910-CF20-30F77BD68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1117DAA1-F230-7335-B45A-5F82DB2278B4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4901E57-B56C-029C-F811-582D869CB7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4901E57-B56C-029C-F811-582D869CB7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95801245-FAA7-1ADE-56CE-D7C6E19BA1EF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8941EEF-7C6C-E42C-73BA-FEFDD840EF2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8941EEF-7C6C-E42C-73BA-FEFDD840EF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895C6F28-2CC4-9B35-8320-B626E8347C3A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427B0C2C-F031-89C3-C3AD-B0F2CB324B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427B0C2C-F031-89C3-C3AD-B0F2CB324B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9EC6CF73-6AB7-56CA-DCDE-2CFF6950D179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D316A61C-6569-6BAB-7D39-A149CC2225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D316A61C-6569-6BAB-7D39-A149CC222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0752B51A-7E57-8B46-2FB1-5EC054DECEDE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1AAC69C-C442-873A-1A21-D46BB89E72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1AAC69C-C442-873A-1A21-D46BB89E72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D0BDD96F-BEC9-60C3-E0B8-A431E0E0DFF7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E004A122-BF36-6E61-3125-335141A97C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E004A122-BF36-6E61-3125-335141A97C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4B1A0F7-EC33-1270-F3B3-302FFA56FC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4B1A0F7-EC33-1270-F3B3-302FFA56F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05BD7B18-D9A2-FC75-6777-D059E55855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05BD7B18-D9A2-FC75-6777-D059E5585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E40A802D-E2EE-6E73-8DA5-6020E4F861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E40A802D-E2EE-6E73-8DA5-6020E4F861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F71CB3A-4BE2-862C-B248-4178AAF785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F71CB3A-4BE2-862C-B248-4178AAF785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E714F56-5400-6E91-E0D6-DC93B6490A0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E714F56-5400-6E91-E0D6-DC93B6490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C951F0AF-31E5-B6E3-A381-9F2B040B40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C951F0AF-31E5-B6E3-A381-9F2B040B40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73DE814D-80F7-B5BA-F52E-61B93AA7A5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73DE814D-80F7-B5BA-F52E-61B93AA7A5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45083381-AC97-DC22-8A62-8CD37F818C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45083381-AC97-DC22-8A62-8CD37F818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9FD64021-6791-BF29-C5E7-6216E85B1C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9FD64021-6791-BF29-C5E7-6216E85B1C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20F5170E-3AF4-4667-1317-109FCF81B3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20F5170E-3AF4-4667-1317-109FCF81B3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DB17D8A4-EEC1-0564-B7B4-B5F544943C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DB17D8A4-EEC1-0564-B7B4-B5F544943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75B1BB32-24CD-2E8F-3E69-8D04B1AE89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75B1BB32-24CD-2E8F-3E69-8D04B1AE8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!!Titel 1">
                <a:extLst>
                  <a:ext uri="{FF2B5EF4-FFF2-40B4-BE49-F238E27FC236}">
                    <a16:creationId xmlns:a16="http://schemas.microsoft.com/office/drawing/2014/main" id="{148F67BE-06B6-B7D0-75F8-4D01FA15FD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!!Titel 1">
                <a:extLst>
                  <a:ext uri="{FF2B5EF4-FFF2-40B4-BE49-F238E27FC236}">
                    <a16:creationId xmlns:a16="http://schemas.microsoft.com/office/drawing/2014/main" id="{148F67BE-06B6-B7D0-75F8-4D01FA15F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2204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C3C00-CA21-1E0B-3B09-4DD3BE39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hteck 47">
            <a:extLst>
              <a:ext uri="{FF2B5EF4-FFF2-40B4-BE49-F238E27FC236}">
                <a16:creationId xmlns:a16="http://schemas.microsoft.com/office/drawing/2014/main" id="{1150AF31-77CA-650F-1307-309CFDF0F398}"/>
              </a:ext>
            </a:extLst>
          </p:cNvPr>
          <p:cNvSpPr/>
          <p:nvPr/>
        </p:nvSpPr>
        <p:spPr>
          <a:xfrm>
            <a:off x="6529546" y="5814055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61B9FC21-5AE2-EA3D-6B77-CE9301BB7D21}"/>
              </a:ext>
            </a:extLst>
          </p:cNvPr>
          <p:cNvSpPr/>
          <p:nvPr/>
        </p:nvSpPr>
        <p:spPr>
          <a:xfrm>
            <a:off x="6529547" y="459644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E69F7A13-E1C5-A851-79E1-13FFCF8A7B00}"/>
              </a:ext>
            </a:extLst>
          </p:cNvPr>
          <p:cNvSpPr/>
          <p:nvPr/>
        </p:nvSpPr>
        <p:spPr>
          <a:xfrm>
            <a:off x="1986568" y="459644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2561CDE-01F8-E55E-E6E4-604AB7C732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2561CDE-01F8-E55E-E6E4-604AB7C732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2C243AD6-693F-2AB3-86FF-00D7093AD715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E2A01166-5360-6A11-A134-482F4AAE0E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E2A01166-5360-6A11-A134-482F4AAE0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8929C6D1-0FAE-C817-FFE4-28598FA4B215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31996EC1-825A-8225-3DF4-C754729CA92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31996EC1-825A-8225-3DF4-C754729CA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E54349B0-F1C8-4AA5-21FC-228678376A9B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A9BBD882-3632-3E50-A5FA-EE6A198136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A9BBD882-3632-3E50-A5FA-EE6A19813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C572778B-454E-231F-7EBB-E5920D817FC7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D0993400-7207-C37E-39B2-34806CD849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D0993400-7207-C37E-39B2-34806CD84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868DBFE1-14A4-57EB-8937-ED54E7F634AB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4FFA503D-8D5E-BC4A-8ADA-A795945E3A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4FFA503D-8D5E-BC4A-8ADA-A795945E3A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C3B94F12-6EC8-C8E5-1F78-B742BEC37592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D8559BDE-E2A6-99D2-9588-E7A370EF07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D8559BDE-E2A6-99D2-9588-E7A370EF0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9002F2B8-7E3B-581E-FCBC-949AD1A77401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A4D13A7B-85DE-C53F-2BAD-F10AEC44DC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A4D13A7B-85DE-C53F-2BAD-F10AEC44D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A6E5FBE6-5E2B-C396-2C78-FA1147ECD36D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E062E43-1808-B66B-1DC7-5170A8E99D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E062E43-1808-B66B-1DC7-5170A8E99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80CFCF0F-A1EE-9576-96B2-6059BC4F0545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63BB5949-5C22-749A-904D-31D9CF9C32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63BB5949-5C22-749A-904D-31D9CF9C32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FEA3DA5E-4545-BBEE-1F6C-5B5A46A4E76E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BB2EC68-602E-90E4-5FB9-3DD2B0D180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BB2EC68-602E-90E4-5FB9-3DD2B0D180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0ADA2CFF-F41E-762C-8C18-9874B8D4BC50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E1A99351-5B7B-E73B-59E2-137BA82D2E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E1A99351-5B7B-E73B-59E2-137BA82D2E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E74CEE95-984F-F453-D609-4A0D31F73F8A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32095AC1-5C21-C2E8-705A-67E9F7C979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32095AC1-5C21-C2E8-705A-67E9F7C97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DD2F74C8-C4C0-B33D-FCC8-9DFB83E254E6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44DA243-AA4D-4BEB-748C-BABCF15DDF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44DA243-AA4D-4BEB-748C-BABCF15DD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8FDA40AA-D832-8705-B33D-352157E848CF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D75BCE28-15DD-EFBE-F018-638D64DE4BB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D75BCE28-15DD-EFBE-F018-638D64DE4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7CD5242A-601D-F4F9-675F-B0F3BA2A47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7CD5242A-601D-F4F9-675F-B0F3BA2A47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7826D3DA-13DA-DA30-A4EC-9FC81D158A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7826D3DA-13DA-DA30-A4EC-9FC81D158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E4DFE3F4-CA5F-F629-FD8C-7280EB98839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E4DFE3F4-CA5F-F629-FD8C-7280EB9883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B5DBDB1-7449-A50E-24ED-756AA0E764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B5DBDB1-7449-A50E-24ED-756AA0E76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881E1FAB-37EF-D660-EA89-AF47F722EB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881E1FAB-37EF-D660-EA89-AF47F722E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1B7EF768-A1EC-4A60-13CE-AB0BBACEB4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1B7EF768-A1EC-4A60-13CE-AB0BBACEB4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C6249CC6-D2F2-8E71-C53D-32880B3A25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C6249CC6-D2F2-8E71-C53D-32880B3A25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82786E62-9825-DC8D-A7DC-0F6DA8A656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82786E62-9825-DC8D-A7DC-0F6DA8A65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530A54FE-7D07-0F21-FFCF-55C0BAB971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530A54FE-7D07-0F21-FFCF-55C0BAB97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973F03FF-E50A-F5DD-B62B-806B1791E0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973F03FF-E50A-F5DD-B62B-806B1791E0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27AD108A-EB53-7B0A-9577-9DCAC4FF8AC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27AD108A-EB53-7B0A-9577-9DCAC4FF8A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6DAE212B-EE68-44FD-AEA5-55B841DEA1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6DAE212B-EE68-44FD-AEA5-55B841DEA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!!Titel 1">
                <a:extLst>
                  <a:ext uri="{FF2B5EF4-FFF2-40B4-BE49-F238E27FC236}">
                    <a16:creationId xmlns:a16="http://schemas.microsoft.com/office/drawing/2014/main" id="{4163228C-D499-FD05-88F7-E900F893F2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!!Titel 1">
                <a:extLst>
                  <a:ext uri="{FF2B5EF4-FFF2-40B4-BE49-F238E27FC236}">
                    <a16:creationId xmlns:a16="http://schemas.microsoft.com/office/drawing/2014/main" id="{4163228C-D499-FD05-88F7-E900F893F2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8062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C0C37-2D82-63D3-AFAE-7CB5DC626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hteck 47">
            <a:extLst>
              <a:ext uri="{FF2B5EF4-FFF2-40B4-BE49-F238E27FC236}">
                <a16:creationId xmlns:a16="http://schemas.microsoft.com/office/drawing/2014/main" id="{303DC342-AB13-754E-B8AE-9CECE8251895}"/>
              </a:ext>
            </a:extLst>
          </p:cNvPr>
          <p:cNvSpPr/>
          <p:nvPr/>
        </p:nvSpPr>
        <p:spPr>
          <a:xfrm>
            <a:off x="6529546" y="5814055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949C6841-A663-B102-6A6A-63D457670101}"/>
              </a:ext>
            </a:extLst>
          </p:cNvPr>
          <p:cNvSpPr/>
          <p:nvPr/>
        </p:nvSpPr>
        <p:spPr>
          <a:xfrm>
            <a:off x="6529547" y="459644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22D1F93-70FB-840A-06F5-5CC8B5692D84}"/>
              </a:ext>
            </a:extLst>
          </p:cNvPr>
          <p:cNvSpPr/>
          <p:nvPr/>
        </p:nvSpPr>
        <p:spPr>
          <a:xfrm>
            <a:off x="1986568" y="459644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3D25A7F-FF20-24C8-CEF9-7A7708C152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3D25A7F-FF20-24C8-CEF9-7A7708C152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05A44BC3-6184-C5A1-254C-30236F246640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F8B0BCD6-A6BE-522E-EF15-C9B4739BD0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F8B0BCD6-A6BE-522E-EF15-C9B4739BD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F80F7E2E-7819-8549-AE27-BEC219882995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796539BB-F477-8FD6-01A9-3C6DE5C243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796539BB-F477-8FD6-01A9-3C6DE5C24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2F9E1350-E011-3C81-D16E-CAF490A534E6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DBECC980-549E-1933-AC56-BD689910E1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DBECC980-549E-1933-AC56-BD689910E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351E63E9-BE3D-FA35-84A6-130188008E6B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C689535B-0384-9452-8CA3-BD9E74458FA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C689535B-0384-9452-8CA3-BD9E74458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BDBBDDA1-8E8D-3195-261A-66E7A8189C34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072AEB71-2F57-564B-B7F5-84B8D8D60B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072AEB71-2F57-564B-B7F5-84B8D8D60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FE9C7384-65F1-5022-323F-7A7F7E9D4B30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29BB6C1E-1436-7A69-954F-57F4720E67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29BB6C1E-1436-7A69-954F-57F4720E67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283920A2-89B6-AA00-7B17-4CA80C4E4842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E607AA1F-0AEB-AA7E-A53D-3CF274291C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E607AA1F-0AEB-AA7E-A53D-3CF274291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9A957031-0186-D7D5-3990-033CF82F9E0B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2B7B2B09-2311-7462-66AE-F4DAA296E3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2B7B2B09-2311-7462-66AE-F4DAA296E3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7B5C4CDE-5928-352D-7E81-20567587A2BC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E18448C0-7A0F-6F8B-AE13-67F2006AFC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E18448C0-7A0F-6F8B-AE13-67F2006AF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2816F319-A3C7-CB61-9DCB-A4EFD1F36337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1990C077-11F6-7418-243B-9AC9C2FB4F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1990C077-11F6-7418-243B-9AC9C2FB4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84601EB2-8D79-C6F4-0CBD-7E3269CEF203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546C0CFD-910F-C3B9-7AE5-36FB93DE32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546C0CFD-910F-C3B9-7AE5-36FB93DE3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1614921A-DF79-C77E-AC31-AA2C9DD68FD7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B51D96A8-63FA-20C7-E007-F1157D2D29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B51D96A8-63FA-20C7-E007-F1157D2D2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F3A0C6B9-D651-A8DD-9A78-3BC36DCE6704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16AE6A1B-D38F-3798-F659-621B3EC2D9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16AE6A1B-D38F-3798-F659-621B3EC2D9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CCC5AA81-9651-DB2C-44C6-20981B3082B1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420C32D7-045C-1285-AEB3-7B76743ED7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420C32D7-045C-1285-AEB3-7B76743ED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57D18A54-1543-9D37-E4FC-E8FCAD0616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57D18A54-1543-9D37-E4FC-E8FCAD061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E5FA8222-D81E-28A7-BDD1-76B74DB310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E5FA8222-D81E-28A7-BDD1-76B74DB31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2E221229-F03B-A196-8918-9C6F583413A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2E221229-F03B-A196-8918-9C6F583413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51E23F41-3B18-4770-7935-6957E1FC7B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51E23F41-3B18-4770-7935-6957E1FC7B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2D752D79-59FC-F808-E6BE-C7367265C0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2D752D79-59FC-F808-E6BE-C7367265C0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89A9F73A-8099-1359-979F-5EB8C0991A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89A9F73A-8099-1359-979F-5EB8C0991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550BEECC-8223-6C9E-AE74-E0D2C7AE11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550BEECC-8223-6C9E-AE74-E0D2C7AE1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BEF44678-C805-1D6A-5AFC-3BF11EF1105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BEF44678-C805-1D6A-5AFC-3BF11EF110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F0FF9079-8DB5-ABC9-9317-19D25E9DE0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F0FF9079-8DB5-ABC9-9317-19D25E9DE0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C5861DA5-83EB-1F22-7E8F-8C536244D2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C5861DA5-83EB-1F22-7E8F-8C536244D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01DD216C-9AAC-1DD1-EFD8-B6CB32AB62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01DD216C-9AAC-1DD1-EFD8-B6CB32AB6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45240F2F-DF63-9828-82FE-2DA915B1C8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45240F2F-DF63-9828-82FE-2DA915B1C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!!Titel 1">
                <a:extLst>
                  <a:ext uri="{FF2B5EF4-FFF2-40B4-BE49-F238E27FC236}">
                    <a16:creationId xmlns:a16="http://schemas.microsoft.com/office/drawing/2014/main" id="{33FD28EB-78F2-75C0-E533-80DA15BEC75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!!Titel 1">
                <a:extLst>
                  <a:ext uri="{FF2B5EF4-FFF2-40B4-BE49-F238E27FC236}">
                    <a16:creationId xmlns:a16="http://schemas.microsoft.com/office/drawing/2014/main" id="{33FD28EB-78F2-75C0-E533-80DA15BEC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94859654-B873-E534-F2EA-62EA44FFE4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60300" y="472299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94859654-B873-E534-F2EA-62EA44FFE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300" y="4722990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DCC11B6D-C844-3207-6C5D-5465E93FD8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DCC11B6D-C844-3207-6C5D-5465E93FD8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4681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482DDD5E-D0E7-FAE1-6B93-52122C6B10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589859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482DDD5E-D0E7-FAE1-6B93-52122C6B1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5898590"/>
                <a:ext cx="1008000" cy="432000"/>
              </a:xfrm>
              <a:prstGeom prst="rect">
                <a:avLst/>
              </a:prstGeom>
              <a:blipFill>
                <a:blip r:embed="rId32"/>
                <a:stretch>
                  <a:fillRect l="-12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99373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EB6E-3988-DEE6-63A8-CCFA41ED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hteck 47">
            <a:extLst>
              <a:ext uri="{FF2B5EF4-FFF2-40B4-BE49-F238E27FC236}">
                <a16:creationId xmlns:a16="http://schemas.microsoft.com/office/drawing/2014/main" id="{CB288F28-206A-E157-90D0-B9776D912C63}"/>
              </a:ext>
            </a:extLst>
          </p:cNvPr>
          <p:cNvSpPr/>
          <p:nvPr/>
        </p:nvSpPr>
        <p:spPr>
          <a:xfrm>
            <a:off x="6529546" y="5814055"/>
            <a:ext cx="4361974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5E05BD8-9D01-2344-D7B6-5CDDF6A2C5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5E05BD8-9D01-2344-D7B6-5CDDF6A2C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4A3190A4-467F-FA06-4E81-3ABFD08FFCEC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AE4D3829-7655-BEF2-292E-6BC0D48FF7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AE4D3829-7655-BEF2-292E-6BC0D48FF7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6E32167A-4B6F-D913-852B-1347034836A0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E592F226-86CE-5CC2-0713-90E82A3FF6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E592F226-86CE-5CC2-0713-90E82A3FF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A2C175A7-DC1E-3369-B7BA-C5C26E72F568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891E9224-44AC-A64C-59F0-F9804165EC7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891E9224-44AC-A64C-59F0-F9804165E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0ED0FDD2-3740-25B2-17D2-B742CC61E7BF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608D7142-C1F0-7FD2-3F05-381E19E2DC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608D7142-C1F0-7FD2-3F05-381E19E2D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7265E223-ECA4-1C7A-6AFA-724EC7EB6D02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977AD57B-139A-64C0-E6B5-C4B0FA1F9B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977AD57B-139A-64C0-E6B5-C4B0FA1F9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DEC0D055-368B-91D3-A4D7-EC0E969F52D9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FA3A040-C7DD-EDEF-B27C-5849765AD0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FA3A040-C7DD-EDEF-B27C-5849765AD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33BA3210-B471-CC1E-A8E4-8DF79B3B6C4C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E6674782-CAFF-E971-B469-A72995B6FB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E6674782-CAFF-E971-B469-A72995B6F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7D18D700-01F6-BCA3-4FF6-BE916CCAE96A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4887C823-3946-AD01-E63C-9651BFD3A65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4887C823-3946-AD01-E63C-9651BFD3A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89CC30F5-81BD-FCCA-8113-9BD4AC44B02A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58C30CCC-F2DB-1DDA-D1AE-1FE6B1A9C0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58C30CCC-F2DB-1DDA-D1AE-1FE6B1A9C0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1171166B-1E64-35C2-85FE-8EB54F52C55A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8C5A6FBA-9D4A-9303-FE1E-220A6EFAA9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8C5A6FBA-9D4A-9303-FE1E-220A6EFAA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4BE09C7A-E2C5-9BBD-AE05-9C1AFA4CA4AF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A34CE3A2-A72F-D16C-C7AB-71207F6083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A34CE3A2-A72F-D16C-C7AB-71207F6083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C282D0FC-AE7B-070E-AA35-B7796572AE06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EE342DD8-46D3-5398-19C5-BEAB9D7845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EE342DD8-46D3-5398-19C5-BEAB9D784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A07D16B2-2E78-35F5-ECE1-E316C39CCEE7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3ED3039-3EE0-6259-1FE1-0AD2794943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3ED3039-3EE0-6259-1FE1-0AD2794943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B1EFEE7D-8AC0-AFAD-651F-72EDEB974748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1EA99CDE-0B52-E71A-C8AE-84A6E27C02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1EA99CDE-0B52-E71A-C8AE-84A6E27C02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0117C8A4-2674-23C5-A73D-2FBB2887B4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0117C8A4-2674-23C5-A73D-2FBB2887B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DF2791D4-1E5B-8938-A361-A12B16ADB2C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DF2791D4-1E5B-8938-A361-A12B16ADB2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866EDA3D-BE64-541D-1531-6929F4BD7F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3" name="Titel 1">
                <a:extLst>
                  <a:ext uri="{FF2B5EF4-FFF2-40B4-BE49-F238E27FC236}">
                    <a16:creationId xmlns:a16="http://schemas.microsoft.com/office/drawing/2014/main" id="{866EDA3D-BE64-541D-1531-6929F4BD7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98C273AA-8669-EC9E-0F75-8E526A62B51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98C273AA-8669-EC9E-0F75-8E526A62B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905DE55D-9625-F753-E81A-C4221522A5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905DE55D-9625-F753-E81A-C4221522A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DF654414-CC22-0CBE-3782-84D8FDA1A8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DF654414-CC22-0CBE-3782-84D8FDA1A8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2902E53A-82BB-BA4C-118B-0D131A534F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2902E53A-82BB-BA4C-118B-0D131A534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96A7B61C-5F45-6CA9-8969-CFE61D4DFE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96A7B61C-5F45-6CA9-8969-CFE61D4DF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D71627A5-C5C8-0D2A-4109-D1CAAD7525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D71627A5-C5C8-0D2A-4109-D1CAAD752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27A2BE18-3657-62D7-DC4B-D0603467CA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27A2BE18-3657-62D7-DC4B-D0603467CA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EBD5E937-CA30-4FBE-A140-C7D0C7E60C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EBD5E937-CA30-4FBE-A140-C7D0C7E60C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F6A827DF-9379-496C-CB31-5EEB9176B4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F6A827DF-9379-496C-CB31-5EEB9176B4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!!Titel 1">
                <a:extLst>
                  <a:ext uri="{FF2B5EF4-FFF2-40B4-BE49-F238E27FC236}">
                    <a16:creationId xmlns:a16="http://schemas.microsoft.com/office/drawing/2014/main" id="{273ECC97-8644-C8F9-9F87-9EFF66F9D2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!!Titel 1">
                <a:extLst>
                  <a:ext uri="{FF2B5EF4-FFF2-40B4-BE49-F238E27FC236}">
                    <a16:creationId xmlns:a16="http://schemas.microsoft.com/office/drawing/2014/main" id="{273ECC97-8644-C8F9-9F87-9EFF66F9D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905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17B0076B-210F-3972-3D6C-0D63266217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589859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17B0076B-210F-3972-3D6C-0D6326621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5898590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l="-121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34862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53045-36DB-04BF-727A-356008921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8C3EE98-02B0-C0DC-0F42-CCC9CB7B9E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8C3EE98-02B0-C0DC-0F42-CCC9CB7B9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EF35A8A4-4438-CA15-7E83-5253FB3AD973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BB950B40-2987-7F0E-1861-569A163156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BB950B40-2987-7F0E-1861-569A163156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!!Titel 1">
                <a:extLst>
                  <a:ext uri="{FF2B5EF4-FFF2-40B4-BE49-F238E27FC236}">
                    <a16:creationId xmlns:a16="http://schemas.microsoft.com/office/drawing/2014/main" id="{58B6D80D-0980-4FEE-8290-92DA12FBC06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!!Titel 1">
                <a:extLst>
                  <a:ext uri="{FF2B5EF4-FFF2-40B4-BE49-F238E27FC236}">
                    <a16:creationId xmlns:a16="http://schemas.microsoft.com/office/drawing/2014/main" id="{58B6D80D-0980-4FEE-8290-92DA12FBC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1120977B-8FD2-2476-60FA-B93DDA55E5B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1120977B-8FD2-2476-60FA-B93DDA55E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58D94D8A-6A51-CDDE-2519-2C0B65FF1C3E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B0BDB17-DAD7-829E-17BE-66A5E08B9235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86F1B724-256C-9A43-8A03-67E62A6826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86F1B724-256C-9A43-8A03-67E62A682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BF16B290-DE76-EEBF-51F7-92CB236839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BF16B290-DE76-EEBF-51F7-92CB236839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B0A2A9A1-B4EA-52F0-001E-4DD7E3BA13E8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2109E89-A30A-F4CB-A476-55CCFB82FC98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4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FF3A659-E788-838A-8E3A-0C49B9515A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FF3A659-E788-838A-8E3A-0C49B9515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9F684EDD-1CB7-4009-9DA7-4E6AD4BB41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7" name="Titel 1">
                <a:extLst>
                  <a:ext uri="{FF2B5EF4-FFF2-40B4-BE49-F238E27FC236}">
                    <a16:creationId xmlns:a16="http://schemas.microsoft.com/office/drawing/2014/main" id="{9F684EDD-1CB7-4009-9DA7-4E6AD4BB41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  <a:blipFill>
                <a:blip r:embed="rId9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hteck 9">
            <a:extLst>
              <a:ext uri="{FF2B5EF4-FFF2-40B4-BE49-F238E27FC236}">
                <a16:creationId xmlns:a16="http://schemas.microsoft.com/office/drawing/2014/main" id="{9835B1B7-4D31-346F-0EB7-5E56CC5A3573}"/>
              </a:ext>
            </a:extLst>
          </p:cNvPr>
          <p:cNvSpPr/>
          <p:nvPr/>
        </p:nvSpPr>
        <p:spPr>
          <a:xfrm>
            <a:off x="4103548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88FFFE9-9492-E8DB-2E51-5883F16CE476}"/>
              </a:ext>
            </a:extLst>
          </p:cNvPr>
          <p:cNvSpPr txBox="1"/>
          <p:nvPr/>
        </p:nvSpPr>
        <p:spPr>
          <a:xfrm>
            <a:off x="4281577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4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F299C840-8751-F49C-023B-F94DAD6C9C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07633" y="58703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F299C840-8751-F49C-023B-F94DAD6C9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7633" y="5870375"/>
                <a:ext cx="503524" cy="432000"/>
              </a:xfrm>
              <a:prstGeom prst="rect">
                <a:avLst/>
              </a:prstGeom>
              <a:blipFill>
                <a:blip r:embed="rId10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1853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45E06-A455-6061-248E-CF3EDAC53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BA04331F-96AA-4E4A-9673-E46E58DBF0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BA04331F-96AA-4E4A-9673-E46E58DBF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9DC985D8-B02E-D3C5-E607-F8F4E8EE1A32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D20F6B77-AA38-DA79-5950-4F3279F212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D20F6B77-AA38-DA79-5950-4F3279F21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!!Titel 1">
                <a:extLst>
                  <a:ext uri="{FF2B5EF4-FFF2-40B4-BE49-F238E27FC236}">
                    <a16:creationId xmlns:a16="http://schemas.microsoft.com/office/drawing/2014/main" id="{39AD6180-7398-C1B1-6825-EA43ECE9B19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!!Titel 1">
                <a:extLst>
                  <a:ext uri="{FF2B5EF4-FFF2-40B4-BE49-F238E27FC236}">
                    <a16:creationId xmlns:a16="http://schemas.microsoft.com/office/drawing/2014/main" id="{39AD6180-7398-C1B1-6825-EA43ECE9B1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0767F5E9-C843-F148-2C59-294E50CD1B5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0767F5E9-C843-F148-2C59-294E50CD1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A428B304-3B8E-A03A-93F5-7EFD0092646A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689F0CAF-9EFC-6B73-1264-A36977D3955F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3F538DD5-D837-252F-7805-7F34C74F4A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3F538DD5-D837-252F-7805-7F34C74F4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62C9D4F8-056B-4CB5-F8FC-631041DF8A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62C9D4F8-056B-4CB5-F8FC-631041DF8A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hteck 7">
            <a:extLst>
              <a:ext uri="{FF2B5EF4-FFF2-40B4-BE49-F238E27FC236}">
                <a16:creationId xmlns:a16="http://schemas.microsoft.com/office/drawing/2014/main" id="{9AE5316A-A4FA-A106-F578-CEBA139766F2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F12F1A37-B3CE-0BF8-C7E7-07C0217ACCCB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5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9D799587-9894-5DD3-2DF2-E40F1C787C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9D799587-9894-5DD3-2DF2-E40F1C787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itel 1">
            <a:extLst>
              <a:ext uri="{FF2B5EF4-FFF2-40B4-BE49-F238E27FC236}">
                <a16:creationId xmlns:a16="http://schemas.microsoft.com/office/drawing/2014/main" id="{E00762A6-465D-FFBF-17EA-9FD14F522403}"/>
              </a:ext>
            </a:extLst>
          </p:cNvPr>
          <p:cNvSpPr txBox="1">
            <a:spLocks/>
          </p:cNvSpPr>
          <p:nvPr/>
        </p:nvSpPr>
        <p:spPr>
          <a:xfrm>
            <a:off x="395606" y="2721559"/>
            <a:ext cx="4056694" cy="1414881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Neues Optimum gefunden!</a:t>
            </a:r>
          </a:p>
        </p:txBody>
      </p:sp>
    </p:spTree>
    <p:extLst>
      <p:ext uri="{BB962C8B-B14F-4D97-AF65-F5344CB8AC3E}">
        <p14:creationId xmlns:p14="http://schemas.microsoft.com/office/powerpoint/2010/main" val="1118831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9D0AE5-2219-ECE7-FAB8-35077D70C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E5107459-5366-129E-172C-F4991D2386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E5107459-5366-129E-172C-F4991D2386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9AE05001-D1C2-B146-6320-DC5F1525B19D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5035F04B-9584-0F3E-D3FD-1EF6253281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5035F04B-9584-0F3E-D3FD-1EF625328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30672C5E-06B7-03A6-029C-CF0637C28C7F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5CCAB757-9EED-B964-C49A-5070D1AB9F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5CCAB757-9EED-B964-C49A-5070D1AB9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11F943F0-D2B4-62B6-2C04-C007E5A62260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CDD7B9AD-EA3A-0031-30CC-DAC4CB7E79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CDD7B9AD-EA3A-0031-30CC-DAC4CB7E79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47209D4F-1D7E-2E38-5547-B65FF769E2F4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3B31E821-9355-8F0E-FDB7-6D315073D1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3B31E821-9355-8F0E-FDB7-6D315073D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FFD253DB-4725-7131-4DBA-53BCA50CFCA7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1CF08E68-2525-985F-A700-203E90BC652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1CF08E68-2525-985F-A700-203E90BC65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47351FC2-5176-64C5-A19E-5E94C20B55A0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396CE2E9-8DF5-174A-CD6F-5E7742D181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396CE2E9-8DF5-174A-CD6F-5E7742D181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E21CEDA2-122A-17B3-3771-5938A9444647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5C76056E-AC7B-A3F6-D563-36A0975699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5C76056E-AC7B-A3F6-D563-36A097569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95E4247D-0E5E-0982-8DA0-11C01E78FB35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79CE6CB4-BD27-2C49-FA24-E8A38371DA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79CE6CB4-BD27-2C49-FA24-E8A38371D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6644B07F-A4C2-538F-F3BD-BF3C7AB14CB3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DAD40CFF-B84F-0B88-6FCE-2AC09DD99A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DAD40CFF-B84F-0B88-6FCE-2AC09DD99A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2C923FD3-29D0-547F-8A71-7B9D886C5882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518DE2B1-1CA0-07D0-8085-0C082FADE96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518DE2B1-1CA0-07D0-8085-0C082FADE9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2A764386-2E95-D95E-1445-043AFC292974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F49C7DF2-2BEF-87A5-A5C0-77A54A330D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F49C7DF2-2BEF-87A5-A5C0-77A54A330D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342C213C-45DE-43AE-5F20-F8416F88535A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0A025E4C-11FE-9B4C-098B-96FDE48C85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0A025E4C-11FE-9B4C-098B-96FDE48C85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0EB2134E-3B05-6E5E-2FB1-311904CD113B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4B78079B-9E1F-35C1-2E28-9551D86A7D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4B78079B-9E1F-35C1-2E28-9551D86A7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A483874D-4A44-B02C-09C3-F2B64C6B1CCB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A6589EA8-7160-208D-68B1-6165EF5661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A6589EA8-7160-208D-68B1-6165EF5661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EDEA8F79-3B81-4BA9-DD2D-6ED99D36262A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BB3BEC47-3D91-5DA0-D655-4674D470BB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BB3BEC47-3D91-5DA0-D655-4674D470BB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!!Rechteck 40">
            <a:extLst>
              <a:ext uri="{FF2B5EF4-FFF2-40B4-BE49-F238E27FC236}">
                <a16:creationId xmlns:a16="http://schemas.microsoft.com/office/drawing/2014/main" id="{30E687A3-07FC-2793-A0B4-B9749E1A1743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4E664E18-D72E-87A3-2A9B-ABF59C6C6A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4E664E18-D72E-87A3-2A9B-ABF59C6C6A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hteck 13">
            <a:extLst>
              <a:ext uri="{FF2B5EF4-FFF2-40B4-BE49-F238E27FC236}">
                <a16:creationId xmlns:a16="http://schemas.microsoft.com/office/drawing/2014/main" id="{11BF6A0E-2A0A-4363-E73D-F1AB28E3FB63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166DA8D1-2D72-3B51-D522-0FB16557F2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166DA8D1-2D72-3B51-D522-0FB16557F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531C7C7-B7E9-FA77-F3AD-E072A6A803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531C7C7-B7E9-FA77-F3AD-E072A6A80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556C68B3-B9A2-E538-D8CA-EAE373809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556C68B3-B9A2-E538-D8CA-EAE373809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5987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AA794-5FF4-9185-6043-AF1320E2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32952D04-4F34-17D4-4ECD-B3A28285CAFF}"/>
              </a:ext>
            </a:extLst>
          </p:cNvPr>
          <p:cNvSpPr/>
          <p:nvPr/>
        </p:nvSpPr>
        <p:spPr>
          <a:xfrm>
            <a:off x="6491344" y="5820024"/>
            <a:ext cx="2754376" cy="628971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2D50A8B-3268-4E67-DEBA-9BDF3F5DABB8}"/>
              </a:ext>
            </a:extLst>
          </p:cNvPr>
          <p:cNvSpPr/>
          <p:nvPr/>
        </p:nvSpPr>
        <p:spPr>
          <a:xfrm>
            <a:off x="1908994" y="5191053"/>
            <a:ext cx="2754376" cy="628971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EC8A17F9-1AC7-AF17-BFED-EC225473F5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EC8A17F9-1AC7-AF17-BFED-EC225473F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3A96F58E-02A4-7EDB-4289-37480FD7BD4A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2AFE862F-2C00-8679-6D07-D0891BCF26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2AFE862F-2C00-8679-6D07-D0891BCF2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636F9939-BBB1-E7E7-2D01-7A686875169F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FFD977FB-451C-E35B-8A40-4D7CC5A66C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FFD977FB-451C-E35B-8A40-4D7CC5A66C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09A1AA34-72CA-708E-04DF-1B8F31CA89B7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27BE1A1B-8BBD-E5E9-67BA-0FF74603B9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27BE1A1B-8BBD-E5E9-67BA-0FF74603B9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42DC32FE-C5EE-A8C8-9232-6316DCC352F1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7F8D6ED-CE51-A717-0C6D-97B2018877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7F8D6ED-CE51-A717-0C6D-97B201887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E20CD016-62FF-2174-A695-397EFDFFE0E1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BFAFE437-65F5-1DA0-CA68-DE4158355B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BFAFE437-65F5-1DA0-CA68-DE4158355B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ECADB5C3-F887-BB68-84DD-54A0313D6905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1CADE270-7926-2296-6987-BC87006B9A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1CADE270-7926-2296-6987-BC87006B9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A1E4D98D-7A4B-4E50-D6FC-AC6460D9B76E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F99E6A25-0B02-0EBB-F977-F5B619A0F4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F99E6A25-0B02-0EBB-F977-F5B619A0F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3D2A41BE-B5B4-043C-6E9F-7A5F607C416F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B766317B-D418-C4A1-B129-6C50313F73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B766317B-D418-C4A1-B129-6C50313F73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2E73FBDE-8881-C3DA-EE56-E96E13CB0EFE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B1F43D82-B66F-88CE-565F-5CD1EE26BF2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B1F43D82-B66F-88CE-565F-5CD1EE26B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9C3E4009-541B-8EB2-6178-9C5C138FB84F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552A5E02-9805-2E08-41DA-C96968C8414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552A5E02-9805-2E08-41DA-C96968C84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F4FE47D5-8BC2-3E41-42E1-E3523F71420F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A43DF40D-8902-BA8B-B335-501CEAC21B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A43DF40D-8902-BA8B-B335-501CEAC21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3D3C99D1-1974-4A41-0DEF-DBF4C1680D92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FBB76F75-37CA-7275-4D95-B61EC8272F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FBB76F75-37CA-7275-4D95-B61EC8272F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1DFD5F98-9426-CA56-ADC2-4C60133B5CCB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E810EEFB-0575-4308-250D-3D1070C51A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E810EEFB-0575-4308-250D-3D1070C51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B319479C-D5ED-5EAF-AE91-9BC0D3C376CF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331EA1A7-7945-E878-6328-7F6C8BE0CA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331EA1A7-7945-E878-6328-7F6C8BE0CA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8FB52852-AACE-5537-E99E-E7C350175816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B62A8B4A-0E11-06C9-6AD0-B991F27951F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B62A8B4A-0E11-06C9-6AD0-B991F27951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!!Rechteck 40">
            <a:extLst>
              <a:ext uri="{FF2B5EF4-FFF2-40B4-BE49-F238E27FC236}">
                <a16:creationId xmlns:a16="http://schemas.microsoft.com/office/drawing/2014/main" id="{0EBC3BBC-42C3-D97A-F43C-9AD1A3887426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91621D58-FFF6-1C5F-DC32-9F525C1D98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91621D58-FFF6-1C5F-DC32-9F525C1D98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hteck 13">
            <a:extLst>
              <a:ext uri="{FF2B5EF4-FFF2-40B4-BE49-F238E27FC236}">
                <a16:creationId xmlns:a16="http://schemas.microsoft.com/office/drawing/2014/main" id="{93C2EDD4-CFF8-8428-D5D1-A0ACF654049F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AEA7CB0B-6307-FC3B-A061-DB38C23B81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2,8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AEA7CB0B-6307-FC3B-A061-DB38C23B81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EEEB53D-30D7-0E37-3EFD-9510750D45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EEEB53D-30D7-0E37-3EFD-9510750D4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7D7298C7-E160-E4F2-3220-496D1BA94DC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7D7298C7-E160-E4F2-3220-496D1BA94D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6932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EFE1D-84AB-2539-ABBD-F5B2D30CB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8ECD046-8172-36F8-B451-DC20E11CE2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8ECD046-8172-36F8-B451-DC20E11CE2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29BCB60C-F327-79A5-2D75-895BB3C691D4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74C5E758-8119-067F-D5E6-8C96FD9192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74C5E758-8119-067F-D5E6-8C96FD9192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4AA8B36D-6A33-1230-9BB1-5DBD36F9A156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900FB817-BA6F-D1F4-CABD-4F3254E4E1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900FB817-BA6F-D1F4-CABD-4F3254E4E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D6DB05C0-5F99-B5A7-BC85-264DC8CE98BB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08DD94B-6D95-3538-C675-BE8833D7FE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608DD94B-6D95-3538-C675-BE8833D7FE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ADD3CAF4-CC57-2C5C-3A5B-40BC02780AD9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BA67E76B-3AC1-E784-6213-5ECE5D6390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BA67E76B-3AC1-E784-6213-5ECE5D6390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C31CD087-4207-66EC-E38E-D97BB7952565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9ED0AFA5-34DB-296B-DD2B-800CD225A89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9ED0AFA5-34DB-296B-DD2B-800CD225A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EFD842F2-3910-66DA-4859-358D425215A2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BCC080D6-7B02-F77C-FDEF-732BB9FB6C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BCC080D6-7B02-F77C-FDEF-732BB9FB6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5F96A785-B6A9-65BE-0F2D-BB7712DEE4A9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76FFD54F-3218-EDE2-EA89-2F57060B14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76FFD54F-3218-EDE2-EA89-2F57060B1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912AB0BD-435C-BB3E-6F82-55E325CC84EE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111B8E1A-8E0C-B08A-2E2D-80B8EB80D6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111B8E1A-8E0C-B08A-2E2D-80B8EB80D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DE0E338C-B1F2-279A-A230-E474032BA826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2E6FCA3-4F1F-B5A4-F31A-57F6C64793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2E6FCA3-4F1F-B5A4-F31A-57F6C6479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5BD75005-8585-E83B-E313-263041FA8CC4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D757D0A9-0CA1-44D7-94CF-C0BD214491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D757D0A9-0CA1-44D7-94CF-C0BD214491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0DD5DDAE-183D-0744-3DEF-A8AD4DEA70E3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7695ABC-709A-640E-E454-E879617B48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7695ABC-709A-640E-E454-E879617B4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4EB35881-799D-75FA-68FC-4C121FC53106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FDA8DBE8-333A-3BA7-2B39-E2F3BBF9C5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FDA8DBE8-333A-3BA7-2B39-E2F3BBF9C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FB858BFA-B79A-FFF5-7223-511FA8943129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8A0F3676-B4F7-36D3-15A8-25F95BAE06F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8A0F3676-B4F7-36D3-15A8-25F95BAE0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CD9896B7-CE06-5595-4A67-9B0980A8A841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1D7BD623-1974-D238-5B9D-349BAF68E6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1D7BD623-1974-D238-5B9D-349BAF68E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1345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6B0C3-BEFD-5A79-4C57-100E91EBD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D4A7714-244A-B542-6DB1-AA896EC137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D4A7714-244A-B542-6DB1-AA896EC13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B175AE38-2346-71BF-EA93-9758ECB40DA5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1419156D-6D55-F6CD-F0B0-FB6D78F250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1419156D-6D55-F6CD-F0B0-FB6D78F250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0118CDF1-747F-B8B3-0FA9-A53C73A25B6C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3B988050-42D3-B13D-B411-17429A4A0C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3B988050-42D3-B13D-B411-17429A4A0C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E4B5B985-60E7-87FA-9930-8C287613E550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70F3714C-11BE-3F22-B822-55C1010FA0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70F3714C-11BE-3F22-B822-55C1010FA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DA9F160C-B926-F7E6-9F21-8EF8225CB559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0941AD23-8299-91DA-FFE7-4837ABB0B5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0941AD23-8299-91DA-FFE7-4837ABB0B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DEEA4EA2-305A-25C5-CFE6-8F85ABABE7AE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10177FC9-7BA1-89C9-C615-70FF674917E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10177FC9-7BA1-89C9-C615-70FF674917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B7F48B25-D83B-FA8F-2A09-1AA3E4FEAAFC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6A618E02-FEDF-45C3-AEEE-7897792BED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6A618E02-FEDF-45C3-AEEE-7897792BE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E0FFBC2A-5CC5-7815-E7ED-FB73A0288CC8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8EC6554C-4449-18CB-FD78-33A3FEAC07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8EC6554C-4449-18CB-FD78-33A3FEAC07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4CFBEB6F-ACD9-882A-A723-1B916080D0B5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CDFEDA06-B98C-906F-1DB8-FDEC4A8392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CDFEDA06-B98C-906F-1DB8-FDEC4A839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0E0B198B-FFDC-78FF-B8A0-EE8B2C2235E8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682E2F0C-08AD-3E0E-7B60-5C23439764D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682E2F0C-08AD-3E0E-7B60-5C2343976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76ACE0E1-D7FE-86AB-7242-CD88F0D8D85B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F0968BCA-1354-4FE2-8034-C79EFAED6C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F0968BCA-1354-4FE2-8034-C79EFAED6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12701908-6C88-B538-7499-5E864327BB44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6EBED7C2-1382-E3C2-6983-1A512D3D49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6EBED7C2-1382-E3C2-6983-1A512D3D4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522254CB-C190-6231-9F32-20D1D3A10836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11FE2C8B-E1EF-C193-A383-6B6111E514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11FE2C8B-E1EF-C193-A383-6B6111E514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6473F22A-5562-C8F3-471A-E8AFCFCCBF24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8F6578FE-C645-994B-C511-04908305DA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8F6578FE-C645-994B-C511-04908305DA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AE74F783-A8C5-5B70-9B6A-7410990C5716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5DE4D98-2ED6-7D4F-0A3B-4672A123C0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05DE4D98-2ED6-7D4F-0A3B-4672A123C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8D7CEFB-0AB8-1340-9816-BE516A24C0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8D7CEFB-0AB8-1340-9816-BE516A24C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D309CF8-A743-8DAA-C30A-ABF260E6D1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6D309CF8-A743-8DAA-C30A-ABF260E6D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F910F22B-E844-FCE8-56E9-32ECCC815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F910F22B-E844-FCE8-56E9-32ECCC815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73DFBC6A-7622-2740-8EBD-0E05581DE5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73DFBC6A-7622-2740-8EBD-0E05581DE5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4C4931C3-FCB7-BA41-18D6-2391926F694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4C4931C3-FCB7-BA41-18D6-2391926F6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1DB73734-EA0E-73C6-9E12-A056906DEC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1DB73734-EA0E-73C6-9E12-A056906DE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2D49AF89-530B-AA68-AC56-C205C894B3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2D49AF89-530B-AA68-AC56-C205C894B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FAEC0BDA-C78E-91AD-F279-34B4CF840A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FAEC0BDA-C78E-91AD-F279-34B4CF840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46ADB6B0-A3B6-E526-767F-9777ABF937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46ADB6B0-A3B6-E526-767F-9777ABF937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5F22C3C9-4D57-11FB-F5C2-6B568B0851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5F22C3C9-4D57-11FB-F5C2-6B568B0851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290A368F-7CDA-64A5-579F-D2BFF54F60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290A368F-7CDA-64A5-579F-D2BFF54F60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C2AA2D86-11CC-705A-014B-F9DD4ED4BC9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C2AA2D86-11CC-705A-014B-F9DD4ED4B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FC6C2DC1-B92A-BF04-004F-28EA0EF8218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FC6C2DC1-B92A-BF04-004F-28EA0EF821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0587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47C95-83FD-9BF0-49C9-8C4F7E1F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hteck 46">
            <a:extLst>
              <a:ext uri="{FF2B5EF4-FFF2-40B4-BE49-F238E27FC236}">
                <a16:creationId xmlns:a16="http://schemas.microsoft.com/office/drawing/2014/main" id="{F2865A1F-01C4-0DBD-AB8C-CFF2B47CB8B6}"/>
              </a:ext>
            </a:extLst>
          </p:cNvPr>
          <p:cNvSpPr/>
          <p:nvPr/>
        </p:nvSpPr>
        <p:spPr>
          <a:xfrm>
            <a:off x="1986567" y="3355721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C672114D-419A-BDD7-D5E5-CC60A9C28526}"/>
              </a:ext>
            </a:extLst>
          </p:cNvPr>
          <p:cNvSpPr/>
          <p:nvPr/>
        </p:nvSpPr>
        <p:spPr>
          <a:xfrm>
            <a:off x="6529547" y="3355721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55FDB39E-603A-EECB-A9C1-684744DD6B51}"/>
              </a:ext>
            </a:extLst>
          </p:cNvPr>
          <p:cNvSpPr/>
          <p:nvPr/>
        </p:nvSpPr>
        <p:spPr>
          <a:xfrm>
            <a:off x="6529547" y="459644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DAC4C940-6F63-2F2F-4D22-D54C9B156607}"/>
              </a:ext>
            </a:extLst>
          </p:cNvPr>
          <p:cNvSpPr/>
          <p:nvPr/>
        </p:nvSpPr>
        <p:spPr>
          <a:xfrm>
            <a:off x="1986568" y="213772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5B10C47D-B3B5-1C89-1339-9B6BFD0612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5B10C47D-B3B5-1C89-1339-9B6BFD061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155F9B66-7F2A-BAEA-E81B-3341E4269B11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6FFB02B5-FDAA-0091-8FCB-A2A3BB0725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6FFB02B5-FDAA-0091-8FCB-A2A3BB0725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BE5D9B8B-EC6A-7D69-14D2-F7D76E9251DA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04D32E71-A549-1677-1B3C-5966F8D081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04D32E71-A549-1677-1B3C-5966F8D08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C1B54AA8-FC8C-B243-A941-3D8736720A5F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DAE6A7A2-A780-8201-4C7D-1C9755B99C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DAE6A7A2-A780-8201-4C7D-1C9755B99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F3CC4414-B973-8236-7578-8456F27BE8EE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F9655E8F-370E-4358-29B3-307A515EB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F9655E8F-370E-4358-29B3-307A515EB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50E19392-70DB-700D-7FDE-607AB395A10C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61592E10-94E0-A0E0-712E-7FA96F7DBE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61592E10-94E0-A0E0-712E-7FA96F7DB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75B3CD49-2BAD-2CA8-E4A6-B656ECFFBD75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E476C1D0-B3AD-107D-8B8C-652CCDA717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E476C1D0-B3AD-107D-8B8C-652CCDA71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40C5197E-7832-5849-293C-3D6C433B2FC0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085FC79B-1153-FC70-CD51-835E69EF43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085FC79B-1153-FC70-CD51-835E69EF4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EFF6E431-EF8A-00EE-11E4-9069005FA547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6E6E87C4-413F-A07F-2292-17CDC2A48F3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6E6E87C4-413F-A07F-2292-17CDC2A48F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279594B7-013E-7388-6ACB-DC2ACC36E252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10EC43E9-4522-BD4F-E321-2BE478A623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10EC43E9-4522-BD4F-E321-2BE478A62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0B00FCDE-9FD5-7688-49E3-A7CC5053C8C8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0BCCFC60-762B-9F80-7491-2C3B69FBE7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0BCCFC60-762B-9F80-7491-2C3B69FBE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4FB353DA-E0CF-D992-BB4A-B3F226CBA753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59665183-31CC-57A3-A329-58271689A6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59665183-31CC-57A3-A329-58271689A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BA24D94C-0C0B-2DA5-E73A-3F66469E7AD9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67D32ED5-4E47-999D-FC93-CE07659222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67D32ED5-4E47-999D-FC93-CE0765922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E6779A4C-FEC7-05AC-7E7A-518A2A47D07C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2DF1D03B-BAD1-BEF4-05F8-1A0B4096FF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2DF1D03B-BAD1-BEF4-05F8-1A0B4096F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1D845DE1-FF5C-6F6A-1E17-0CA877AF93CE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2D34AD2D-1FD3-E394-AB66-BD6AE4A9D9C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2D34AD2D-1FD3-E394-AB66-BD6AE4A9D9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635DD337-6783-6EA0-21AF-B9B90F8B0C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635DD337-6783-6EA0-21AF-B9B90F8B0C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0B1DE552-6023-C79B-EE7C-0424698654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0B1DE552-6023-C79B-EE7C-042469865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9B92F7E4-052F-7222-D77C-E007A1EA37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9B92F7E4-052F-7222-D77C-E007A1EA37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7A9E3B03-343A-177D-ED31-CC129E8C6A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7A9E3B03-343A-177D-ED31-CC129E8C6A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C6329D71-74A0-3D36-64C7-4B872F1F21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C6329D71-74A0-3D36-64C7-4B872F1F21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16F5866A-7026-0B8D-0C82-B072D4B0C0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16F5866A-7026-0B8D-0C82-B072D4B0C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1E5F05CA-3396-C0E2-652C-F9ACA876C0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1E5F05CA-3396-C0E2-652C-F9ACA876C0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F86BA9DE-9E7F-D94C-45EC-4DB3896DF74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F86BA9DE-9E7F-D94C-45EC-4DB3896DF7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F10B4A58-6ECA-197D-ED8D-5BE760724F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F10B4A58-6ECA-197D-ED8D-5BE760724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CCB1DECA-86D1-F3F6-2530-715BA89687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CCB1DECA-86D1-F3F6-2530-715BA8968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97813BDE-DF62-9F8C-F5CF-9834E7FAF1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97813BDE-DF62-9F8C-F5CF-9834E7FAF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B9823FB9-8EB2-E91C-E5CC-EF4FEB936C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B9823FB9-8EB2-E91C-E5CC-EF4FEB936C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1559C937-63E2-89C2-CA12-987EC8C79D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1559C937-63E2-89C2-CA12-987EC8C79D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7602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E5C7-9D46-A961-D8E0-B4DAC631D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hteck 46">
            <a:extLst>
              <a:ext uri="{FF2B5EF4-FFF2-40B4-BE49-F238E27FC236}">
                <a16:creationId xmlns:a16="http://schemas.microsoft.com/office/drawing/2014/main" id="{90C50183-4BAA-6B1D-FF70-1B019DACB5DE}"/>
              </a:ext>
            </a:extLst>
          </p:cNvPr>
          <p:cNvSpPr/>
          <p:nvPr/>
        </p:nvSpPr>
        <p:spPr>
          <a:xfrm>
            <a:off x="1986567" y="3355721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5FB75C7F-C529-D289-6AD8-74C8615A9A3E}"/>
              </a:ext>
            </a:extLst>
          </p:cNvPr>
          <p:cNvSpPr/>
          <p:nvPr/>
        </p:nvSpPr>
        <p:spPr>
          <a:xfrm>
            <a:off x="6529547" y="3355721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85EF57D4-94F2-1CE7-D4C3-DAACE7428B55}"/>
              </a:ext>
            </a:extLst>
          </p:cNvPr>
          <p:cNvSpPr/>
          <p:nvPr/>
        </p:nvSpPr>
        <p:spPr>
          <a:xfrm>
            <a:off x="6529547" y="459644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85F88753-A90D-370B-8059-5D651F1EC3F3}"/>
              </a:ext>
            </a:extLst>
          </p:cNvPr>
          <p:cNvSpPr/>
          <p:nvPr/>
        </p:nvSpPr>
        <p:spPr>
          <a:xfrm>
            <a:off x="1986568" y="213772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6B12709-D977-FD1A-DE66-8CCE143319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6B12709-D977-FD1A-DE66-8CCE14331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F701E694-FF33-756C-4495-FBF2C032317E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B714134D-6E83-E836-3CBA-9A97B0990C4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B714134D-6E83-E836-3CBA-9A97B0990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411CE550-46BB-1C48-BE24-F89DE3656848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8F6CBFBA-947B-0438-55F5-64866D119E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8F6CBFBA-947B-0438-55F5-64866D119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E1DF4466-D92E-483D-B898-D69BFCDE2F5F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E62845AE-43D3-BBFD-1149-50DE5B19B1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E62845AE-43D3-BBFD-1149-50DE5B19B1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0B038F8E-A87E-2F65-DBAC-406EAB3B4043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4DFC8ABB-55F6-CBDC-B0A9-65FE74D4C76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4DFC8ABB-55F6-CBDC-B0A9-65FE74D4C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1F8F689F-A98F-B253-CE49-73A06A25F344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4F017862-6E03-5ADC-6C4F-F630ABCBEB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4F017862-6E03-5ADC-6C4F-F630ABCBE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932E93BC-0FB1-E49B-14D0-D043AE233F85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64DF6593-0BDA-7788-D574-EF4E8F1099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64DF6593-0BDA-7788-D574-EF4E8F109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47DFB800-C1ED-9BE4-E4EC-3E06834D107E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37B3CE33-811A-EAED-DE43-E7DB7B57F8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37B3CE33-811A-EAED-DE43-E7DB7B57F8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E0250323-7875-B3FA-E028-871FAA672595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F24B870C-85E5-74BF-E367-8E4864233F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F24B870C-85E5-74BF-E367-8E4864233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09C258A2-A8EF-55B3-CAE4-67ADA0D0FF70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3F70AE99-EF0C-6B71-436E-D45CF51BA80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3F70AE99-EF0C-6B71-436E-D45CF51BA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98BBA00D-6C27-26A3-CDAA-053C82705A11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1ADAC6A-8C80-1C25-FCA7-1E24EBA996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1ADAC6A-8C80-1C25-FCA7-1E24EBA99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B5E64204-CEE8-43B1-FE76-3E506AC104B4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04F38C46-3107-A8D9-0285-33DFAE9875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04F38C46-3107-A8D9-0285-33DFAE987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A098E049-0E9B-6E03-2C6C-93A37D881B75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68F3A155-5CB7-722D-B201-7BD15B2E7B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68F3A155-5CB7-722D-B201-7BD15B2E7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8FE923B2-0F59-B80E-DDB1-F1C622472072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75E293AA-FDA9-E7DD-B1BD-E531231293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75E293AA-FDA9-E7DD-B1BD-E531231293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AD70A5A0-772B-5151-781B-A0F97712DBA6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B4109A36-B4CD-12EF-E0D9-17863B0DF7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B4109A36-B4CD-12EF-E0D9-17863B0DF7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1C311006-6D36-AC48-7680-10B5D55DBB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1C311006-6D36-AC48-7680-10B5D55DBB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420927FF-0207-7043-1C7B-97884359193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420927FF-0207-7043-1C7B-9788435919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BC0CE07-4B38-8F45-1C46-8474E83189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BC0CE07-4B38-8F45-1C46-8474E8318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575EA85A-F10D-314C-698B-3E307D9626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575EA85A-F10D-314C-698B-3E307D962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1C30EE7-6819-4C17-21C5-0DC50701FC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1C30EE7-6819-4C17-21C5-0DC50701F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4F59D7E7-7388-2943-5257-907008EF56B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4F59D7E7-7388-2943-5257-907008EF5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63DB546F-B647-2858-AE04-4F5D7B394A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63DB546F-B647-2858-AE04-4F5D7B394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35A6DE15-81F6-8951-C101-D420692404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35A6DE15-81F6-8951-C101-D42069240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72217A68-BE36-8D76-1DA1-21DC1F99042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72217A68-BE36-8D76-1DA1-21DC1F9904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E5BE85B9-4257-9464-4681-5B6BBB85E1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E5BE85B9-4257-9464-4681-5B6BBB85E1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081087B0-A3EE-4FD7-7C58-077713ABB2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081087B0-A3EE-4FD7-7C58-077713ABB2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EB93C5BF-2BF8-7093-F1FD-7E791CC61B5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EB93C5BF-2BF8-7093-F1FD-7E791CC61B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6E4AC586-FCE8-77EE-3CDF-9BE6264D10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6E4AC586-FCE8-77EE-3CDF-9BE6264D10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itel 1">
                <a:extLst>
                  <a:ext uri="{FF2B5EF4-FFF2-40B4-BE49-F238E27FC236}">
                    <a16:creationId xmlns:a16="http://schemas.microsoft.com/office/drawing/2014/main" id="{31BE00F2-3B0A-9348-4198-676D08C795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60300" y="345299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Titel 1">
                <a:extLst>
                  <a:ext uri="{FF2B5EF4-FFF2-40B4-BE49-F238E27FC236}">
                    <a16:creationId xmlns:a16="http://schemas.microsoft.com/office/drawing/2014/main" id="{31BE00F2-3B0A-9348-4198-676D08C795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300" y="3452990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75E217BF-399A-8FCD-8444-CA11F56447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9" name="Titel 1">
                <a:extLst>
                  <a:ext uri="{FF2B5EF4-FFF2-40B4-BE49-F238E27FC236}">
                    <a16:creationId xmlns:a16="http://schemas.microsoft.com/office/drawing/2014/main" id="{75E217BF-399A-8FCD-8444-CA11F5644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4681575"/>
                <a:ext cx="1008000" cy="432000"/>
              </a:xfrm>
              <a:prstGeom prst="rect">
                <a:avLst/>
              </a:prstGeom>
              <a:blipFill>
                <a:blip r:embed="rId31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itel 1">
                <a:extLst>
                  <a:ext uri="{FF2B5EF4-FFF2-40B4-BE49-F238E27FC236}">
                    <a16:creationId xmlns:a16="http://schemas.microsoft.com/office/drawing/2014/main" id="{C375428D-79A8-ED3D-1D9B-6DB3FC5885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60300" y="222355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Titel 1">
                <a:extLst>
                  <a:ext uri="{FF2B5EF4-FFF2-40B4-BE49-F238E27FC236}">
                    <a16:creationId xmlns:a16="http://schemas.microsoft.com/office/drawing/2014/main" id="{C375428D-79A8-ED3D-1D9B-6DB3FC588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300" y="2223555"/>
                <a:ext cx="1008000" cy="432000"/>
              </a:xfrm>
              <a:prstGeom prst="rect">
                <a:avLst/>
              </a:prstGeom>
              <a:blipFill>
                <a:blip r:embed="rId32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B856D780-7229-2E7A-6EAB-289F7A29E99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013700" y="347888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1" name="Titel 1">
                <a:extLst>
                  <a:ext uri="{FF2B5EF4-FFF2-40B4-BE49-F238E27FC236}">
                    <a16:creationId xmlns:a16="http://schemas.microsoft.com/office/drawing/2014/main" id="{B856D780-7229-2E7A-6EAB-289F7A29E9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700" y="3478885"/>
                <a:ext cx="1008000" cy="432000"/>
              </a:xfrm>
              <a:prstGeom prst="rect">
                <a:avLst/>
              </a:prstGeom>
              <a:blipFill>
                <a:blip r:embed="rId33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00933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9D32D-CE7C-EAF6-B4E0-F02B7A3D2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 44">
            <a:extLst>
              <a:ext uri="{FF2B5EF4-FFF2-40B4-BE49-F238E27FC236}">
                <a16:creationId xmlns:a16="http://schemas.microsoft.com/office/drawing/2014/main" id="{B89BB747-2DFD-E977-0165-844059C01303}"/>
              </a:ext>
            </a:extLst>
          </p:cNvPr>
          <p:cNvSpPr/>
          <p:nvPr/>
        </p:nvSpPr>
        <p:spPr>
          <a:xfrm>
            <a:off x="1986568" y="2137724"/>
            <a:ext cx="4363432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817DE1A-095C-0D20-C7DD-2216AFA6FC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817DE1A-095C-0D20-C7DD-2216AFA6FC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D9A04927-1DC0-4A48-F2CD-9AF9AE32B6AF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04FF8E01-B51D-9D96-F2C9-1BB2C39268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04FF8E01-B51D-9D96-F2C9-1BB2C3926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492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3E319848-DBCF-AC37-429B-BC48714B1C02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F60BBB47-471D-1864-D1A1-C06CD2744F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F60BBB47-471D-1864-D1A1-C06CD2744F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160E15E8-1CD1-7062-398F-AC070D655362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F8FF057E-B3F3-9EE2-35E7-8459E09F35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F8FF057E-B3F3-9EE2-35E7-8459E09F3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1165EBEC-91A8-C8B2-C3E8-0F350132EB6D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8114B5DE-34A2-631A-5F79-FE1DF4BE2B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8114B5DE-34A2-631A-5F79-FE1DF4BE2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15155E80-253F-E018-69F4-99F0779C14E7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883FF8AB-695C-B05B-8ACD-C25880AD3D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883FF8AB-695C-B05B-8ACD-C25880AD3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EB5A3F3C-01C0-DE79-165B-EE4D91ED9D67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E4009480-808B-9E87-2D8B-B298B529181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E4009480-808B-9E87-2D8B-B298B5291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81FE3005-0A90-00B0-1422-0BD3C4DB6DC1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6EB6A12-78A9-6E26-B88C-EEA383E913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6EB6A12-78A9-6E26-B88C-EEA383E91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CE889329-D9BF-8281-9461-D986845CD81C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664627CF-46D0-05D0-F2D5-BCCE0F919F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664627CF-46D0-05D0-F2D5-BCCE0F919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hteck 26">
            <a:extLst>
              <a:ext uri="{FF2B5EF4-FFF2-40B4-BE49-F238E27FC236}">
                <a16:creationId xmlns:a16="http://schemas.microsoft.com/office/drawing/2014/main" id="{DFBD011E-0674-0B45-8BC4-30C6516B1388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6CEDA3C8-6631-986E-0BFB-59F9BB9458E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1,2)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6CEDA3C8-6631-986E-0BFB-59F9BB9458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00B980FD-CE7E-8433-0B78-69700F9578DC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368C533C-5CDD-9D93-0D23-2EA9522362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368C533C-5CDD-9D93-0D23-2EA952236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BCAB080E-933D-E92E-6818-0C385AACF9BB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6758D2EE-27E6-3BA7-95B8-6093B83ADF0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6758D2EE-27E6-3BA7-95B8-6093B83AD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10F6953E-6393-EE2B-ED0D-0AB8F790F117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11491ECA-1CB8-E0C4-5F5B-B5C74B2E93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11491ECA-1CB8-E0C4-5F5B-B5C74B2E9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7457F6C4-B834-A092-C1E8-11970E1B46D6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A545FDF6-9EF8-B77B-FE7F-4BE3411EEC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A545FDF6-9EF8-B77B-FE7F-4BE3411EE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2BDB39BE-8CB9-41D4-99E5-B13F6888A1DC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324E0378-1903-D2F2-8BBD-F9AF48947B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324E0378-1903-D2F2-8BBD-F9AF48947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4CC829C1-3BD2-A3D1-99C0-0739C2190CF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4CC829C1-3BD2-A3D1-99C0-0739C2190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1622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329697E3-C904-12DB-7CEB-D9EBA5A114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329697E3-C904-12DB-7CEB-D9EBA5A114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331CB9E4-C385-75F5-7A8B-EC490FCA77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331CB9E4-C385-75F5-7A8B-EC490FCA77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CB0A718F-8C15-F740-8163-EB25356507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CB0A718F-8C15-F740-8163-EB25356507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07CB703C-E857-7399-4EBF-17F0377C1B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07CB703C-E857-7399-4EBF-17F0377C1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E32E2BC4-B9BD-9DF0-6D11-4587734501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E32E2BC4-B9BD-9DF0-6D11-458773450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89F4CBF4-6CEB-26ED-A322-64CDF5009A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89F4CBF4-6CEB-26ED-A322-64CDF5009A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02691848-FCF3-6A37-B86A-BA2F5E9415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9" name="Titel 1">
                <a:extLst>
                  <a:ext uri="{FF2B5EF4-FFF2-40B4-BE49-F238E27FC236}">
                    <a16:creationId xmlns:a16="http://schemas.microsoft.com/office/drawing/2014/main" id="{02691848-FCF3-6A37-B86A-BA2F5E941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B328813F-DE02-4791-10ED-6D2CE96206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B328813F-DE02-4791-10ED-6D2CE96206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54D659D2-7D50-783F-7BAF-967D9C8AB5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54D659D2-7D50-783F-7BAF-967D9C8AB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EBAD676B-8D7F-D5DB-CDC7-B89DC1C2B5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EBAD676B-8D7F-D5DB-CDC7-B89DC1C2B5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CF0229D7-4EB7-7540-5C3D-735EB1C4E9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CF0229D7-4EB7-7540-5C3D-735EB1C4E9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F824017E-0051-3018-F2EC-802DDC9E29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F824017E-0051-3018-F2EC-802DDC9E29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itel 1">
                <a:extLst>
                  <a:ext uri="{FF2B5EF4-FFF2-40B4-BE49-F238E27FC236}">
                    <a16:creationId xmlns:a16="http://schemas.microsoft.com/office/drawing/2014/main" id="{E9764FD1-B885-92F4-2DF1-8FD2F93EB8A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60300" y="222355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0" name="Titel 1">
                <a:extLst>
                  <a:ext uri="{FF2B5EF4-FFF2-40B4-BE49-F238E27FC236}">
                    <a16:creationId xmlns:a16="http://schemas.microsoft.com/office/drawing/2014/main" id="{E9764FD1-B885-92F4-2DF1-8FD2F93EB8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300" y="222355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96483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7321D-64E1-2EF3-5A89-310E1B3A7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DA4C4F74-7F01-2186-9582-A111295A63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DA4C4F74-7F01-2186-9582-A111295A6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B97A8D6E-03E2-2102-E232-03F1E12C5A73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00004BFE-AE03-4E7B-4FF4-23E99AA249F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00004BFE-AE03-4E7B-4FF4-23E99AA24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2C21C03E-E731-0032-803A-F4ECA5C2508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2C21C03E-E731-0032-803A-F4ECA5C250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F318EDB8-CE9E-79EB-4830-820D04A3DF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F318EDB8-CE9E-79EB-4830-820D04A3D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8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3F7176EF-463A-53DC-55DF-2FA38C13A278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6E54EA73-CAA9-32F7-BCF5-26B2DE328B95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57FD6E71-C2B6-A8D8-77FD-F9CA00C6728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57FD6E71-C2B6-A8D8-77FD-F9CA00C67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7047F7F9-8728-B821-E7AF-209E87D66D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7047F7F9-8728-B821-E7AF-209E87D66D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hteck 16">
            <a:extLst>
              <a:ext uri="{FF2B5EF4-FFF2-40B4-BE49-F238E27FC236}">
                <a16:creationId xmlns:a16="http://schemas.microsoft.com/office/drawing/2014/main" id="{0A22C6ED-EE49-F6FB-375C-A86FA405742B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131B17AD-592D-3D83-775A-F60FED5A7184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5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640B55D8-C3FA-662A-E43E-6E27B7973B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640B55D8-C3FA-662A-E43E-6E27B7973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1599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E463D-B6DD-324F-7C24-E66EEC9AF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A1400B5E-B362-7298-421E-07141F38E7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A1400B5E-B362-7298-421E-07141F38E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62EB7BE8-BFF9-4BC1-F8DA-AC8E1A88E21F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344B443A-A9C4-9428-5F63-035D079166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344B443A-A9C4-9428-5F63-035D079166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195CB84-E2E9-9608-E41A-7C26A06A96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195CB84-E2E9-9608-E41A-7C26A06A96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5010CD21-7F5D-2AD6-2DA3-91100F13C2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5010CD21-7F5D-2AD6-2DA3-91100F13C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848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29C5C4B7-956E-10F1-D15F-D3F1589C1A9F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EA2AAA1F-DCEC-4C1D-CDF5-094E7F7B8EFE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D0161920-3FD5-0266-23C3-DDA60107B7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D0161920-3FD5-0266-23C3-DDA60107B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9E39C553-8208-D4C8-2385-D101F79E6F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9E39C553-8208-D4C8-2385-D101F79E6F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hteck 16">
            <a:extLst>
              <a:ext uri="{FF2B5EF4-FFF2-40B4-BE49-F238E27FC236}">
                <a16:creationId xmlns:a16="http://schemas.microsoft.com/office/drawing/2014/main" id="{62BBEC61-CE06-FE92-C64D-754B42E4D43E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894EDF92-1C9F-DDC0-805B-B27329205079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5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2FDD4727-2266-4992-7DEE-4A9FBF46DA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2FDD4727-2266-4992-7DEE-4A9FBF46D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itel 1">
            <a:extLst>
              <a:ext uri="{FF2B5EF4-FFF2-40B4-BE49-F238E27FC236}">
                <a16:creationId xmlns:a16="http://schemas.microsoft.com/office/drawing/2014/main" id="{28878024-8628-D2B3-727F-AB2503FBBE37}"/>
              </a:ext>
            </a:extLst>
          </p:cNvPr>
          <p:cNvSpPr txBox="1">
            <a:spLocks/>
          </p:cNvSpPr>
          <p:nvPr/>
        </p:nvSpPr>
        <p:spPr>
          <a:xfrm>
            <a:off x="395606" y="2721559"/>
            <a:ext cx="4056694" cy="1414881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Kein neues Optimum gefunden!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F45F7EB-1F2B-BE29-F84C-366F6B5A889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F45F7EB-1F2B-BE29-F84C-366F6B5A8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  <a:blipFill>
                <a:blip r:embed="rId9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21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44B4-C81D-E153-1F3F-D18CFA5A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5BCD36C7-A853-E32A-9AAC-E270D751E0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5BCD36C7-A853-E32A-9AAC-E270D751E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D750B078-8AEF-23F6-85C5-023679253A0E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653C5206-0246-450B-5D0B-D42539E72F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653C5206-0246-450B-5D0B-D42539E72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324C5622-04FC-0939-DC48-DD7C394B89ED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30889D8D-D3B0-B6F4-0CF7-518BBEB041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30889D8D-D3B0-B6F4-0CF7-518BBEB041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7A4D9735-07E8-83E2-0A4A-EEE6FED0EAAA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8C6EEB97-5370-621E-B265-C4098B6DCB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8C6EEB97-5370-621E-B265-C4098B6DC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60BD964E-EBC3-E4D8-5208-BB7A1F61D33C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A317023-21E2-CEC2-C162-CD8647FC9D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A317023-21E2-CEC2-C162-CD8647FC9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9C6C6C7C-546B-3F51-75F5-4D0CBED1B4CE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5275880-E0B5-5F40-13DA-879904F129A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5275880-E0B5-5F40-13DA-879904F12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142E56BE-0408-4039-8447-F41BA9D65978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6334AF98-DB41-D5ED-6295-7A8BE3BCC01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6334AF98-DB41-D5ED-6295-7A8BE3BCC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F1AB59D4-C11B-BEC3-2A25-655A25F138B4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2771D641-D81F-CFD7-24A1-BB4618E489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2771D641-D81F-CFD7-24A1-BB4618E48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A0B3E5F2-F2E7-9826-C311-145BAB56B192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CC9171B2-083F-EE9A-2424-4738F4D48A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CC9171B2-083F-EE9A-2424-4738F4D48A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!!Rechteck 26">
            <a:extLst>
              <a:ext uri="{FF2B5EF4-FFF2-40B4-BE49-F238E27FC236}">
                <a16:creationId xmlns:a16="http://schemas.microsoft.com/office/drawing/2014/main" id="{68DDC138-F758-6259-2585-D0FAAAB67E07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CA75C77C-57B5-3C0C-1741-A2FA1BD4C7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CA75C77C-57B5-3C0C-1741-A2FA1BD4C7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5F1BD0E5-1E36-F1CA-FF8F-8006C804B267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3BF833F-5CF0-2F97-93B2-649059B779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3BF833F-5CF0-2F97-93B2-649059B779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A28642A0-962D-9A96-C0E9-D50988F966CF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525BD98B-34D0-4602-BA71-8AC12CD03C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525BD98B-34D0-4602-BA71-8AC12CD03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6CBB48AB-761A-2CDE-5DD3-74B5ABBFE6A1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A0245CB2-F8F1-9FFD-3665-EED27BD64A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A0245CB2-F8F1-9FFD-3665-EED27BD64A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D3CF1A84-2E61-A366-F5CD-C6C24860EE8B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198B1A1E-AE33-0ECC-F5CA-4C7C25EE87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198B1A1E-AE33-0ECC-F5CA-4C7C25EE8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FEA8D231-0954-A521-F93C-385B08AC8593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5F4BC122-B26E-1431-DA96-3E82892569D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5F4BC122-B26E-1431-DA96-3E8289256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189AECDA-983A-CA5B-4A45-C169D96B72D8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F88D3343-7076-C401-A06A-91F76EA5C2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F88D3343-7076-C401-A06A-91F76EA5C2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849064A5-05CE-047B-4C3E-805874149EB0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56924801-3FB5-9321-B3F7-34083C514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56924801-3FB5-9321-B3F7-34083C514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hteck 2">
            <a:extLst>
              <a:ext uri="{FF2B5EF4-FFF2-40B4-BE49-F238E27FC236}">
                <a16:creationId xmlns:a16="http://schemas.microsoft.com/office/drawing/2014/main" id="{EC678F9C-EC38-7EA7-D177-4390343C661D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04686615-C162-63E1-E36B-69101F1124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04686615-C162-63E1-E36B-69101F112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F7924A40-780A-D7F6-F5FF-86E52BD919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F7924A40-780A-D7F6-F5FF-86E52BD91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E5085AE6-5A71-92C9-A7E1-443279E342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E5085AE6-5A71-92C9-A7E1-443279E342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8116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25BA0-8528-A19E-08FC-29DC7B79D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B11DF3C2-CE3F-F58D-4DB3-BFEA5404C5C0}"/>
              </a:ext>
            </a:extLst>
          </p:cNvPr>
          <p:cNvSpPr/>
          <p:nvPr/>
        </p:nvSpPr>
        <p:spPr>
          <a:xfrm>
            <a:off x="6472728" y="5807939"/>
            <a:ext cx="2754376" cy="628971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A0394CE-41B1-A021-A3E0-DC6A38DFD60B}"/>
              </a:ext>
            </a:extLst>
          </p:cNvPr>
          <p:cNvSpPr/>
          <p:nvPr/>
        </p:nvSpPr>
        <p:spPr>
          <a:xfrm>
            <a:off x="1908994" y="1523293"/>
            <a:ext cx="2754376" cy="628971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6AB0C24B-322D-8866-DC98-433CCC95DD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6AB0C24B-322D-8866-DC98-433CCC95DD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29A38FB4-AEC5-FF7D-7217-99DFB453354C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AD7A6F4E-B3F7-A4C6-3E4B-F3573A435A7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AD7A6F4E-B3F7-A4C6-3E4B-F3573A435A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97F3C49A-A7C1-8131-B616-5E5B1F2371F8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85D1DF92-240F-C654-A9FA-FEE6E31279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85D1DF92-240F-C654-A9FA-FEE6E31279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9DF34E58-502B-C66A-4474-C54BDE247FE8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D240C986-BA94-FE63-6B9D-24605B9568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D240C986-BA94-FE63-6B9D-24605B956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DB489791-7DF2-9B0F-CDDD-A14A04153BCF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7F14203E-54BB-4506-9886-A0B670F7DC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7F14203E-54BB-4506-9886-A0B670F7D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02831A3E-3309-7EA7-65AE-2DB6AB10831D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26EBAA42-F94A-73E2-72BF-2D29D05C23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26EBAA42-F94A-73E2-72BF-2D29D05C2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1E9FB79B-BCE7-8620-4F1C-EAA0F7319F73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A3B7B6C5-D23C-613B-CE76-6E329E6E889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A3B7B6C5-D23C-613B-CE76-6E329E6E8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BDB0E7CD-75AF-7205-BF62-E638AC15E4AE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9484089-BA90-F1EB-4794-650294435F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9484089-BA90-F1EB-4794-650294435F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2987C9ED-3C15-DE44-29E4-B9DADD9C2EBA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797AD3B4-8590-1FF4-BDCE-3171D874E8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797AD3B4-8590-1FF4-BDCE-3171D874E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!!Rechteck 26">
            <a:extLst>
              <a:ext uri="{FF2B5EF4-FFF2-40B4-BE49-F238E27FC236}">
                <a16:creationId xmlns:a16="http://schemas.microsoft.com/office/drawing/2014/main" id="{AF8B05DD-0E31-7CE0-F793-F27686C15EF7}"/>
              </a:ext>
            </a:extLst>
          </p:cNvPr>
          <p:cNvSpPr>
            <a:spLocks noChangeAspect="1"/>
          </p:cNvSpPr>
          <p:nvPr/>
        </p:nvSpPr>
        <p:spPr>
          <a:xfrm>
            <a:off x="29130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1F5CFFC-A7EB-B982-1075-238BAF933EE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E1F5CFFC-A7EB-B982-1075-238BAF933E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1622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0B2A375C-1272-0FF2-8034-C1D94787749E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8F2E73D8-338D-F8FC-6442-58928373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8F2E73D8-338D-F8FC-6442-589283730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6B3B44DD-F75B-5915-4C9F-CB21E4307849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D105B4A3-63DB-B95C-B638-3CFCCA6E82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D105B4A3-63DB-B95C-B638-3CFCCA6E82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44A14FEF-BD01-0B05-396C-5B5666A9C5E2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19EF69B6-1DC3-12CC-24D5-9C7B2B3915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19EF69B6-1DC3-12CC-24D5-9C7B2B3915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27042CD3-1A1E-C67B-3D67-469DC441D943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B3161B57-7D4C-31A1-59C8-C2FB9D0A5E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B3161B57-7D4C-31A1-59C8-C2FB9D0A5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77533415-5F65-B091-8200-3389B2A07CD6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255BCAC8-8023-6EBB-E097-40F4467015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255BCAC8-8023-6EBB-E097-40F4467015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22AB61F6-6E5A-8A1C-37C1-719E5264D7F5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24FAEB18-7953-D591-59FE-BB3BBFE7EF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24FAEB18-7953-D591-59FE-BB3BBFE7EF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Rechteck 40">
            <a:extLst>
              <a:ext uri="{FF2B5EF4-FFF2-40B4-BE49-F238E27FC236}">
                <a16:creationId xmlns:a16="http://schemas.microsoft.com/office/drawing/2014/main" id="{F241E323-0311-412E-6A35-65B18BC15C93}"/>
              </a:ext>
            </a:extLst>
          </p:cNvPr>
          <p:cNvSpPr>
            <a:spLocks noChangeAspect="1"/>
          </p:cNvSpPr>
          <p:nvPr/>
        </p:nvSpPr>
        <p:spPr>
          <a:xfrm>
            <a:off x="7476300" y="590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71B75094-DD41-EBD9-415B-9D5CE993B1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7,8)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71B75094-DD41-EBD9-415B-9D5CE993B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90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hteck 2">
            <a:extLst>
              <a:ext uri="{FF2B5EF4-FFF2-40B4-BE49-F238E27FC236}">
                <a16:creationId xmlns:a16="http://schemas.microsoft.com/office/drawing/2014/main" id="{0E54AE28-41D7-75A4-EB88-E8280558468B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351A841-A4ED-E492-D649-8D07C02D6B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8351A841-A4ED-E492-D649-8D07C02D6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8DE795CD-2C1D-9FFF-EE30-ADB12BB722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8DE795CD-2C1D-9FFF-EE30-ADB12BB72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DA5C27E3-5872-A83E-6E7A-898282A462A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DA5C27E3-5872-A83E-6E7A-898282A46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56893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DDCA4-4AAD-CC9E-71A8-0146D3669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470DB48-F1A4-D609-2AB6-08F1830E351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470DB48-F1A4-D609-2AB6-08F1830E35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07BB2534-DB01-F9C1-B384-0310EA0EE11E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9A7F76CC-53F7-8317-0334-12994FC7E9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9A7F76CC-53F7-8317-0334-12994FC7E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31F4D97A-E7A0-37BA-0C1B-3DD2A340AD02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6D38184A-47EE-3BEC-2606-AE95269BCF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6D38184A-47EE-3BEC-2606-AE95269BC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21F407B9-F334-35DD-33DD-48528CBC8B69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3407DF84-152C-47B2-9CBE-5C30C9EF66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3407DF84-152C-47B2-9CBE-5C30C9EF6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18C1C07D-E42A-D0E1-7FB0-37B7E42ECBA1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EE4BCB3B-0CDD-18C3-FBA4-041D3334B84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EE4BCB3B-0CDD-18C3-FBA4-041D3334B8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24AC9BFA-9208-722B-3CF4-70F22E26DB0D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F51B3480-11BE-EFB3-CE37-EFEE899426E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F51B3480-11BE-EFB3-CE37-EFEE899426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033280EC-60D4-3A17-2D8F-2A7F78888ACA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E11FC530-B809-7B0E-5A91-CAB5055AEC0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E11FC530-B809-7B0E-5A91-CAB5055AE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7613A197-CA42-DCB9-C9BF-828B56D28366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4096F12-5F02-F623-5C57-0E066AE86D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4096F12-5F02-F623-5C57-0E066AE86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5D9EC944-0230-9858-1E08-E1ADE2883D63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DB1FCCEE-BEA3-1FFA-EDB4-BAF25A6F58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DB1FCCEE-BEA3-1FFA-EDB4-BAF25A6F58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497FF79A-F136-0BC8-E949-671EDB9C6514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B1A8223E-AD4D-1D05-8914-30AEDF1649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B1A8223E-AD4D-1D05-8914-30AEDF164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FB04410D-20EC-4BD3-426E-BA6745467738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E5542802-885C-CE9D-87E8-709C5D8888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E5542802-885C-CE9D-87E8-709C5D888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09E14626-E108-77A0-67E1-3E28DB4F9298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01294D21-B420-5228-EE34-9E0B39A5E43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01294D21-B420-5228-EE34-9E0B39A5E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4EE3D3E3-18F9-8F02-F5D6-544B7AF10857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D9B161AD-01C8-8014-69C4-C86158F18A1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D9B161AD-01C8-8014-69C4-C86158F18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3D70D62B-5D75-DFAF-4375-E4A1005FF033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26D85A44-98AF-20B0-5E23-40F19D34D7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26D85A44-98AF-20B0-5E23-40F19D34D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9C357257-FE08-36D1-3988-B7FA6D3C10B9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277FB4E5-2FF2-7B08-9476-26A7CEFC13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277FB4E5-2FF2-7B08-9476-26A7CEFC1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4195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891C2-FB8D-BB26-A002-07DBADD0F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CEB17F4-7944-27EB-F7FB-BE7F0CFCC9B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8CEB17F4-7944-27EB-F7FB-BE7F0CFCC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3573D4D8-4CF2-CDF4-8C7B-90C1B5AFCDB5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90D0503B-D562-CA50-20C1-E20EA40DE5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90D0503B-D562-CA50-20C1-E20EA40DE5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6676373B-99B0-E51C-57FD-F6D6BA48DAF6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FE474C97-E9C8-C61B-355E-450675A77F0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FE474C97-E9C8-C61B-355E-450675A77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2D16F202-26D3-30A7-0F5E-1CE6A8A42912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77AF732C-921D-593E-8996-4116D931DD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77AF732C-921D-593E-8996-4116D931D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3EDEFE43-7D7E-0956-3714-66F3A84555E7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6ED45BA-E7C2-E3FD-512F-87ABCCA9C63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96ED45BA-E7C2-E3FD-512F-87ABCCA9C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5C807498-F8E4-C6F7-6575-A42CFE41D364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63388B26-8DF5-2E00-01D5-876C229A333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63388B26-8DF5-2E00-01D5-876C229A3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871C3C4D-C3D3-242B-B55C-1C61B6C8420F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C748EFDA-E917-E6AD-FBA8-5FCD67CDA3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C748EFDA-E917-E6AD-FBA8-5FCD67CDA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3F530E2E-F481-B58A-C643-248483E813B7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A392384-90A2-B195-5A2B-4E583654365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EA392384-90A2-B195-5A2B-4E5836543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CFE45744-2AF0-36FC-E3FD-689961220D34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1334B111-FB83-6C7D-34D9-19A23E1F2A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1334B111-FB83-6C7D-34D9-19A23E1F2A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57366E7C-B53B-43DA-EE8F-3287A8B5883E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DE7B0143-1FDB-4544-9ECF-9DB92CB9D66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DE7B0143-1FDB-4544-9ECF-9DB92CB9D6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7748CF30-474F-E328-6DEC-A43F93E67ACC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92FE31F2-C7BB-36C9-32F2-1D60C08DD88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92FE31F2-C7BB-36C9-32F2-1D60C08DD8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1CD3D6BD-D1D4-9989-4C36-79F0381275B2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2E17B133-B5E5-F174-FFE1-D253E42364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2E17B133-B5E5-F174-FFE1-D253E4236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5E62BE9C-3530-22BD-38EF-4BEF20E02AF2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C6ECFD47-CFE3-AD1B-FE5A-26E320A538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C6ECFD47-CFE3-AD1B-FE5A-26E320A53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01088CD7-1C2C-D7E1-D596-DD08714851C5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EF45E954-D180-7E2A-4D29-006BCBED8E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EF45E954-D180-7E2A-4D29-006BCBED8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3751592A-F57A-25CD-8E1A-AB4BB403A9A2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A766BA8D-6320-4E5F-2F94-C857B92B10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A766BA8D-6320-4E5F-2F94-C857B92B10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94C5811D-1B68-33CF-E929-CADB10C507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94C5811D-1B68-33CF-E929-CADB10C507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2370A220-E31A-F75F-17A4-8D48A32120B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2370A220-E31A-F75F-17A4-8D48A3212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A45C84A6-2CBA-B9C4-EC6A-E72E8203A42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A45C84A6-2CBA-B9C4-EC6A-E72E8203A4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65478B54-1A07-9005-0F1C-418B973756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65478B54-1A07-9005-0F1C-418B97375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D1F3802B-2F8C-325C-C6D7-D46837945BE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D1F3802B-2F8C-325C-C6D7-D46837945B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C177994A-2599-91AE-575D-1B017452CA2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C177994A-2599-91AE-575D-1B017452C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4C0C71AA-42CD-3709-CB6C-A48969E0F96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4C0C71AA-42CD-3709-CB6C-A48969E0F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itel 1">
                <a:extLst>
                  <a:ext uri="{FF2B5EF4-FFF2-40B4-BE49-F238E27FC236}">
                    <a16:creationId xmlns:a16="http://schemas.microsoft.com/office/drawing/2014/main" id="{C477D308-E6E2-3C75-09B9-F80F859ECBD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itel 1">
                <a:extLst>
                  <a:ext uri="{FF2B5EF4-FFF2-40B4-BE49-F238E27FC236}">
                    <a16:creationId xmlns:a16="http://schemas.microsoft.com/office/drawing/2014/main" id="{C477D308-E6E2-3C75-09B9-F80F859EC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402A4890-82D2-FD03-ACCF-09BF0E51B1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402A4890-82D2-FD03-ACCF-09BF0E51B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AF672812-B702-CB12-C6F0-86DDAE8D4F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AF672812-B702-CB12-C6F0-86DDAE8D4F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2D529A47-D5A0-850D-885F-CA2D023BA1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2D529A47-D5A0-850D-885F-CA2D023BA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908274FA-E421-4A21-9D56-36650751AB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908274FA-E421-4A21-9D56-36650751A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106F9D39-B46D-E0FF-0E46-593556ED8FC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106F9D39-B46D-E0FF-0E46-593556ED8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986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7EA90-ABE7-CFBE-CC97-E7F246937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228632EA-C2C9-E96F-247F-9A37982319A0}"/>
              </a:ext>
            </a:extLst>
          </p:cNvPr>
          <p:cNvSpPr/>
          <p:nvPr/>
        </p:nvSpPr>
        <p:spPr>
          <a:xfrm>
            <a:off x="1986568" y="3356924"/>
            <a:ext cx="3324225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C246DE2-DD57-529C-F433-F1FCAF1096F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2C246DE2-DD57-529C-F433-F1FCAF1096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33FB7463-CBDB-CB49-00B0-6403A8A97101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03B3901E-0A79-9513-A8AF-EF9CEB27B04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03B3901E-0A79-9513-A8AF-EF9CEB27B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4F23D9B7-1ECA-D782-7B57-968870D574E4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23F7D518-F0D2-C07E-0306-67FBF052C7F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23F7D518-F0D2-C07E-0306-67FBF052C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2A4FE3B1-09DF-A635-CA99-6274440814C9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43923A9D-58CF-D3FD-5132-762BAD6B79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43923A9D-58CF-D3FD-5132-762BAD6B7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A8C3A6B7-0F88-1E50-B61F-F36C2972B039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B9FEA871-F382-DBED-9E05-B063C8DD0D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B9FEA871-F382-DBED-9E05-B063C8DD0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30731529-9097-23DF-BD6B-097CD23C6643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1262518-6FA3-D5D6-40A6-4EFF3A0DA4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E1262518-6FA3-D5D6-40A6-4EFF3A0DA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048AEC2D-E2C0-271B-DA9B-3CDBFD99827F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AD655388-7182-77B0-0692-75F373F098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AD655388-7182-77B0-0692-75F373F09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A31D2BC9-05ED-7667-EEBA-FB9E963651B3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4414230C-DAAD-FAB1-3887-AA83C1FE8C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4414230C-DAAD-FAB1-3887-AA83C1FE8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F709D3F5-C39C-5A13-737B-73571AA6FE44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643807C9-3F1D-09FC-BB06-1384EC1665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643807C9-3F1D-09FC-BB06-1384EC166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36DE6842-8B14-6B47-6745-14AAFECAE7E8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412D65B-6CB0-9B83-7C41-E5392C669F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2412D65B-6CB0-9B83-7C41-E5392C669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F6511BF1-7F1B-4E33-76F7-F4D236DF7CF9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53E4483F-0630-BCD1-CA5B-EC798538BE1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53E4483F-0630-BCD1-CA5B-EC798538B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4BF600BC-9091-8A1A-FA35-FDFE07CB8F44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678EB5A7-E1E2-F3BC-FAE4-FE6C14C0146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678EB5A7-E1E2-F3BC-FAE4-FE6C14C014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43B3C89E-A96C-9959-C550-36A9A2DCABEC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03623992-F309-7CB6-222E-48C8311416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03623992-F309-7CB6-222E-48C831141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DF64E765-5827-E9DD-C76A-6AEEC56ED043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633597E0-DE07-B758-6FCF-68210B26F4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633597E0-DE07-B758-6FCF-68210B26F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35CC1A64-B367-D90A-92D0-BD1F1838C1EB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3D3068DD-18EB-09C0-38E2-DBDC409F2CB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3D3068DD-18EB-09C0-38E2-DBDC409F2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FC911419-C990-6B66-93C4-A91AD9A4E7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FC911419-C990-6B66-93C4-A91AD9A4E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D606E16-E024-1845-6163-51D0F2E808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D606E16-E024-1845-6163-51D0F2E80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74FE8369-DF49-C97F-B255-99229EA3457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74FE8369-DF49-C97F-B255-99229EA34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77DC6858-F1B5-D1FC-D67F-7AD29B1696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77DC6858-F1B5-D1FC-D67F-7AD29B1696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51956D6D-0DF4-FEC1-FB37-246E8F4AD28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51956D6D-0DF4-FEC1-FB37-246E8F4AD2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696CEE05-5206-2005-CB61-963B8B04835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696CEE05-5206-2005-CB61-963B8B048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5F197444-BD1A-D650-3B9A-50B7D692474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5F197444-BD1A-D650-3B9A-50B7D69247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itel 1">
                <a:extLst>
                  <a:ext uri="{FF2B5EF4-FFF2-40B4-BE49-F238E27FC236}">
                    <a16:creationId xmlns:a16="http://schemas.microsoft.com/office/drawing/2014/main" id="{F2A1A4D3-A98C-3C03-0C0B-014387F8573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itel 1">
                <a:extLst>
                  <a:ext uri="{FF2B5EF4-FFF2-40B4-BE49-F238E27FC236}">
                    <a16:creationId xmlns:a16="http://schemas.microsoft.com/office/drawing/2014/main" id="{F2A1A4D3-A98C-3C03-0C0B-014387F857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81961D13-0F6D-D18D-41F7-9DDCD9CB26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81961D13-0F6D-D18D-41F7-9DDCD9CB2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3BEE3197-FE10-E5A9-472E-DC7BF31E33D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3BEE3197-FE10-E5A9-472E-DC7BF31E33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A71E3550-9E86-DEF4-4BEC-924A250A1F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A71E3550-9E86-DEF4-4BEC-924A250A1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0040AA7A-EE2B-3D0F-17C4-C331D3D936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0040AA7A-EE2B-3D0F-17C4-C331D3D93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C080E562-759C-8A29-998B-9C3FB17FEA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C080E562-759C-8A29-998B-9C3FB17FE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527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69E10-5AF6-BF15-5E71-CD432C35F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1BA6B53-6991-D6AB-E8E4-36B8EEF73C9E}"/>
              </a:ext>
            </a:extLst>
          </p:cNvPr>
          <p:cNvSpPr/>
          <p:nvPr/>
        </p:nvSpPr>
        <p:spPr>
          <a:xfrm>
            <a:off x="1986568" y="3356924"/>
            <a:ext cx="4332952" cy="62897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077276F-27A2-4A01-6FC5-E156A51ED5A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1077276F-27A2-4A01-6FC5-E156A51ED5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FB8D5D7B-86B7-9FB3-EBAF-B7E7F2213942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BF7EFF8C-F379-B85C-0F7A-E4A2B634FF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:r>
                  <a:rPr lang="de-DE" sz="4000" dirty="0"/>
                  <a:t>N(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4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4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de-DE" sz="40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de-DE" sz="4000" b="0" i="1" dirty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de-DE" sz="4000" b="1" i="0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" name="Titel 1">
                <a:extLst>
                  <a:ext uri="{FF2B5EF4-FFF2-40B4-BE49-F238E27FC236}">
                    <a16:creationId xmlns:a16="http://schemas.microsoft.com/office/drawing/2014/main" id="{BF7EFF8C-F379-B85C-0F7A-E4A2B634FF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75" y="1622425"/>
                <a:ext cx="1533525" cy="739775"/>
              </a:xfrm>
              <a:prstGeom prst="rect">
                <a:avLst/>
              </a:prstGeom>
              <a:blipFill>
                <a:blip r:embed="rId3"/>
                <a:stretch>
                  <a:fillRect l="-13095" t="-15574" b="-2868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hteck 6">
            <a:extLst>
              <a:ext uri="{FF2B5EF4-FFF2-40B4-BE49-F238E27FC236}">
                <a16:creationId xmlns:a16="http://schemas.microsoft.com/office/drawing/2014/main" id="{C0DB2AB0-252B-F706-60A2-5998D826E965}"/>
              </a:ext>
            </a:extLst>
          </p:cNvPr>
          <p:cNvSpPr>
            <a:spLocks noChangeAspect="1"/>
          </p:cNvSpPr>
          <p:nvPr/>
        </p:nvSpPr>
        <p:spPr>
          <a:xfrm>
            <a:off x="7476300" y="162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555B0ACA-569D-984B-8655-CD8252ADCFC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8" name="Titel 1">
                <a:extLst>
                  <a:ext uri="{FF2B5EF4-FFF2-40B4-BE49-F238E27FC236}">
                    <a16:creationId xmlns:a16="http://schemas.microsoft.com/office/drawing/2014/main" id="{555B0ACA-569D-984B-8655-CD8252ADC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1622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hteck 8">
            <a:extLst>
              <a:ext uri="{FF2B5EF4-FFF2-40B4-BE49-F238E27FC236}">
                <a16:creationId xmlns:a16="http://schemas.microsoft.com/office/drawing/2014/main" id="{80916932-355B-3127-2A28-9A810D5298D6}"/>
              </a:ext>
            </a:extLst>
          </p:cNvPr>
          <p:cNvSpPr>
            <a:spLocks noChangeAspect="1"/>
          </p:cNvSpPr>
          <p:nvPr/>
        </p:nvSpPr>
        <p:spPr>
          <a:xfrm>
            <a:off x="74763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816041DD-BBBF-DCFA-3B03-0C2B02C1E2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itel 1">
                <a:extLst>
                  <a:ext uri="{FF2B5EF4-FFF2-40B4-BE49-F238E27FC236}">
                    <a16:creationId xmlns:a16="http://schemas.microsoft.com/office/drawing/2014/main" id="{816041DD-BBBF-DCFA-3B03-0C2B02C1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234425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hteck 10">
            <a:extLst>
              <a:ext uri="{FF2B5EF4-FFF2-40B4-BE49-F238E27FC236}">
                <a16:creationId xmlns:a16="http://schemas.microsoft.com/office/drawing/2014/main" id="{9920D0FA-3AD1-0D5D-05DB-B309B1D534BE}"/>
              </a:ext>
            </a:extLst>
          </p:cNvPr>
          <p:cNvSpPr>
            <a:spLocks noChangeAspect="1"/>
          </p:cNvSpPr>
          <p:nvPr/>
        </p:nvSpPr>
        <p:spPr>
          <a:xfrm>
            <a:off x="74763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C529EFB8-3254-E7D5-71D0-32DDDFEFC1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6,8)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" name="Titel 1">
                <a:extLst>
                  <a:ext uri="{FF2B5EF4-FFF2-40B4-BE49-F238E27FC236}">
                    <a16:creationId xmlns:a16="http://schemas.microsoft.com/office/drawing/2014/main" id="{C529EFB8-3254-E7D5-71D0-32DDDFEFC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2846425"/>
                <a:ext cx="1008000" cy="432000"/>
              </a:xfrm>
              <a:prstGeom prst="rect">
                <a:avLst/>
              </a:prstGeom>
              <a:blipFill>
                <a:blip r:embed="rId6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hteck 12">
            <a:extLst>
              <a:ext uri="{FF2B5EF4-FFF2-40B4-BE49-F238E27FC236}">
                <a16:creationId xmlns:a16="http://schemas.microsoft.com/office/drawing/2014/main" id="{508145A1-E719-7FF1-E818-907913A3F75E}"/>
              </a:ext>
            </a:extLst>
          </p:cNvPr>
          <p:cNvSpPr>
            <a:spLocks noChangeAspect="1"/>
          </p:cNvSpPr>
          <p:nvPr/>
        </p:nvSpPr>
        <p:spPr>
          <a:xfrm>
            <a:off x="74763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3F71957F-DF5B-B6C4-5FE0-3AA22293E04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3F71957F-DF5B-B6C4-5FE0-3AA22293E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3458425"/>
                <a:ext cx="1008000" cy="432000"/>
              </a:xfrm>
              <a:prstGeom prst="rect">
                <a:avLst/>
              </a:prstGeom>
              <a:blipFill>
                <a:blip r:embed="rId7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hteck 15">
            <a:extLst>
              <a:ext uri="{FF2B5EF4-FFF2-40B4-BE49-F238E27FC236}">
                <a16:creationId xmlns:a16="http://schemas.microsoft.com/office/drawing/2014/main" id="{8FB2856F-5B72-A4A2-6901-C1FB73C42A7B}"/>
              </a:ext>
            </a:extLst>
          </p:cNvPr>
          <p:cNvSpPr>
            <a:spLocks noChangeAspect="1"/>
          </p:cNvSpPr>
          <p:nvPr/>
        </p:nvSpPr>
        <p:spPr>
          <a:xfrm>
            <a:off x="74763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FE5FD15F-C02A-902F-1146-4DF5C89993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Titel 1">
                <a:extLst>
                  <a:ext uri="{FF2B5EF4-FFF2-40B4-BE49-F238E27FC236}">
                    <a16:creationId xmlns:a16="http://schemas.microsoft.com/office/drawing/2014/main" id="{FE5FD15F-C02A-902F-1146-4DF5C8999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070425"/>
                <a:ext cx="1008000" cy="432000"/>
              </a:xfrm>
              <a:prstGeom prst="rect">
                <a:avLst/>
              </a:prstGeom>
              <a:blipFill>
                <a:blip r:embed="rId8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hteck 17">
            <a:extLst>
              <a:ext uri="{FF2B5EF4-FFF2-40B4-BE49-F238E27FC236}">
                <a16:creationId xmlns:a16="http://schemas.microsoft.com/office/drawing/2014/main" id="{2A381983-5D9D-2303-4B7C-459BB161C738}"/>
              </a:ext>
            </a:extLst>
          </p:cNvPr>
          <p:cNvSpPr>
            <a:spLocks noChangeAspect="1"/>
          </p:cNvSpPr>
          <p:nvPr/>
        </p:nvSpPr>
        <p:spPr>
          <a:xfrm>
            <a:off x="74763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2245379-EE7C-84E1-953E-2C321A3E36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4,7)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B2245379-EE7C-84E1-953E-2C321A3E3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4682425"/>
                <a:ext cx="1008000" cy="432000"/>
              </a:xfrm>
              <a:prstGeom prst="rect">
                <a:avLst/>
              </a:prstGeom>
              <a:blipFill>
                <a:blip r:embed="rId9"/>
                <a:stretch>
                  <a:fillRect l="-606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hteck 20">
            <a:extLst>
              <a:ext uri="{FF2B5EF4-FFF2-40B4-BE49-F238E27FC236}">
                <a16:creationId xmlns:a16="http://schemas.microsoft.com/office/drawing/2014/main" id="{D6DA1F4E-83D6-2359-A3BD-F82F931977FC}"/>
              </a:ext>
            </a:extLst>
          </p:cNvPr>
          <p:cNvSpPr>
            <a:spLocks noChangeAspect="1"/>
          </p:cNvSpPr>
          <p:nvPr/>
        </p:nvSpPr>
        <p:spPr>
          <a:xfrm>
            <a:off x="74763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8B947F11-2520-E785-2F7B-2D26D08F95B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5,7)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3" name="Titel 1">
                <a:extLst>
                  <a:ext uri="{FF2B5EF4-FFF2-40B4-BE49-F238E27FC236}">
                    <a16:creationId xmlns:a16="http://schemas.microsoft.com/office/drawing/2014/main" id="{8B947F11-2520-E785-2F7B-2D26D08F9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8300" y="5294425"/>
                <a:ext cx="1008000" cy="432000"/>
              </a:xfrm>
              <a:prstGeom prst="rect">
                <a:avLst/>
              </a:prstGeom>
              <a:blipFill>
                <a:blip r:embed="rId10"/>
                <a:stretch>
                  <a:fillRect l="-606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hteck 28">
            <a:extLst>
              <a:ext uri="{FF2B5EF4-FFF2-40B4-BE49-F238E27FC236}">
                <a16:creationId xmlns:a16="http://schemas.microsoft.com/office/drawing/2014/main" id="{AECA5139-D897-2290-44A2-EC6EBE16F5DA}"/>
              </a:ext>
            </a:extLst>
          </p:cNvPr>
          <p:cNvSpPr>
            <a:spLocks noChangeAspect="1"/>
          </p:cNvSpPr>
          <p:nvPr/>
        </p:nvSpPr>
        <p:spPr>
          <a:xfrm>
            <a:off x="2913000" y="223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63F70793-498C-BDC5-A0D9-271ABF745B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2,3)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Titel 1">
                <a:extLst>
                  <a:ext uri="{FF2B5EF4-FFF2-40B4-BE49-F238E27FC236}">
                    <a16:creationId xmlns:a16="http://schemas.microsoft.com/office/drawing/2014/main" id="{63F70793-498C-BDC5-A0D9-271ABF745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234425"/>
                <a:ext cx="1008000" cy="432000"/>
              </a:xfrm>
              <a:prstGeom prst="rect">
                <a:avLst/>
              </a:prstGeom>
              <a:blipFill>
                <a:blip r:embed="rId11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hteck 30">
            <a:extLst>
              <a:ext uri="{FF2B5EF4-FFF2-40B4-BE49-F238E27FC236}">
                <a16:creationId xmlns:a16="http://schemas.microsoft.com/office/drawing/2014/main" id="{DD0E08BC-DC21-4523-6704-3361DE99E159}"/>
              </a:ext>
            </a:extLst>
          </p:cNvPr>
          <p:cNvSpPr>
            <a:spLocks noChangeAspect="1"/>
          </p:cNvSpPr>
          <p:nvPr/>
        </p:nvSpPr>
        <p:spPr>
          <a:xfrm>
            <a:off x="2913000" y="2846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CCE34EF-9F54-3603-3E7E-10B05AC97A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3,4)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2" name="Titel 1">
                <a:extLst>
                  <a:ext uri="{FF2B5EF4-FFF2-40B4-BE49-F238E27FC236}">
                    <a16:creationId xmlns:a16="http://schemas.microsoft.com/office/drawing/2014/main" id="{7CCE34EF-9F54-3603-3E7E-10B05AC97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2846425"/>
                <a:ext cx="1008000" cy="432000"/>
              </a:xfrm>
              <a:prstGeom prst="rect">
                <a:avLst/>
              </a:prstGeom>
              <a:blipFill>
                <a:blip r:embed="rId12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Rechteck 32">
            <a:extLst>
              <a:ext uri="{FF2B5EF4-FFF2-40B4-BE49-F238E27FC236}">
                <a16:creationId xmlns:a16="http://schemas.microsoft.com/office/drawing/2014/main" id="{9BFDC6DB-6930-8815-121C-7BE1783837EC}"/>
              </a:ext>
            </a:extLst>
          </p:cNvPr>
          <p:cNvSpPr>
            <a:spLocks noChangeAspect="1"/>
          </p:cNvSpPr>
          <p:nvPr/>
        </p:nvSpPr>
        <p:spPr>
          <a:xfrm>
            <a:off x="2913000" y="3458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FCA65154-A8FF-5AEB-F11E-50314745C1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3,5)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itel 1">
                <a:extLst>
                  <a:ext uri="{FF2B5EF4-FFF2-40B4-BE49-F238E27FC236}">
                    <a16:creationId xmlns:a16="http://schemas.microsoft.com/office/drawing/2014/main" id="{FCA65154-A8FF-5AEB-F11E-50314745C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3458425"/>
                <a:ext cx="1008000" cy="432000"/>
              </a:xfrm>
              <a:prstGeom prst="rect">
                <a:avLst/>
              </a:prstGeom>
              <a:blipFill>
                <a:blip r:embed="rId13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hteck 34">
            <a:extLst>
              <a:ext uri="{FF2B5EF4-FFF2-40B4-BE49-F238E27FC236}">
                <a16:creationId xmlns:a16="http://schemas.microsoft.com/office/drawing/2014/main" id="{6BBC33F9-483F-DA36-A22E-F807709779C1}"/>
              </a:ext>
            </a:extLst>
          </p:cNvPr>
          <p:cNvSpPr>
            <a:spLocks noChangeAspect="1"/>
          </p:cNvSpPr>
          <p:nvPr/>
        </p:nvSpPr>
        <p:spPr>
          <a:xfrm>
            <a:off x="2913000" y="4070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FFBAD8F6-FA88-135B-99B8-6E049ACA4D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3,8)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6" name="Titel 1">
                <a:extLst>
                  <a:ext uri="{FF2B5EF4-FFF2-40B4-BE49-F238E27FC236}">
                    <a16:creationId xmlns:a16="http://schemas.microsoft.com/office/drawing/2014/main" id="{FFBAD8F6-FA88-135B-99B8-6E049ACA4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070425"/>
                <a:ext cx="1008000" cy="432000"/>
              </a:xfrm>
              <a:prstGeom prst="rect">
                <a:avLst/>
              </a:prstGeom>
              <a:blipFill>
                <a:blip r:embed="rId14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hteck 36">
            <a:extLst>
              <a:ext uri="{FF2B5EF4-FFF2-40B4-BE49-F238E27FC236}">
                <a16:creationId xmlns:a16="http://schemas.microsoft.com/office/drawing/2014/main" id="{117B15A8-360A-E463-BF22-F399C202366F}"/>
              </a:ext>
            </a:extLst>
          </p:cNvPr>
          <p:cNvSpPr>
            <a:spLocks noChangeAspect="1"/>
          </p:cNvSpPr>
          <p:nvPr/>
        </p:nvSpPr>
        <p:spPr>
          <a:xfrm>
            <a:off x="2913000" y="4682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F1618405-035F-FC87-4754-046673846B6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1,6)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8" name="Titel 1">
                <a:extLst>
                  <a:ext uri="{FF2B5EF4-FFF2-40B4-BE49-F238E27FC236}">
                    <a16:creationId xmlns:a16="http://schemas.microsoft.com/office/drawing/2014/main" id="{F1618405-035F-FC87-4754-046673846B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4682425"/>
                <a:ext cx="1008000" cy="432000"/>
              </a:xfrm>
              <a:prstGeom prst="rect">
                <a:avLst/>
              </a:prstGeom>
              <a:blipFill>
                <a:blip r:embed="rId15"/>
                <a:stretch>
                  <a:fillRect l="-1212"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hteck 38">
            <a:extLst>
              <a:ext uri="{FF2B5EF4-FFF2-40B4-BE49-F238E27FC236}">
                <a16:creationId xmlns:a16="http://schemas.microsoft.com/office/drawing/2014/main" id="{15810D9A-5D98-E2E0-3A58-B3AA01A67712}"/>
              </a:ext>
            </a:extLst>
          </p:cNvPr>
          <p:cNvSpPr>
            <a:spLocks noChangeAspect="1"/>
          </p:cNvSpPr>
          <p:nvPr/>
        </p:nvSpPr>
        <p:spPr>
          <a:xfrm>
            <a:off x="2913000" y="5294425"/>
            <a:ext cx="1512000" cy="432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8C955218-3679-1A63-604D-F1AD4903D1D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2,6)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0" name="Titel 1">
                <a:extLst>
                  <a:ext uri="{FF2B5EF4-FFF2-40B4-BE49-F238E27FC236}">
                    <a16:creationId xmlns:a16="http://schemas.microsoft.com/office/drawing/2014/main" id="{8C955218-3679-1A63-604D-F1AD4903D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5000" y="5294425"/>
                <a:ext cx="1008000" cy="432000"/>
              </a:xfrm>
              <a:prstGeom prst="rect">
                <a:avLst/>
              </a:prstGeom>
              <a:blipFill>
                <a:blip r:embed="rId16"/>
                <a:stretch>
                  <a:fillRect l="-1212"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913827F1-2645-D95E-7677-B8F1B3A3AC3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913827F1-2645-D95E-7677-B8F1B3A3A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234425"/>
                <a:ext cx="1008000" cy="432000"/>
              </a:xfrm>
              <a:prstGeom prst="rect">
                <a:avLst/>
              </a:prstGeom>
              <a:blipFill>
                <a:blip r:embed="rId17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F2BFE683-ED7C-8109-737B-ECD682EF23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F2BFE683-ED7C-8109-737B-ECD682EF2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2846425"/>
                <a:ext cx="1008000" cy="432000"/>
              </a:xfrm>
              <a:prstGeom prst="rect">
                <a:avLst/>
              </a:prstGeom>
              <a:blipFill>
                <a:blip r:embed="rId1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73230E65-F078-46B2-BEEB-D1B26191298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Titel 1">
                <a:extLst>
                  <a:ext uri="{FF2B5EF4-FFF2-40B4-BE49-F238E27FC236}">
                    <a16:creationId xmlns:a16="http://schemas.microsoft.com/office/drawing/2014/main" id="{73230E65-F078-46B2-BEEB-D1B2619129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3458425"/>
                <a:ext cx="1008000" cy="432000"/>
              </a:xfrm>
              <a:prstGeom prst="rect">
                <a:avLst/>
              </a:prstGeom>
              <a:blipFill>
                <a:blip r:embed="rId1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A3CC0F9-D5AA-E9EC-0568-8385B8F9F3F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Titel 1">
                <a:extLst>
                  <a:ext uri="{FF2B5EF4-FFF2-40B4-BE49-F238E27FC236}">
                    <a16:creationId xmlns:a16="http://schemas.microsoft.com/office/drawing/2014/main" id="{2A3CC0F9-D5AA-E9EC-0568-8385B8F9F3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070425"/>
                <a:ext cx="1008000" cy="432000"/>
              </a:xfrm>
              <a:prstGeom prst="rect">
                <a:avLst/>
              </a:prstGeom>
              <a:blipFill>
                <a:blip r:embed="rId20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DCAD1FB1-A1B4-E343-C993-71A912F22D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Titel 1">
                <a:extLst>
                  <a:ext uri="{FF2B5EF4-FFF2-40B4-BE49-F238E27FC236}">
                    <a16:creationId xmlns:a16="http://schemas.microsoft.com/office/drawing/2014/main" id="{DCAD1FB1-A1B4-E343-C993-71A912F22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4682425"/>
                <a:ext cx="1008000" cy="432000"/>
              </a:xfrm>
              <a:prstGeom prst="rect">
                <a:avLst/>
              </a:prstGeom>
              <a:blipFill>
                <a:blip r:embed="rId21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8A7F2F0B-11CE-AB12-B6A8-9384753F03E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Titel 1">
                <a:extLst>
                  <a:ext uri="{FF2B5EF4-FFF2-40B4-BE49-F238E27FC236}">
                    <a16:creationId xmlns:a16="http://schemas.microsoft.com/office/drawing/2014/main" id="{8A7F2F0B-11CE-AB12-B6A8-9384753F0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650" y="5294425"/>
                <a:ext cx="1008000" cy="432000"/>
              </a:xfrm>
              <a:prstGeom prst="rect">
                <a:avLst/>
              </a:prstGeom>
              <a:blipFill>
                <a:blip r:embed="rId22"/>
                <a:stretch>
                  <a:fillRect b="-214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217E1CCB-6751-DE0D-03F1-6CF7CFB0AF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217E1CCB-6751-DE0D-03F1-6CF7CFB0A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1621575"/>
                <a:ext cx="1008000" cy="432000"/>
              </a:xfrm>
              <a:prstGeom prst="rect">
                <a:avLst/>
              </a:prstGeom>
              <a:blipFill>
                <a:blip r:embed="rId23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itel 1">
                <a:extLst>
                  <a:ext uri="{FF2B5EF4-FFF2-40B4-BE49-F238E27FC236}">
                    <a16:creationId xmlns:a16="http://schemas.microsoft.com/office/drawing/2014/main" id="{D415D23B-4B87-FAA8-5BC6-3D5FE62C4E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Titel 1">
                <a:extLst>
                  <a:ext uri="{FF2B5EF4-FFF2-40B4-BE49-F238E27FC236}">
                    <a16:creationId xmlns:a16="http://schemas.microsoft.com/office/drawing/2014/main" id="{D415D23B-4B87-FAA8-5BC6-3D5FE62C4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233575"/>
                <a:ext cx="1008000" cy="432000"/>
              </a:xfrm>
              <a:prstGeom prst="rect">
                <a:avLst/>
              </a:prstGeom>
              <a:blipFill>
                <a:blip r:embed="rId24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94EBE976-67B5-A0EF-B310-0A977FCA16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Titel 1">
                <a:extLst>
                  <a:ext uri="{FF2B5EF4-FFF2-40B4-BE49-F238E27FC236}">
                    <a16:creationId xmlns:a16="http://schemas.microsoft.com/office/drawing/2014/main" id="{94EBE976-67B5-A0EF-B310-0A977FCA1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2845575"/>
                <a:ext cx="1008000" cy="432000"/>
              </a:xfrm>
              <a:prstGeom prst="rect">
                <a:avLst/>
              </a:prstGeom>
              <a:blipFill>
                <a:blip r:embed="rId25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7BF6B39C-B9FC-F909-C806-F4947BBD6B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7BF6B39C-B9FC-F909-C806-F4947BBD6B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3457575"/>
                <a:ext cx="1008000" cy="432000"/>
              </a:xfrm>
              <a:prstGeom prst="rect">
                <a:avLst/>
              </a:prstGeom>
              <a:blipFill>
                <a:blip r:embed="rId26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23FC0B67-C6A9-9381-2A41-F71979514F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23FC0B67-C6A9-9381-2A41-F71979514F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069575"/>
                <a:ext cx="1008000" cy="432000"/>
              </a:xfrm>
              <a:prstGeom prst="rect">
                <a:avLst/>
              </a:prstGeom>
              <a:blipFill>
                <a:blip r:embed="rId27"/>
                <a:stretch>
                  <a:fillRect b="-2285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2904A35C-D503-8D10-4D8A-62CAD8FAAF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2904A35C-D503-8D10-4D8A-62CAD8FAAF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4681575"/>
                <a:ext cx="1008000" cy="432000"/>
              </a:xfrm>
              <a:prstGeom prst="rect">
                <a:avLst/>
              </a:prstGeom>
              <a:blipFill>
                <a:blip r:embed="rId28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C9463486-2966-8A24-B95B-DDA1312E106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C9463486-2966-8A24-B95B-DDA1312E10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05700" y="5293575"/>
                <a:ext cx="1008000" cy="432000"/>
              </a:xfrm>
              <a:prstGeom prst="rect">
                <a:avLst/>
              </a:prstGeom>
              <a:blipFill>
                <a:blip r:embed="rId29"/>
                <a:stretch>
                  <a:fillRect b="-2112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7296A322-BC10-268F-E08D-59B5C34C59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460300" y="345291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24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24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7296A322-BC10-268F-E08D-59B5C34C5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300" y="3452915"/>
                <a:ext cx="1008000" cy="432000"/>
              </a:xfrm>
              <a:prstGeom prst="rect">
                <a:avLst/>
              </a:prstGeom>
              <a:blipFill>
                <a:blip r:embed="rId30"/>
                <a:stretch>
                  <a:fillRect l="-60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18528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287C7-FE11-6594-35B1-569771F8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36D56D7F-B0EA-47D2-7839-16F75DCE10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36D56D7F-B0EA-47D2-7839-16F75DCE10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B463A0EE-0E82-4A2E-EFC5-3178D610CC14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4FB1FCA-A503-44D8-6303-4E229B0006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F4FB1FCA-A503-44D8-6303-4E229B0006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D32EE76E-2897-FD2F-1FC3-682AFCA61B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D32EE76E-2897-FD2F-1FC3-682AFCA61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8BDA06F8-8C14-C885-653C-D2967089131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8BDA06F8-8C14-C885-653C-D29670891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727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638FD72B-86DF-9065-CFAD-2C7DB0D5513B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223BB84-83FC-8D58-9767-A0FBD75A4DC2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7A07DE7F-156E-8630-2B44-C14BA62CE1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7A07DE7F-156E-8630-2B44-C14BA62CE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1739C250-D438-1574-BF98-F95BC30667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1739C250-D438-1574-BF98-F95BC30667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hteck 16">
            <a:extLst>
              <a:ext uri="{FF2B5EF4-FFF2-40B4-BE49-F238E27FC236}">
                <a16:creationId xmlns:a16="http://schemas.microsoft.com/office/drawing/2014/main" id="{2815D511-93EF-6C85-13DB-1E453378DEED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EE8B625A-5455-BDF3-7797-39A75319EDFE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5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24BA2A95-E6FD-9464-447A-DD7DE683D9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24BA2A95-E6FD-9464-447A-DD7DE683D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F3765934-3E4D-5F4B-DBC4-D6F64E6210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F3765934-3E4D-5F4B-DBC4-D6F64E621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  <a:blipFill>
                <a:blip r:embed="rId9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8303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084A3-0C6B-057A-C7FD-644B51821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B76052F-AE5C-ED8D-90ED-1A9C65709FD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4B76052F-AE5C-ED8D-90ED-1A9C65709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4B720333-9EF0-74E7-3467-521C8D040B2A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E6757233-69C4-8B20-23E1-9C896232166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E6757233-69C4-8B20-23E1-9C8962321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8CFE4C9-B4D7-5031-9DB4-E8C4874590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8CFE4C9-B4D7-5031-9DB4-E8C4874590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22AEEB98-AF52-526F-760C-69E4308DC2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22AEEB98-AF52-526F-760C-69E4308DC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727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EF92146B-8D8A-6902-AA7C-6588F67FF764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FA7CBA88-11EE-40F2-DF5B-77B1E4CDC5D3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7A32C865-78CD-2DA4-9505-BBC3B1A404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7A32C865-78CD-2DA4-9505-BBC3B1A40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71F2F9EA-F826-737E-2FAB-6BA3FF83D12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71F2F9EA-F826-737E-2FAB-6BA3FF83D1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hteck 16">
            <a:extLst>
              <a:ext uri="{FF2B5EF4-FFF2-40B4-BE49-F238E27FC236}">
                <a16:creationId xmlns:a16="http://schemas.microsoft.com/office/drawing/2014/main" id="{1D9994E4-764C-C0F6-03CB-1032C69B1585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0B0045D-2E3E-BE2E-DA82-6959EF838808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5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ABA04A58-DF9D-A1C5-683A-5B557F43EC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ABA04A58-DF9D-A1C5-683A-5B557F43EC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44112FB5-2658-FF44-FC09-9A0FF9B99A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44112FB5-2658-FF44-FC09-9A0FF9B99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  <a:blipFill>
                <a:blip r:embed="rId9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el 1">
            <a:extLst>
              <a:ext uri="{FF2B5EF4-FFF2-40B4-BE49-F238E27FC236}">
                <a16:creationId xmlns:a16="http://schemas.microsoft.com/office/drawing/2014/main" id="{5A8356D1-C4A0-803B-8BAD-A63E73EF3587}"/>
              </a:ext>
            </a:extLst>
          </p:cNvPr>
          <p:cNvSpPr txBox="1">
            <a:spLocks/>
          </p:cNvSpPr>
          <p:nvPr/>
        </p:nvSpPr>
        <p:spPr>
          <a:xfrm>
            <a:off x="395606" y="2721559"/>
            <a:ext cx="4056694" cy="1414881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Kein neues Optimum gefunden!</a:t>
            </a:r>
          </a:p>
        </p:txBody>
      </p:sp>
    </p:spTree>
    <p:extLst>
      <p:ext uri="{BB962C8B-B14F-4D97-AF65-F5344CB8AC3E}">
        <p14:creationId xmlns:p14="http://schemas.microsoft.com/office/powerpoint/2010/main" val="19199773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D4CFE-C3C5-73B7-8A01-9D0AD773D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02DF2E5D-67AD-02C0-9633-407A82F073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de-DE" sz="4000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de-DE" sz="40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Titel 1">
                <a:extLst>
                  <a:ext uri="{FF2B5EF4-FFF2-40B4-BE49-F238E27FC236}">
                    <a16:creationId xmlns:a16="http://schemas.microsoft.com/office/drawing/2014/main" id="{02DF2E5D-67AD-02C0-9633-407A82F073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26" y="555625"/>
                <a:ext cx="990600" cy="73977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hteck 1">
            <a:extLst>
              <a:ext uri="{FF2B5EF4-FFF2-40B4-BE49-F238E27FC236}">
                <a16:creationId xmlns:a16="http://schemas.microsoft.com/office/drawing/2014/main" id="{464BB928-D4C8-9608-CE4D-5C873DC8C50D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BF61AF0A-9ADE-9A92-BA9B-97E4724F1E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4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40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de-DE" sz="4000" b="0" i="0" dirty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  <m:r>
                        <a:rPr lang="de-DE" sz="40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4000" b="1" i="0" dirty="0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de-DE" sz="40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itel 1">
                <a:extLst>
                  <a:ext uri="{FF2B5EF4-FFF2-40B4-BE49-F238E27FC236}">
                    <a16:creationId xmlns:a16="http://schemas.microsoft.com/office/drawing/2014/main" id="{BF61AF0A-9ADE-9A92-BA9B-97E4724F1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606" y="1490345"/>
                <a:ext cx="1085851" cy="739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8E6ECE8-C64D-5B9E-FBA3-DD951AE0D8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08E6ECE8-C64D-5B9E-FBA3-DD951AE0D8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0320F65E-E113-C95B-DE45-BC06D6F3461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𝑃𝑘𝑡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de-DE" sz="11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6" name="Titel 1">
                <a:extLst>
                  <a:ext uri="{FF2B5EF4-FFF2-40B4-BE49-F238E27FC236}">
                    <a16:creationId xmlns:a16="http://schemas.microsoft.com/office/drawing/2014/main" id="{0320F65E-E113-C95B-DE45-BC06D6F346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1427" y="1652750"/>
                <a:ext cx="1008000" cy="432000"/>
              </a:xfrm>
              <a:prstGeom prst="rect">
                <a:avLst/>
              </a:prstGeom>
              <a:blipFill>
                <a:blip r:embed="rId5"/>
                <a:stretch>
                  <a:fillRect l="-7273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hteck 19">
            <a:extLst>
              <a:ext uri="{FF2B5EF4-FFF2-40B4-BE49-F238E27FC236}">
                <a16:creationId xmlns:a16="http://schemas.microsoft.com/office/drawing/2014/main" id="{394F4A26-7B3D-84AF-764B-BE4CF81191B1}"/>
              </a:ext>
            </a:extLst>
          </p:cNvPr>
          <p:cNvSpPr/>
          <p:nvPr/>
        </p:nvSpPr>
        <p:spPr>
          <a:xfrm>
            <a:off x="1781173" y="1510120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0F88A623-9F99-B64B-3CD5-38164245F96D}"/>
              </a:ext>
            </a:extLst>
          </p:cNvPr>
          <p:cNvSpPr/>
          <p:nvPr/>
        </p:nvSpPr>
        <p:spPr>
          <a:xfrm>
            <a:off x="9555300" y="4502375"/>
            <a:ext cx="216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Tabu Liste: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99218A96-7B6E-1835-98D9-70C6972917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7,8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" name="Titel 1">
                <a:extLst>
                  <a:ext uri="{FF2B5EF4-FFF2-40B4-BE49-F238E27FC236}">
                    <a16:creationId xmlns:a16="http://schemas.microsoft.com/office/drawing/2014/main" id="{99218A96-7B6E-1835-98D9-70C6972917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4895850"/>
                <a:ext cx="1375536" cy="432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FA3298DD-56A3-AA2C-CA7E-262855B01BD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6" name="Titel 1">
                <a:extLst>
                  <a:ext uri="{FF2B5EF4-FFF2-40B4-BE49-F238E27FC236}">
                    <a16:creationId xmlns:a16="http://schemas.microsoft.com/office/drawing/2014/main" id="{FA3298DD-56A3-AA2C-CA7E-262855B01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280014"/>
                <a:ext cx="1375536" cy="432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hteck 16">
            <a:extLst>
              <a:ext uri="{FF2B5EF4-FFF2-40B4-BE49-F238E27FC236}">
                <a16:creationId xmlns:a16="http://schemas.microsoft.com/office/drawing/2014/main" id="{AABD3BAD-0499-B05D-A754-5302BF349907}"/>
              </a:ext>
            </a:extLst>
          </p:cNvPr>
          <p:cNvSpPr/>
          <p:nvPr/>
        </p:nvSpPr>
        <p:spPr>
          <a:xfrm>
            <a:off x="6829424" y="45023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287B8777-D201-8760-2962-34542CDEF3E6}"/>
              </a:ext>
            </a:extLst>
          </p:cNvPr>
          <p:cNvSpPr txBox="1"/>
          <p:nvPr/>
        </p:nvSpPr>
        <p:spPr>
          <a:xfrm>
            <a:off x="7007453" y="48958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5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986D5B33-6DDE-904F-721A-B559D78703B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de-DE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2400" b="0" i="1" dirty="0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986D5B33-6DDE-904F-721A-B559D7870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47532" y="5712014"/>
                <a:ext cx="1375536" cy="432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0C3F39D8-B9D0-61F3-3F1F-7B7317D7CC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0C3F39D8-B9D0-61F3-3F1F-7B7317D7C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3509" y="5870375"/>
                <a:ext cx="503524" cy="432000"/>
              </a:xfrm>
              <a:prstGeom prst="rect">
                <a:avLst/>
              </a:prstGeom>
              <a:blipFill>
                <a:blip r:embed="rId9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el 1">
            <a:extLst>
              <a:ext uri="{FF2B5EF4-FFF2-40B4-BE49-F238E27FC236}">
                <a16:creationId xmlns:a16="http://schemas.microsoft.com/office/drawing/2014/main" id="{B689E498-023F-00DD-9F45-D2C007AA1D3C}"/>
              </a:ext>
            </a:extLst>
          </p:cNvPr>
          <p:cNvSpPr txBox="1">
            <a:spLocks/>
          </p:cNvSpPr>
          <p:nvPr/>
        </p:nvSpPr>
        <p:spPr>
          <a:xfrm>
            <a:off x="395606" y="2721559"/>
            <a:ext cx="4056694" cy="1414881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Kein neues Optimum gefunden!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993E46C8-7D36-F8A7-0EEA-9C3395C3A136}"/>
              </a:ext>
            </a:extLst>
          </p:cNvPr>
          <p:cNvSpPr txBox="1">
            <a:spLocks/>
          </p:cNvSpPr>
          <p:nvPr/>
        </p:nvSpPr>
        <p:spPr>
          <a:xfrm>
            <a:off x="2594701" y="4874933"/>
            <a:ext cx="4056694" cy="1414881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3200" dirty="0" err="1">
                <a:latin typeface="Arial" panose="020B0604020202020204" pitchFamily="34" charset="0"/>
                <a:cs typeface="Arial" panose="020B0604020202020204" pitchFamily="34" charset="0"/>
              </a:rPr>
              <a:t>No</a:t>
            </a:r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 Optimum </a:t>
            </a:r>
            <a:r>
              <a:rPr lang="de-DE" sz="3200" dirty="0" err="1">
                <a:latin typeface="Arial" panose="020B0604020202020204" pitchFamily="34" charset="0"/>
                <a:cs typeface="Arial" panose="020B0604020202020204" pitchFamily="34" charset="0"/>
              </a:rPr>
              <a:t>Timer</a:t>
            </a:r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 erreicht </a:t>
            </a:r>
            <a:b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3200" dirty="0">
                <a:latin typeface="Arial" panose="020B0604020202020204" pitchFamily="34" charset="0"/>
                <a:cs typeface="Arial" panose="020B0604020202020204" pitchFamily="34" charset="0"/>
              </a:rPr>
              <a:t>-&gt; Terminieren</a:t>
            </a:r>
          </a:p>
        </p:txBody>
      </p:sp>
    </p:spTree>
    <p:extLst>
      <p:ext uri="{BB962C8B-B14F-4D97-AF65-F5344CB8AC3E}">
        <p14:creationId xmlns:p14="http://schemas.microsoft.com/office/powerpoint/2010/main" val="2409914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C71C9-AF22-0DAD-4F7F-EF5DE850A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!!Rechteck 174">
            <a:extLst>
              <a:ext uri="{FF2B5EF4-FFF2-40B4-BE49-F238E27FC236}">
                <a16:creationId xmlns:a16="http://schemas.microsoft.com/office/drawing/2014/main" id="{803135A7-2249-F769-DE3E-7B83448F0B13}"/>
              </a:ext>
            </a:extLst>
          </p:cNvPr>
          <p:cNvSpPr/>
          <p:nvPr/>
        </p:nvSpPr>
        <p:spPr>
          <a:xfrm>
            <a:off x="4666123" y="4442071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!!Ellipse 170">
            <a:extLst>
              <a:ext uri="{FF2B5EF4-FFF2-40B4-BE49-F238E27FC236}">
                <a16:creationId xmlns:a16="http://schemas.microsoft.com/office/drawing/2014/main" id="{5F9BDE85-DAD1-794B-C48C-6871E3512607}"/>
              </a:ext>
            </a:extLst>
          </p:cNvPr>
          <p:cNvSpPr>
            <a:spLocks noChangeAspect="1"/>
          </p:cNvSpPr>
          <p:nvPr/>
        </p:nvSpPr>
        <p:spPr>
          <a:xfrm>
            <a:off x="4759574" y="453207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2" name="!!Ellipse 171">
            <a:extLst>
              <a:ext uri="{FF2B5EF4-FFF2-40B4-BE49-F238E27FC236}">
                <a16:creationId xmlns:a16="http://schemas.microsoft.com/office/drawing/2014/main" id="{DAE609F5-472B-0F55-4B87-7CCBDDBE8F12}"/>
              </a:ext>
            </a:extLst>
          </p:cNvPr>
          <p:cNvSpPr>
            <a:spLocks noChangeAspect="1"/>
          </p:cNvSpPr>
          <p:nvPr/>
        </p:nvSpPr>
        <p:spPr>
          <a:xfrm>
            <a:off x="5451822" y="45171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3" name="!!Ellipse 173">
            <a:extLst>
              <a:ext uri="{FF2B5EF4-FFF2-40B4-BE49-F238E27FC236}">
                <a16:creationId xmlns:a16="http://schemas.microsoft.com/office/drawing/2014/main" id="{4B08DBC4-4A4B-F4AA-D11A-D0E809CFB553}"/>
              </a:ext>
            </a:extLst>
          </p:cNvPr>
          <p:cNvSpPr>
            <a:spLocks noChangeAspect="1"/>
          </p:cNvSpPr>
          <p:nvPr/>
        </p:nvSpPr>
        <p:spPr>
          <a:xfrm>
            <a:off x="6180748" y="452730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81F453A3-A8AE-6B72-7416-55E899EFEFA2}"/>
              </a:ext>
            </a:extLst>
          </p:cNvPr>
          <p:cNvSpPr txBox="1">
            <a:spLocks/>
          </p:cNvSpPr>
          <p:nvPr/>
        </p:nvSpPr>
        <p:spPr>
          <a:xfrm>
            <a:off x="3991572" y="-16795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3B9A0A0-4C5E-DED4-3065-EC44BEA6E19F}"/>
              </a:ext>
            </a:extLst>
          </p:cNvPr>
          <p:cNvSpPr/>
          <p:nvPr/>
        </p:nvSpPr>
        <p:spPr>
          <a:xfrm>
            <a:off x="4835524" y="21401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D976977-0A63-574B-C806-B349374B9B85}"/>
              </a:ext>
            </a:extLst>
          </p:cNvPr>
          <p:cNvSpPr txBox="1"/>
          <p:nvPr/>
        </p:nvSpPr>
        <p:spPr>
          <a:xfrm>
            <a:off x="5013553" y="25336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5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3089B1E1-E221-E6A0-E8C8-796C1AFFF7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839609" y="35081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3089B1E1-E221-E6A0-E8C8-796C1AFFF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9609" y="3508175"/>
                <a:ext cx="503524" cy="432000"/>
              </a:xfrm>
              <a:prstGeom prst="rect">
                <a:avLst/>
              </a:prstGeom>
              <a:blipFill>
                <a:blip r:embed="rId2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el 1">
            <a:extLst>
              <a:ext uri="{FF2B5EF4-FFF2-40B4-BE49-F238E27FC236}">
                <a16:creationId xmlns:a16="http://schemas.microsoft.com/office/drawing/2014/main" id="{B0D12F43-100E-A182-56BD-1D2ACA1DABF0}"/>
              </a:ext>
            </a:extLst>
          </p:cNvPr>
          <p:cNvSpPr txBox="1">
            <a:spLocks/>
          </p:cNvSpPr>
          <p:nvPr/>
        </p:nvSpPr>
        <p:spPr>
          <a:xfrm>
            <a:off x="130556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de-DE" b="1" dirty="0"/>
              <a:t>: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D9C6629F-3BBC-2694-BDB5-6E97069065F1}"/>
              </a:ext>
            </a:extLst>
          </p:cNvPr>
          <p:cNvSpPr txBox="1">
            <a:spLocks/>
          </p:cNvSpPr>
          <p:nvPr/>
        </p:nvSpPr>
        <p:spPr>
          <a:xfrm>
            <a:off x="13055600" y="150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Je nach Parametern besseres Ergebnis als Logik Algorithmus?</a:t>
            </a:r>
            <a:endParaRPr lang="de-DE" sz="4000" b="1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DB17DF7-EA7C-3629-4C5B-978598A74A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2157" y1="45261" x2="46569" y2="576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051712" y="2590800"/>
            <a:ext cx="4357688" cy="43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5050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C163A-7938-DC8C-69BD-E1533DD1E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!!Rechteck 174">
            <a:extLst>
              <a:ext uri="{FF2B5EF4-FFF2-40B4-BE49-F238E27FC236}">
                <a16:creationId xmlns:a16="http://schemas.microsoft.com/office/drawing/2014/main" id="{D7068B52-76C2-5B8B-E607-695C2F241FB4}"/>
              </a:ext>
            </a:extLst>
          </p:cNvPr>
          <p:cNvSpPr/>
          <p:nvPr/>
        </p:nvSpPr>
        <p:spPr>
          <a:xfrm>
            <a:off x="-7805277" y="4442071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!!Ellipse 170">
            <a:extLst>
              <a:ext uri="{FF2B5EF4-FFF2-40B4-BE49-F238E27FC236}">
                <a16:creationId xmlns:a16="http://schemas.microsoft.com/office/drawing/2014/main" id="{B3F1C094-4443-7F4C-6442-1841E2B9357A}"/>
              </a:ext>
            </a:extLst>
          </p:cNvPr>
          <p:cNvSpPr>
            <a:spLocks noChangeAspect="1"/>
          </p:cNvSpPr>
          <p:nvPr/>
        </p:nvSpPr>
        <p:spPr>
          <a:xfrm>
            <a:off x="-7711826" y="453207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2" name="!!Ellipse 171">
            <a:extLst>
              <a:ext uri="{FF2B5EF4-FFF2-40B4-BE49-F238E27FC236}">
                <a16:creationId xmlns:a16="http://schemas.microsoft.com/office/drawing/2014/main" id="{43017B62-0B7F-89E9-B19C-6036123D3DB8}"/>
              </a:ext>
            </a:extLst>
          </p:cNvPr>
          <p:cNvSpPr>
            <a:spLocks noChangeAspect="1"/>
          </p:cNvSpPr>
          <p:nvPr/>
        </p:nvSpPr>
        <p:spPr>
          <a:xfrm>
            <a:off x="-7019578" y="45171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3" name="!!Ellipse 173">
            <a:extLst>
              <a:ext uri="{FF2B5EF4-FFF2-40B4-BE49-F238E27FC236}">
                <a16:creationId xmlns:a16="http://schemas.microsoft.com/office/drawing/2014/main" id="{EA805ADE-2ED3-9B9B-C168-F87119E9D766}"/>
              </a:ext>
            </a:extLst>
          </p:cNvPr>
          <p:cNvSpPr>
            <a:spLocks noChangeAspect="1"/>
          </p:cNvSpPr>
          <p:nvPr/>
        </p:nvSpPr>
        <p:spPr>
          <a:xfrm>
            <a:off x="-6290652" y="452730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3B3A8517-635B-C424-55C8-B3C3C39C12D5}"/>
              </a:ext>
            </a:extLst>
          </p:cNvPr>
          <p:cNvSpPr txBox="1">
            <a:spLocks/>
          </p:cNvSpPr>
          <p:nvPr/>
        </p:nvSpPr>
        <p:spPr>
          <a:xfrm>
            <a:off x="-8479828" y="-16795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F617CBB-CAB9-42DD-6137-D0DC308236A8}"/>
              </a:ext>
            </a:extLst>
          </p:cNvPr>
          <p:cNvSpPr/>
          <p:nvPr/>
        </p:nvSpPr>
        <p:spPr>
          <a:xfrm>
            <a:off x="-7635876" y="21401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98A44A3-03DC-50C6-CC79-7987C301B065}"/>
              </a:ext>
            </a:extLst>
          </p:cNvPr>
          <p:cNvSpPr txBox="1"/>
          <p:nvPr/>
        </p:nvSpPr>
        <p:spPr>
          <a:xfrm>
            <a:off x="-7457847" y="25336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5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F2FB3530-27DE-B601-C583-5B6D62460E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631791" y="35081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F2FB3530-27DE-B601-C583-5B6D62460E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31791" y="3508175"/>
                <a:ext cx="503524" cy="432000"/>
              </a:xfrm>
              <a:prstGeom prst="rect">
                <a:avLst/>
              </a:prstGeom>
              <a:blipFill>
                <a:blip r:embed="rId2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el 1">
            <a:extLst>
              <a:ext uri="{FF2B5EF4-FFF2-40B4-BE49-F238E27FC236}">
                <a16:creationId xmlns:a16="http://schemas.microsoft.com/office/drawing/2014/main" id="{31FD1E8D-9CF0-7AEB-FA18-A436D9FEF84F}"/>
              </a:ext>
            </a:extLst>
          </p:cNvPr>
          <p:cNvSpPr txBox="1">
            <a:spLocks/>
          </p:cNvSpPr>
          <p:nvPr/>
        </p:nvSpPr>
        <p:spPr>
          <a:xfrm>
            <a:off x="584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de-DE" b="1" dirty="0"/>
              <a:t>: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E3B3FAE-B277-627A-2CA7-5E29176E7E01}"/>
              </a:ext>
            </a:extLst>
          </p:cNvPr>
          <p:cNvSpPr txBox="1">
            <a:spLocks/>
          </p:cNvSpPr>
          <p:nvPr/>
        </p:nvSpPr>
        <p:spPr>
          <a:xfrm>
            <a:off x="584200" y="150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Je nach Parametern besseres Ergebnis als Logik Algorithmus</a:t>
            </a:r>
            <a:endParaRPr lang="de-DE" sz="4000" b="1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5F8C891C-F57D-28B1-9939-EE0E7B3C06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2157" y1="45261" x2="46569" y2="576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80312" y="2590800"/>
            <a:ext cx="4357688" cy="435768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AEC1A7A7-6C56-053F-5C4B-CA0F1F1CBC6E}"/>
              </a:ext>
            </a:extLst>
          </p:cNvPr>
          <p:cNvSpPr txBox="1">
            <a:spLocks/>
          </p:cNvSpPr>
          <p:nvPr/>
        </p:nvSpPr>
        <p:spPr>
          <a:xfrm>
            <a:off x="132080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Contra</a:t>
            </a:r>
            <a:r>
              <a:rPr lang="de-DE" b="1" dirty="0"/>
              <a:t>: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52E7724A-7E90-F0B7-6A26-D32C8F79A2EB}"/>
              </a:ext>
            </a:extLst>
          </p:cNvPr>
          <p:cNvSpPr txBox="1">
            <a:spLocks/>
          </p:cNvSpPr>
          <p:nvPr/>
        </p:nvSpPr>
        <p:spPr>
          <a:xfrm>
            <a:off x="13208000" y="1508126"/>
            <a:ext cx="10515600" cy="1622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Algorithmus ist immer noch </a:t>
            </a:r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Greedy</a:t>
            </a:r>
            <a:endParaRPr lang="de-DE" sz="4000" b="1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4608C056-6D6C-3716-4355-6D6666B4E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3506" y="3521610"/>
            <a:ext cx="2036093" cy="20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531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26CC-3DA6-3F4D-05E6-85D6969F9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!!Rechteck 174">
            <a:extLst>
              <a:ext uri="{FF2B5EF4-FFF2-40B4-BE49-F238E27FC236}">
                <a16:creationId xmlns:a16="http://schemas.microsoft.com/office/drawing/2014/main" id="{D11AF089-C0A0-BF9E-78E3-945206CE6CDC}"/>
              </a:ext>
            </a:extLst>
          </p:cNvPr>
          <p:cNvSpPr/>
          <p:nvPr/>
        </p:nvSpPr>
        <p:spPr>
          <a:xfrm>
            <a:off x="-7805277" y="4442071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!!Ellipse 170">
            <a:extLst>
              <a:ext uri="{FF2B5EF4-FFF2-40B4-BE49-F238E27FC236}">
                <a16:creationId xmlns:a16="http://schemas.microsoft.com/office/drawing/2014/main" id="{499E562B-09AB-8770-F7DC-46BE8B2627A1}"/>
              </a:ext>
            </a:extLst>
          </p:cNvPr>
          <p:cNvSpPr>
            <a:spLocks noChangeAspect="1"/>
          </p:cNvSpPr>
          <p:nvPr/>
        </p:nvSpPr>
        <p:spPr>
          <a:xfrm>
            <a:off x="-7711826" y="453207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2" name="!!Ellipse 171">
            <a:extLst>
              <a:ext uri="{FF2B5EF4-FFF2-40B4-BE49-F238E27FC236}">
                <a16:creationId xmlns:a16="http://schemas.microsoft.com/office/drawing/2014/main" id="{9E2D6178-9F13-35AD-7846-E4F6F8CA6A8C}"/>
              </a:ext>
            </a:extLst>
          </p:cNvPr>
          <p:cNvSpPr>
            <a:spLocks noChangeAspect="1"/>
          </p:cNvSpPr>
          <p:nvPr/>
        </p:nvSpPr>
        <p:spPr>
          <a:xfrm>
            <a:off x="-7019578" y="45171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3" name="!!Ellipse 173">
            <a:extLst>
              <a:ext uri="{FF2B5EF4-FFF2-40B4-BE49-F238E27FC236}">
                <a16:creationId xmlns:a16="http://schemas.microsoft.com/office/drawing/2014/main" id="{8D84B786-DBC4-B451-2315-8E5A9250EA5F}"/>
              </a:ext>
            </a:extLst>
          </p:cNvPr>
          <p:cNvSpPr>
            <a:spLocks noChangeAspect="1"/>
          </p:cNvSpPr>
          <p:nvPr/>
        </p:nvSpPr>
        <p:spPr>
          <a:xfrm>
            <a:off x="-6290652" y="452730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8ABD0E6C-122F-7BBF-9795-C3445D32452B}"/>
              </a:ext>
            </a:extLst>
          </p:cNvPr>
          <p:cNvSpPr txBox="1">
            <a:spLocks/>
          </p:cNvSpPr>
          <p:nvPr/>
        </p:nvSpPr>
        <p:spPr>
          <a:xfrm>
            <a:off x="-8479828" y="-16795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D269235-F838-C27C-9CA8-37B31D496746}"/>
              </a:ext>
            </a:extLst>
          </p:cNvPr>
          <p:cNvSpPr/>
          <p:nvPr/>
        </p:nvSpPr>
        <p:spPr>
          <a:xfrm>
            <a:off x="-7635876" y="2140175"/>
            <a:ext cx="2520000" cy="18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 u="sng" dirty="0">
                <a:solidFill>
                  <a:schemeClr val="tx1"/>
                </a:solidFill>
              </a:rPr>
              <a:t>Optimum:</a:t>
            </a: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  <a:p>
            <a:pPr algn="ctr"/>
            <a:endParaRPr lang="de-DE" sz="2400" dirty="0">
              <a:solidFill>
                <a:schemeClr val="tx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62944BC-2A1B-2816-35FB-D04A3B1F5253}"/>
              </a:ext>
            </a:extLst>
          </p:cNvPr>
          <p:cNvSpPr txBox="1"/>
          <p:nvPr/>
        </p:nvSpPr>
        <p:spPr>
          <a:xfrm>
            <a:off x="-7457847" y="2533650"/>
            <a:ext cx="21515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  <a:p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Abd    = 8</a:t>
            </a:r>
            <a:b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2400" dirty="0">
                <a:latin typeface="Arial" panose="020B0604020202020204" pitchFamily="34" charset="0"/>
                <a:cs typeface="Arial" panose="020B0604020202020204" pitchFamily="34" charset="0"/>
              </a:rPr>
              <a:t>Score = 5 </a:t>
            </a:r>
            <a:endParaRPr lang="de-DE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12DC3862-4307-0588-547B-C676C6D9C5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5631791" y="3508175"/>
                <a:ext cx="503524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2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 xmlns:m="http://schemas.openxmlformats.org/officeDocument/2006/math"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de-DE" sz="2400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de-DE" sz="24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" name="Titel 1">
                <a:extLst>
                  <a:ext uri="{FF2B5EF4-FFF2-40B4-BE49-F238E27FC236}">
                    <a16:creationId xmlns:a16="http://schemas.microsoft.com/office/drawing/2014/main" id="{12DC3862-4307-0588-547B-C676C6D9C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631791" y="3508175"/>
                <a:ext cx="503524" cy="432000"/>
              </a:xfrm>
              <a:prstGeom prst="rect">
                <a:avLst/>
              </a:prstGeom>
              <a:blipFill>
                <a:blip r:embed="rId2"/>
                <a:stretch>
                  <a:fillRect l="-120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itel 1">
            <a:extLst>
              <a:ext uri="{FF2B5EF4-FFF2-40B4-BE49-F238E27FC236}">
                <a16:creationId xmlns:a16="http://schemas.microsoft.com/office/drawing/2014/main" id="{685089B1-1CF1-8BA5-FA2D-7B8AED1AAB23}"/>
              </a:ext>
            </a:extLst>
          </p:cNvPr>
          <p:cNvSpPr txBox="1">
            <a:spLocks/>
          </p:cNvSpPr>
          <p:nvPr/>
        </p:nvSpPr>
        <p:spPr>
          <a:xfrm>
            <a:off x="-121285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de-DE" b="1" dirty="0"/>
              <a:t>: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87AE0728-0A4E-A2EE-56C2-FA4BE04E5E6F}"/>
              </a:ext>
            </a:extLst>
          </p:cNvPr>
          <p:cNvSpPr txBox="1">
            <a:spLocks/>
          </p:cNvSpPr>
          <p:nvPr/>
        </p:nvSpPr>
        <p:spPr>
          <a:xfrm>
            <a:off x="-12128500" y="150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Je nach Parametern besseres Ergebnis als Logik Algorithmus?</a:t>
            </a:r>
            <a:endParaRPr lang="de-DE" sz="4000" b="1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03837D3-E613-1C15-F0BC-9E3F6E5328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2157" y1="45261" x2="46569" y2="576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132388" y="2590800"/>
            <a:ext cx="4357688" cy="435768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7568FDFA-508A-D1BA-593D-2A181BF63ABC}"/>
              </a:ext>
            </a:extLst>
          </p:cNvPr>
          <p:cNvSpPr txBox="1">
            <a:spLocks/>
          </p:cNvSpPr>
          <p:nvPr/>
        </p:nvSpPr>
        <p:spPr>
          <a:xfrm>
            <a:off x="4953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Contra</a:t>
            </a:r>
            <a:r>
              <a:rPr lang="de-DE" b="1" dirty="0"/>
              <a:t>: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E14AC345-2561-0A83-6058-C575ABD68053}"/>
              </a:ext>
            </a:extLst>
          </p:cNvPr>
          <p:cNvSpPr txBox="1">
            <a:spLocks/>
          </p:cNvSpPr>
          <p:nvPr/>
        </p:nvSpPr>
        <p:spPr>
          <a:xfrm>
            <a:off x="495300" y="1508126"/>
            <a:ext cx="10515600" cy="1622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Algorithmus ist immer noch </a:t>
            </a:r>
            <a:r>
              <a:rPr lang="de-DE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Greedy</a:t>
            </a:r>
            <a:endParaRPr lang="de-DE" sz="4000" b="1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F32875C-8806-CD57-DF8D-0A0396F3F5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0806" y="3521610"/>
            <a:ext cx="2036093" cy="20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947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49CB-8725-0FAA-6301-1E4167030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5D77C5-6CA5-0CA1-44C8-80F3A6A1F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733550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Lineare </a:t>
            </a:r>
            <a:r>
              <a:rPr lang="de-DE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Optimierungs</a:t>
            </a:r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 Algorithmus</a:t>
            </a:r>
            <a:b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ohne Zeitfenster</a:t>
            </a:r>
            <a:b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463106"/>
      </p:ext>
    </p:extLst>
  </p:cSld>
  <p:clrMapOvr>
    <a:masterClrMapping/>
  </p:clrMapOvr>
  <p:transition spd="slow">
    <p:push dir="u"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F9CD7-E9C1-2D30-B3F0-E4DDF0245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7DE22A7C-49E4-9915-2B96-7043254959AF}"/>
              </a:ext>
            </a:extLst>
          </p:cNvPr>
          <p:cNvGrpSpPr>
            <a:grpSpLocks noChangeAspect="1"/>
          </p:cNvGrpSpPr>
          <p:nvPr/>
        </p:nvGrpSpPr>
        <p:grpSpPr>
          <a:xfrm>
            <a:off x="392400" y="594119"/>
            <a:ext cx="648000" cy="648000"/>
            <a:chOff x="476500" y="79769"/>
            <a:chExt cx="1152000" cy="1152000"/>
          </a:xfrm>
        </p:grpSpPr>
        <p:pic>
          <p:nvPicPr>
            <p:cNvPr id="5" name="Grafik 4" descr="Mann mit einfarbiger Füllung">
              <a:extLst>
                <a:ext uri="{FF2B5EF4-FFF2-40B4-BE49-F238E27FC236}">
                  <a16:creationId xmlns:a16="http://schemas.microsoft.com/office/drawing/2014/main" id="{49A2504B-0EAE-9E06-6499-7A6294477C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C4A5801F-DE58-93BA-01C4-89D3DDD0249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7312BEF0-32BA-ADEF-EA1C-60A05F518392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1298969"/>
            <a:ext cx="648000" cy="648000"/>
            <a:chOff x="476500" y="79769"/>
            <a:chExt cx="1152000" cy="1152000"/>
          </a:xfrm>
        </p:grpSpPr>
        <p:pic>
          <p:nvPicPr>
            <p:cNvPr id="8" name="Grafik 7" descr="Mann mit einfarbiger Füllung">
              <a:extLst>
                <a:ext uri="{FF2B5EF4-FFF2-40B4-BE49-F238E27FC236}">
                  <a16:creationId xmlns:a16="http://schemas.microsoft.com/office/drawing/2014/main" id="{D9048922-3072-3BF9-4D83-23236E492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9" name="Textfeld 8">
              <a:extLst>
                <a:ext uri="{FF2B5EF4-FFF2-40B4-BE49-F238E27FC236}">
                  <a16:creationId xmlns:a16="http://schemas.microsoft.com/office/drawing/2014/main" id="{9F03639B-A895-B1C2-A2B4-D9EB8A8978F0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E62F167A-1464-8A58-2EB0-F1022BA1F593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022869"/>
            <a:ext cx="648000" cy="648000"/>
            <a:chOff x="476500" y="79769"/>
            <a:chExt cx="1152000" cy="1152000"/>
          </a:xfrm>
        </p:grpSpPr>
        <p:pic>
          <p:nvPicPr>
            <p:cNvPr id="11" name="Grafik 10" descr="Mann mit einfarbiger Füllung">
              <a:extLst>
                <a:ext uri="{FF2B5EF4-FFF2-40B4-BE49-F238E27FC236}">
                  <a16:creationId xmlns:a16="http://schemas.microsoft.com/office/drawing/2014/main" id="{D5FA2545-2378-871F-12C7-D3759654E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2" name="Textfeld 11">
              <a:extLst>
                <a:ext uri="{FF2B5EF4-FFF2-40B4-BE49-F238E27FC236}">
                  <a16:creationId xmlns:a16="http://schemas.microsoft.com/office/drawing/2014/main" id="{DBEE16EB-DB0F-0F2E-440B-D8264E5B0A84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D7D2F6C-8410-BAFC-0D3D-AF281F88DD2B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2746769"/>
            <a:ext cx="648000" cy="648000"/>
            <a:chOff x="476500" y="79769"/>
            <a:chExt cx="1152000" cy="1152000"/>
          </a:xfrm>
        </p:grpSpPr>
        <p:pic>
          <p:nvPicPr>
            <p:cNvPr id="14" name="Grafik 13" descr="Mann mit einfarbiger Füllung">
              <a:extLst>
                <a:ext uri="{FF2B5EF4-FFF2-40B4-BE49-F238E27FC236}">
                  <a16:creationId xmlns:a16="http://schemas.microsoft.com/office/drawing/2014/main" id="{3A7365B8-CC05-CD3A-6C33-E6C5EDE77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1D5E6AD4-C77D-2F7B-A8D0-9906E8D0FEAB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4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5D74DBFD-2FC3-1F68-AEB0-85881E5300B6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3461144"/>
            <a:ext cx="648000" cy="648000"/>
            <a:chOff x="476500" y="79769"/>
            <a:chExt cx="1152000" cy="1152000"/>
          </a:xfrm>
        </p:grpSpPr>
        <p:pic>
          <p:nvPicPr>
            <p:cNvPr id="17" name="Grafik 16" descr="Mann mit einfarbiger Füllung">
              <a:extLst>
                <a:ext uri="{FF2B5EF4-FFF2-40B4-BE49-F238E27FC236}">
                  <a16:creationId xmlns:a16="http://schemas.microsoft.com/office/drawing/2014/main" id="{E38EFE28-8EBA-E6BD-6744-1578E0D00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18" name="Textfeld 17">
              <a:extLst>
                <a:ext uri="{FF2B5EF4-FFF2-40B4-BE49-F238E27FC236}">
                  <a16:creationId xmlns:a16="http://schemas.microsoft.com/office/drawing/2014/main" id="{689A1E5A-7135-F675-E820-F2B6AE218A1C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5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86CB650-4024-5AA8-1872-D1EFDDF437E9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185044"/>
            <a:ext cx="648000" cy="648000"/>
            <a:chOff x="476500" y="79769"/>
            <a:chExt cx="1152000" cy="1152000"/>
          </a:xfrm>
        </p:grpSpPr>
        <p:pic>
          <p:nvPicPr>
            <p:cNvPr id="20" name="Grafik 19" descr="Mann mit einfarbiger Füllung">
              <a:extLst>
                <a:ext uri="{FF2B5EF4-FFF2-40B4-BE49-F238E27FC236}">
                  <a16:creationId xmlns:a16="http://schemas.microsoft.com/office/drawing/2014/main" id="{F80DAD93-FB15-105B-BF34-761D601A7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1" name="Textfeld 20">
              <a:extLst>
                <a:ext uri="{FF2B5EF4-FFF2-40B4-BE49-F238E27FC236}">
                  <a16:creationId xmlns:a16="http://schemas.microsoft.com/office/drawing/2014/main" id="{8F8BC29B-F52D-E1A2-EEAA-8A0EA2EA5761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6</a:t>
              </a:r>
            </a:p>
          </p:txBody>
        </p:sp>
      </p:grp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492721A-7071-8EA2-7088-A280B38A130E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4899419"/>
            <a:ext cx="648000" cy="648000"/>
            <a:chOff x="476500" y="79769"/>
            <a:chExt cx="1152000" cy="1152000"/>
          </a:xfrm>
        </p:grpSpPr>
        <p:pic>
          <p:nvPicPr>
            <p:cNvPr id="23" name="Grafik 22" descr="Mann mit einfarbiger Füllung">
              <a:extLst>
                <a:ext uri="{FF2B5EF4-FFF2-40B4-BE49-F238E27FC236}">
                  <a16:creationId xmlns:a16="http://schemas.microsoft.com/office/drawing/2014/main" id="{07F09397-4FE9-36AB-D84A-2687A3B85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9D4D6CF4-6769-59DF-F1AF-8C116D02E2AA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7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EC6DC9CE-5FAB-3464-6D56-BA325E5A4D9B}"/>
              </a:ext>
            </a:extLst>
          </p:cNvPr>
          <p:cNvGrpSpPr>
            <a:grpSpLocks noChangeAspect="1"/>
          </p:cNvGrpSpPr>
          <p:nvPr/>
        </p:nvGrpSpPr>
        <p:grpSpPr>
          <a:xfrm>
            <a:off x="390775" y="5623319"/>
            <a:ext cx="648000" cy="648000"/>
            <a:chOff x="476500" y="79769"/>
            <a:chExt cx="1152000" cy="1152000"/>
          </a:xfrm>
        </p:grpSpPr>
        <p:pic>
          <p:nvPicPr>
            <p:cNvPr id="26" name="Grafik 25" descr="Mann mit einfarbiger Füllung">
              <a:extLst>
                <a:ext uri="{FF2B5EF4-FFF2-40B4-BE49-F238E27FC236}">
                  <a16:creationId xmlns:a16="http://schemas.microsoft.com/office/drawing/2014/main" id="{8407C900-4C2A-21B9-A6AA-F7DE31A98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76500" y="79769"/>
              <a:ext cx="1152000" cy="1152000"/>
            </a:xfrm>
            <a:prstGeom prst="rect">
              <a:avLst/>
            </a:prstGeom>
          </p:spPr>
        </p:pic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B6558810-7E97-EBA9-36EB-E4B7677B55F3}"/>
                </a:ext>
              </a:extLst>
            </p:cNvPr>
            <p:cNvSpPr txBox="1"/>
            <p:nvPr/>
          </p:nvSpPr>
          <p:spPr>
            <a:xfrm>
              <a:off x="796756" y="230249"/>
              <a:ext cx="513532" cy="6018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600" b="1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7AD39DF6-733A-190B-A749-93D090B3805F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CA6F376E-00E5-6131-3B35-2952EAA6C701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2541C08-94A5-5E2B-5A19-50DAB87A9D73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53A2276C-2DD1-96E2-2E4D-C3A9119AB63B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711B5ABC-27F7-785F-370C-C74DC027C981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CB0FC36D-5421-364A-B84B-61BA026C705D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FAEE69B2-20AA-B6F2-3BF2-2BBE3CAB1939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B0807472-AA31-A313-52EE-829A914D4EEE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6605D14E-9A3C-614A-604B-086481C79B7D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D3268E45-9ED6-FC02-7904-74FB35738F10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DDE3203B-0393-BA36-F328-E69637068BF4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619E4B85-336A-DBDB-1F7C-DE1801ACFB57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6DA9822-301F-19D6-CBCA-A681F536D15A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26388A61-CF45-F326-F604-EA17CF295BDD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529CFC7E-3695-D527-BB0C-AA86DD8BA824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748453A4-52B2-413C-FB65-2EB173FEFE19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585493C3-3D86-9912-A8C1-A74509782E50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6566FC0B-CF4D-DE0F-B303-AFFC286532AC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9B85CFE3-D151-65C0-0268-2290B4FD8F91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Ellipse 55">
            <a:extLst>
              <a:ext uri="{FF2B5EF4-FFF2-40B4-BE49-F238E27FC236}">
                <a16:creationId xmlns:a16="http://schemas.microsoft.com/office/drawing/2014/main" id="{A400DF0D-7901-5370-6D72-02E45C574F7A}"/>
              </a:ext>
            </a:extLst>
          </p:cNvPr>
          <p:cNvSpPr>
            <a:spLocks noChangeAspect="1"/>
          </p:cNvSpPr>
          <p:nvPr/>
        </p:nvSpPr>
        <p:spPr>
          <a:xfrm>
            <a:off x="4046550" y="630000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57" name="Ellipse 56">
            <a:extLst>
              <a:ext uri="{FF2B5EF4-FFF2-40B4-BE49-F238E27FC236}">
                <a16:creationId xmlns:a16="http://schemas.microsoft.com/office/drawing/2014/main" id="{BF3BC051-137D-A976-C67B-F83D61555952}"/>
              </a:ext>
            </a:extLst>
          </p:cNvPr>
          <p:cNvSpPr>
            <a:spLocks noChangeAspect="1"/>
          </p:cNvSpPr>
          <p:nvPr/>
        </p:nvSpPr>
        <p:spPr>
          <a:xfrm>
            <a:off x="1905150" y="1350000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59" name="Ellipse 58">
            <a:extLst>
              <a:ext uri="{FF2B5EF4-FFF2-40B4-BE49-F238E27FC236}">
                <a16:creationId xmlns:a16="http://schemas.microsoft.com/office/drawing/2014/main" id="{C7D93036-81A6-A974-37EF-64472B82A8D3}"/>
              </a:ext>
            </a:extLst>
          </p:cNvPr>
          <p:cNvSpPr>
            <a:spLocks noChangeAspect="1"/>
          </p:cNvSpPr>
          <p:nvPr/>
        </p:nvSpPr>
        <p:spPr>
          <a:xfrm>
            <a:off x="3325650" y="2790000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0" name="Ellipse 59">
            <a:extLst>
              <a:ext uri="{FF2B5EF4-FFF2-40B4-BE49-F238E27FC236}">
                <a16:creationId xmlns:a16="http://schemas.microsoft.com/office/drawing/2014/main" id="{4F1BC866-0627-DAFB-7AAA-353DABD1BD5E}"/>
              </a:ext>
            </a:extLst>
          </p:cNvPr>
          <p:cNvSpPr>
            <a:spLocks noChangeAspect="1"/>
          </p:cNvSpPr>
          <p:nvPr/>
        </p:nvSpPr>
        <p:spPr>
          <a:xfrm>
            <a:off x="6223876" y="495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61" name="Ellipse 60">
            <a:extLst>
              <a:ext uri="{FF2B5EF4-FFF2-40B4-BE49-F238E27FC236}">
                <a16:creationId xmlns:a16="http://schemas.microsoft.com/office/drawing/2014/main" id="{BCD5B9AD-3956-FBE1-037C-D8D26BE974DC}"/>
              </a:ext>
            </a:extLst>
          </p:cNvPr>
          <p:cNvSpPr>
            <a:spLocks noChangeAspect="1"/>
          </p:cNvSpPr>
          <p:nvPr/>
        </p:nvSpPr>
        <p:spPr>
          <a:xfrm>
            <a:off x="3324375" y="4946582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62" name="Ellipse 61">
            <a:extLst>
              <a:ext uri="{FF2B5EF4-FFF2-40B4-BE49-F238E27FC236}">
                <a16:creationId xmlns:a16="http://schemas.microsoft.com/office/drawing/2014/main" id="{466DC1E1-69F5-DD97-A1FC-1249904B4F78}"/>
              </a:ext>
            </a:extLst>
          </p:cNvPr>
          <p:cNvSpPr>
            <a:spLocks noChangeAspect="1"/>
          </p:cNvSpPr>
          <p:nvPr/>
        </p:nvSpPr>
        <p:spPr>
          <a:xfrm>
            <a:off x="2607825" y="1353419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B28FB54C-469A-193B-0E78-16BEC3A2A1BF}"/>
              </a:ext>
            </a:extLst>
          </p:cNvPr>
          <p:cNvSpPr>
            <a:spLocks noChangeAspect="1"/>
          </p:cNvSpPr>
          <p:nvPr/>
        </p:nvSpPr>
        <p:spPr>
          <a:xfrm>
            <a:off x="4765650" y="134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B26B3210-C2E5-79D8-36C9-E9ABA1C168E6}"/>
              </a:ext>
            </a:extLst>
          </p:cNvPr>
          <p:cNvSpPr>
            <a:spLocks noChangeAspect="1"/>
          </p:cNvSpPr>
          <p:nvPr/>
        </p:nvSpPr>
        <p:spPr>
          <a:xfrm>
            <a:off x="4052175" y="207686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CFDECF97-F068-D5EB-58DC-BECAC07429A1}"/>
              </a:ext>
            </a:extLst>
          </p:cNvPr>
          <p:cNvSpPr>
            <a:spLocks noChangeAspect="1"/>
          </p:cNvSpPr>
          <p:nvPr/>
        </p:nvSpPr>
        <p:spPr>
          <a:xfrm>
            <a:off x="1171276" y="207686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49F58C4F-D293-4A20-9B4B-FCE26D0D6262}"/>
              </a:ext>
            </a:extLst>
          </p:cNvPr>
          <p:cNvSpPr>
            <a:spLocks noChangeAspect="1"/>
          </p:cNvSpPr>
          <p:nvPr/>
        </p:nvSpPr>
        <p:spPr>
          <a:xfrm>
            <a:off x="5491725" y="207686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27BF351B-7709-CED9-5954-4CB1D2C31A3D}"/>
              </a:ext>
            </a:extLst>
          </p:cNvPr>
          <p:cNvSpPr>
            <a:spLocks noChangeAspect="1"/>
          </p:cNvSpPr>
          <p:nvPr/>
        </p:nvSpPr>
        <p:spPr>
          <a:xfrm>
            <a:off x="2596125" y="623132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B2288558-0828-4B1E-8513-AAE67BBDF6D3}"/>
              </a:ext>
            </a:extLst>
          </p:cNvPr>
          <p:cNvSpPr>
            <a:spLocks noChangeAspect="1"/>
          </p:cNvSpPr>
          <p:nvPr/>
        </p:nvSpPr>
        <p:spPr>
          <a:xfrm>
            <a:off x="6206549" y="3513419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0" name="Ellipse 69">
            <a:extLst>
              <a:ext uri="{FF2B5EF4-FFF2-40B4-BE49-F238E27FC236}">
                <a16:creationId xmlns:a16="http://schemas.microsoft.com/office/drawing/2014/main" id="{31277507-5B0C-A745-A6FB-C606266D177E}"/>
              </a:ext>
            </a:extLst>
          </p:cNvPr>
          <p:cNvSpPr>
            <a:spLocks noChangeAspect="1"/>
          </p:cNvSpPr>
          <p:nvPr/>
        </p:nvSpPr>
        <p:spPr>
          <a:xfrm>
            <a:off x="1173448" y="3513419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6E464F0D-75EA-263D-39A3-82910387060D}"/>
              </a:ext>
            </a:extLst>
          </p:cNvPr>
          <p:cNvSpPr>
            <a:spLocks noChangeAspect="1"/>
          </p:cNvSpPr>
          <p:nvPr/>
        </p:nvSpPr>
        <p:spPr>
          <a:xfrm>
            <a:off x="1893450" y="351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72" name="Ellipse 71">
            <a:extLst>
              <a:ext uri="{FF2B5EF4-FFF2-40B4-BE49-F238E27FC236}">
                <a16:creationId xmlns:a16="http://schemas.microsoft.com/office/drawing/2014/main" id="{C0976BD4-5C57-B1B2-47FD-056A97F5B8F0}"/>
              </a:ext>
            </a:extLst>
          </p:cNvPr>
          <p:cNvSpPr>
            <a:spLocks noChangeAspect="1"/>
          </p:cNvSpPr>
          <p:nvPr/>
        </p:nvSpPr>
        <p:spPr>
          <a:xfrm>
            <a:off x="5489999" y="351341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43D1A8FF-D7D5-6CAB-2CE7-644FFF1DA0AE}"/>
              </a:ext>
            </a:extLst>
          </p:cNvPr>
          <p:cNvSpPr>
            <a:spLocks noChangeAspect="1"/>
          </p:cNvSpPr>
          <p:nvPr/>
        </p:nvSpPr>
        <p:spPr>
          <a:xfrm>
            <a:off x="4064701" y="3513419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2B5E3748-91DB-7F99-1496-083E4788D4CE}"/>
              </a:ext>
            </a:extLst>
          </p:cNvPr>
          <p:cNvSpPr>
            <a:spLocks noChangeAspect="1"/>
          </p:cNvSpPr>
          <p:nvPr/>
        </p:nvSpPr>
        <p:spPr>
          <a:xfrm>
            <a:off x="6216749" y="4226582"/>
            <a:ext cx="540000" cy="5400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76" name="Ellipse 75">
            <a:extLst>
              <a:ext uri="{FF2B5EF4-FFF2-40B4-BE49-F238E27FC236}">
                <a16:creationId xmlns:a16="http://schemas.microsoft.com/office/drawing/2014/main" id="{34F4DEDC-8D04-DA95-2357-F9EA314726AF}"/>
              </a:ext>
            </a:extLst>
          </p:cNvPr>
          <p:cNvSpPr>
            <a:spLocks noChangeAspect="1"/>
          </p:cNvSpPr>
          <p:nvPr/>
        </p:nvSpPr>
        <p:spPr>
          <a:xfrm>
            <a:off x="4093725" y="4226582"/>
            <a:ext cx="540000" cy="540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9374E3A1-6C9A-725D-E0DC-4E3432676527}"/>
              </a:ext>
            </a:extLst>
          </p:cNvPr>
          <p:cNvSpPr>
            <a:spLocks noChangeAspect="1"/>
          </p:cNvSpPr>
          <p:nvPr/>
        </p:nvSpPr>
        <p:spPr>
          <a:xfrm>
            <a:off x="4760025" y="4226582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69DFF302-0F54-F86A-B6E1-1CDC1D128C5C}"/>
              </a:ext>
            </a:extLst>
          </p:cNvPr>
          <p:cNvSpPr>
            <a:spLocks noChangeAspect="1"/>
          </p:cNvSpPr>
          <p:nvPr/>
        </p:nvSpPr>
        <p:spPr>
          <a:xfrm>
            <a:off x="1895176" y="4953419"/>
            <a:ext cx="540000" cy="5400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81" name="Ellipse 80">
            <a:extLst>
              <a:ext uri="{FF2B5EF4-FFF2-40B4-BE49-F238E27FC236}">
                <a16:creationId xmlns:a16="http://schemas.microsoft.com/office/drawing/2014/main" id="{43000AB1-D783-C5C8-9B01-6DC374A5DC15}"/>
              </a:ext>
            </a:extLst>
          </p:cNvPr>
          <p:cNvSpPr>
            <a:spLocks noChangeAspect="1"/>
          </p:cNvSpPr>
          <p:nvPr/>
        </p:nvSpPr>
        <p:spPr>
          <a:xfrm>
            <a:off x="1157400" y="278313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2" name="Ellipse 81">
            <a:extLst>
              <a:ext uri="{FF2B5EF4-FFF2-40B4-BE49-F238E27FC236}">
                <a16:creationId xmlns:a16="http://schemas.microsoft.com/office/drawing/2014/main" id="{6AA2F432-73B4-4F15-55B3-1D9A1DC5A62C}"/>
              </a:ext>
            </a:extLst>
          </p:cNvPr>
          <p:cNvSpPr>
            <a:spLocks noChangeAspect="1"/>
          </p:cNvSpPr>
          <p:nvPr/>
        </p:nvSpPr>
        <p:spPr>
          <a:xfrm>
            <a:off x="1163923" y="5666582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83" name="Ellipse 82">
            <a:extLst>
              <a:ext uri="{FF2B5EF4-FFF2-40B4-BE49-F238E27FC236}">
                <a16:creationId xmlns:a16="http://schemas.microsoft.com/office/drawing/2014/main" id="{80F922C3-6788-C62E-43FB-264A1B3D8398}"/>
              </a:ext>
            </a:extLst>
          </p:cNvPr>
          <p:cNvSpPr>
            <a:spLocks noChangeAspect="1"/>
          </p:cNvSpPr>
          <p:nvPr/>
        </p:nvSpPr>
        <p:spPr>
          <a:xfrm>
            <a:off x="2615175" y="5666581"/>
            <a:ext cx="540000" cy="5400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84" name="Ellipse 83">
            <a:extLst>
              <a:ext uri="{FF2B5EF4-FFF2-40B4-BE49-F238E27FC236}">
                <a16:creationId xmlns:a16="http://schemas.microsoft.com/office/drawing/2014/main" id="{1AC8E2EE-A17A-C003-4F77-26243484BF9A}"/>
              </a:ext>
            </a:extLst>
          </p:cNvPr>
          <p:cNvSpPr>
            <a:spLocks noChangeAspect="1"/>
          </p:cNvSpPr>
          <p:nvPr/>
        </p:nvSpPr>
        <p:spPr>
          <a:xfrm>
            <a:off x="5483925" y="5666581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85" name="Ellipse 84">
            <a:extLst>
              <a:ext uri="{FF2B5EF4-FFF2-40B4-BE49-F238E27FC236}">
                <a16:creationId xmlns:a16="http://schemas.microsoft.com/office/drawing/2014/main" id="{8D7CFA43-4EA5-DCBB-CD0C-BE3CFB009A73}"/>
              </a:ext>
            </a:extLst>
          </p:cNvPr>
          <p:cNvSpPr>
            <a:spLocks noChangeAspect="1"/>
          </p:cNvSpPr>
          <p:nvPr/>
        </p:nvSpPr>
        <p:spPr>
          <a:xfrm>
            <a:off x="3338625" y="5660925"/>
            <a:ext cx="540000" cy="5400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86" name="Ellipse 85">
            <a:extLst>
              <a:ext uri="{FF2B5EF4-FFF2-40B4-BE49-F238E27FC236}">
                <a16:creationId xmlns:a16="http://schemas.microsoft.com/office/drawing/2014/main" id="{BD3DAE99-A02F-2A21-7528-89AD42CDD03C}"/>
              </a:ext>
            </a:extLst>
          </p:cNvPr>
          <p:cNvSpPr>
            <a:spLocks noChangeAspect="1"/>
          </p:cNvSpPr>
          <p:nvPr/>
        </p:nvSpPr>
        <p:spPr>
          <a:xfrm>
            <a:off x="4764373" y="2790000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87" name="Ellipse 86">
            <a:extLst>
              <a:ext uri="{FF2B5EF4-FFF2-40B4-BE49-F238E27FC236}">
                <a16:creationId xmlns:a16="http://schemas.microsoft.com/office/drawing/2014/main" id="{B1D6C68D-AB20-7800-61C1-9A86AEE67B87}"/>
              </a:ext>
            </a:extLst>
          </p:cNvPr>
          <p:cNvSpPr>
            <a:spLocks noChangeAspect="1"/>
          </p:cNvSpPr>
          <p:nvPr/>
        </p:nvSpPr>
        <p:spPr>
          <a:xfrm>
            <a:off x="1167825" y="630000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A0604D6C-18DA-1519-458C-3A637AF167B2}"/>
              </a:ext>
            </a:extLst>
          </p:cNvPr>
          <p:cNvSpPr>
            <a:spLocks noChangeAspect="1"/>
          </p:cNvSpPr>
          <p:nvPr/>
        </p:nvSpPr>
        <p:spPr>
          <a:xfrm>
            <a:off x="5491725" y="4957937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2971968181"/>
      </p:ext>
    </p:extLst>
  </p:cSld>
  <p:clrMapOvr>
    <a:masterClrMapping/>
  </p:clrMapOvr>
  <p:transition spd="slow">
    <p:push dir="u"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C994C-CCD0-2B9D-07C8-C72E3FCED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hteck 116">
            <a:extLst>
              <a:ext uri="{FF2B5EF4-FFF2-40B4-BE49-F238E27FC236}">
                <a16:creationId xmlns:a16="http://schemas.microsoft.com/office/drawing/2014/main" id="{D2FF4E95-2CCC-D7C5-FFC4-2D9ECD9717C1}"/>
              </a:ext>
            </a:extLst>
          </p:cNvPr>
          <p:cNvSpPr/>
          <p:nvPr/>
        </p:nvSpPr>
        <p:spPr>
          <a:xfrm>
            <a:off x="6095435" y="526639"/>
            <a:ext cx="734398" cy="578440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D3B0EAF7-BE1B-C94C-BAB2-E87916CBCA75}"/>
              </a:ext>
            </a:extLst>
          </p:cNvPr>
          <p:cNvSpPr/>
          <p:nvPr/>
        </p:nvSpPr>
        <p:spPr>
          <a:xfrm>
            <a:off x="5384748" y="526639"/>
            <a:ext cx="734398" cy="578440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BC3E333B-669B-2514-EDC4-41F0CEEE6EF8}"/>
              </a:ext>
            </a:extLst>
          </p:cNvPr>
          <p:cNvSpPr/>
          <p:nvPr/>
        </p:nvSpPr>
        <p:spPr>
          <a:xfrm>
            <a:off x="4674914" y="526639"/>
            <a:ext cx="734398" cy="57844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9FE9FA94-CF1E-FA23-33EC-748747178F8A}"/>
              </a:ext>
            </a:extLst>
          </p:cNvPr>
          <p:cNvSpPr/>
          <p:nvPr/>
        </p:nvSpPr>
        <p:spPr>
          <a:xfrm>
            <a:off x="3954067" y="528080"/>
            <a:ext cx="734398" cy="57844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60369A32-B291-541C-A083-646F703BF9EA}"/>
              </a:ext>
            </a:extLst>
          </p:cNvPr>
          <p:cNvSpPr/>
          <p:nvPr/>
        </p:nvSpPr>
        <p:spPr>
          <a:xfrm>
            <a:off x="3239995" y="532239"/>
            <a:ext cx="734398" cy="57844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90D57E67-4381-06CA-C8EF-5A6C757C4B91}"/>
              </a:ext>
            </a:extLst>
          </p:cNvPr>
          <p:cNvSpPr/>
          <p:nvPr/>
        </p:nvSpPr>
        <p:spPr>
          <a:xfrm>
            <a:off x="2509835" y="527799"/>
            <a:ext cx="734398" cy="578440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D7EB58D0-EACC-BACF-F76F-C4FDF78005D1}"/>
              </a:ext>
            </a:extLst>
          </p:cNvPr>
          <p:cNvSpPr/>
          <p:nvPr/>
        </p:nvSpPr>
        <p:spPr>
          <a:xfrm>
            <a:off x="1799998" y="526639"/>
            <a:ext cx="734398" cy="57844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2C8F5F01-4C76-C057-0F0B-C558A1A98F24}"/>
              </a:ext>
            </a:extLst>
          </p:cNvPr>
          <p:cNvSpPr/>
          <p:nvPr/>
        </p:nvSpPr>
        <p:spPr>
          <a:xfrm>
            <a:off x="1065600" y="515598"/>
            <a:ext cx="734398" cy="578440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E69646B1-9C14-3B05-B242-FEF5B1B33841}"/>
              </a:ext>
            </a:extLst>
          </p:cNvPr>
          <p:cNvCxnSpPr>
            <a:cxnSpLocks/>
          </p:cNvCxnSpPr>
          <p:nvPr/>
        </p:nvCxnSpPr>
        <p:spPr>
          <a:xfrm>
            <a:off x="10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C92F8A0-A718-C1B1-7EAE-F9C468114715}"/>
              </a:ext>
            </a:extLst>
          </p:cNvPr>
          <p:cNvCxnSpPr>
            <a:cxnSpLocks/>
          </p:cNvCxnSpPr>
          <p:nvPr/>
        </p:nvCxnSpPr>
        <p:spPr>
          <a:xfrm>
            <a:off x="18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7A7073D-0B26-B622-30FF-B2E0E955833F}"/>
              </a:ext>
            </a:extLst>
          </p:cNvPr>
          <p:cNvCxnSpPr>
            <a:cxnSpLocks/>
          </p:cNvCxnSpPr>
          <p:nvPr/>
        </p:nvCxnSpPr>
        <p:spPr>
          <a:xfrm>
            <a:off x="25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1707B07A-E383-34BE-A93D-58EA04F9D366}"/>
              </a:ext>
            </a:extLst>
          </p:cNvPr>
          <p:cNvCxnSpPr>
            <a:cxnSpLocks/>
          </p:cNvCxnSpPr>
          <p:nvPr/>
        </p:nvCxnSpPr>
        <p:spPr>
          <a:xfrm>
            <a:off x="32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74983FC-C215-4793-24BC-EC5D47490431}"/>
              </a:ext>
            </a:extLst>
          </p:cNvPr>
          <p:cNvCxnSpPr>
            <a:cxnSpLocks/>
          </p:cNvCxnSpPr>
          <p:nvPr/>
        </p:nvCxnSpPr>
        <p:spPr>
          <a:xfrm>
            <a:off x="39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A7748E4C-E373-D3B0-55EB-47A12088332D}"/>
              </a:ext>
            </a:extLst>
          </p:cNvPr>
          <p:cNvCxnSpPr>
            <a:cxnSpLocks/>
          </p:cNvCxnSpPr>
          <p:nvPr/>
        </p:nvCxnSpPr>
        <p:spPr>
          <a:xfrm>
            <a:off x="468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Gerader Verbinder 33">
            <a:extLst>
              <a:ext uri="{FF2B5EF4-FFF2-40B4-BE49-F238E27FC236}">
                <a16:creationId xmlns:a16="http://schemas.microsoft.com/office/drawing/2014/main" id="{9246E190-640D-E608-EE2A-3AA7F6ED5D63}"/>
              </a:ext>
            </a:extLst>
          </p:cNvPr>
          <p:cNvCxnSpPr>
            <a:cxnSpLocks/>
          </p:cNvCxnSpPr>
          <p:nvPr/>
        </p:nvCxnSpPr>
        <p:spPr>
          <a:xfrm>
            <a:off x="540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7F5A1564-85A0-F98B-7D94-E9DEB052774F}"/>
              </a:ext>
            </a:extLst>
          </p:cNvPr>
          <p:cNvCxnSpPr>
            <a:cxnSpLocks/>
          </p:cNvCxnSpPr>
          <p:nvPr/>
        </p:nvCxnSpPr>
        <p:spPr>
          <a:xfrm>
            <a:off x="612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D5CD7BF0-B05E-8000-AF39-689BF3AF4EF8}"/>
              </a:ext>
            </a:extLst>
          </p:cNvPr>
          <p:cNvCxnSpPr>
            <a:cxnSpLocks/>
          </p:cNvCxnSpPr>
          <p:nvPr/>
        </p:nvCxnSpPr>
        <p:spPr>
          <a:xfrm>
            <a:off x="684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Gerader Verbinder 43">
            <a:extLst>
              <a:ext uri="{FF2B5EF4-FFF2-40B4-BE49-F238E27FC236}">
                <a16:creationId xmlns:a16="http://schemas.microsoft.com/office/drawing/2014/main" id="{F80AB19A-D5EC-BBA9-E1AF-22853269DC1A}"/>
              </a:ext>
            </a:extLst>
          </p:cNvPr>
          <p:cNvCxnSpPr>
            <a:cxnSpLocks/>
          </p:cNvCxnSpPr>
          <p:nvPr/>
        </p:nvCxnSpPr>
        <p:spPr>
          <a:xfrm>
            <a:off x="360000" y="12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5ADCD347-DB80-7EBE-1406-8D8E2501B245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0" cy="5760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Gerader Verbinder 47">
            <a:extLst>
              <a:ext uri="{FF2B5EF4-FFF2-40B4-BE49-F238E27FC236}">
                <a16:creationId xmlns:a16="http://schemas.microsoft.com/office/drawing/2014/main" id="{0F83C431-E1BA-5BE5-3FA1-42E9751373C4}"/>
              </a:ext>
            </a:extLst>
          </p:cNvPr>
          <p:cNvCxnSpPr>
            <a:cxnSpLocks/>
          </p:cNvCxnSpPr>
          <p:nvPr/>
        </p:nvCxnSpPr>
        <p:spPr>
          <a:xfrm>
            <a:off x="360000" y="5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61ACDBEE-27F0-508F-0029-604B0D62DA04}"/>
              </a:ext>
            </a:extLst>
          </p:cNvPr>
          <p:cNvCxnSpPr>
            <a:cxnSpLocks/>
          </p:cNvCxnSpPr>
          <p:nvPr/>
        </p:nvCxnSpPr>
        <p:spPr>
          <a:xfrm>
            <a:off x="360000" y="19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0C3834C3-03DE-ED71-B107-05EA80275A98}"/>
              </a:ext>
            </a:extLst>
          </p:cNvPr>
          <p:cNvCxnSpPr>
            <a:cxnSpLocks/>
          </p:cNvCxnSpPr>
          <p:nvPr/>
        </p:nvCxnSpPr>
        <p:spPr>
          <a:xfrm>
            <a:off x="360000" y="27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C5C2C78A-5CB6-3158-6F2A-B73B94324D1F}"/>
              </a:ext>
            </a:extLst>
          </p:cNvPr>
          <p:cNvCxnSpPr>
            <a:cxnSpLocks/>
          </p:cNvCxnSpPr>
          <p:nvPr/>
        </p:nvCxnSpPr>
        <p:spPr>
          <a:xfrm>
            <a:off x="360000" y="342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Gerader Verbinder 51">
            <a:extLst>
              <a:ext uri="{FF2B5EF4-FFF2-40B4-BE49-F238E27FC236}">
                <a16:creationId xmlns:a16="http://schemas.microsoft.com/office/drawing/2014/main" id="{5893D72A-6C32-1C6D-DBBE-448C8E3D8CC4}"/>
              </a:ext>
            </a:extLst>
          </p:cNvPr>
          <p:cNvCxnSpPr>
            <a:cxnSpLocks/>
          </p:cNvCxnSpPr>
          <p:nvPr/>
        </p:nvCxnSpPr>
        <p:spPr>
          <a:xfrm>
            <a:off x="360000" y="414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Gerader Verbinder 52">
            <a:extLst>
              <a:ext uri="{FF2B5EF4-FFF2-40B4-BE49-F238E27FC236}">
                <a16:creationId xmlns:a16="http://schemas.microsoft.com/office/drawing/2014/main" id="{956217E2-C755-76B2-5CD0-E29BDEC102F9}"/>
              </a:ext>
            </a:extLst>
          </p:cNvPr>
          <p:cNvCxnSpPr>
            <a:cxnSpLocks/>
          </p:cNvCxnSpPr>
          <p:nvPr/>
        </p:nvCxnSpPr>
        <p:spPr>
          <a:xfrm>
            <a:off x="360000" y="486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Gerader Verbinder 53">
            <a:extLst>
              <a:ext uri="{FF2B5EF4-FFF2-40B4-BE49-F238E27FC236}">
                <a16:creationId xmlns:a16="http://schemas.microsoft.com/office/drawing/2014/main" id="{ABF3C9F4-2D80-5A35-9BAB-0765582D5F01}"/>
              </a:ext>
            </a:extLst>
          </p:cNvPr>
          <p:cNvCxnSpPr>
            <a:cxnSpLocks/>
          </p:cNvCxnSpPr>
          <p:nvPr/>
        </p:nvCxnSpPr>
        <p:spPr>
          <a:xfrm>
            <a:off x="360000" y="558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B4D1E23C-0ECF-03B5-53E6-BC1589E8F3C8}"/>
              </a:ext>
            </a:extLst>
          </p:cNvPr>
          <p:cNvCxnSpPr>
            <a:cxnSpLocks/>
          </p:cNvCxnSpPr>
          <p:nvPr/>
        </p:nvCxnSpPr>
        <p:spPr>
          <a:xfrm>
            <a:off x="360000" y="6300000"/>
            <a:ext cx="6480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095C732-CA80-1A39-68D4-9F1EC001BAE8}"/>
                  </a:ext>
                </a:extLst>
              </p:cNvPr>
              <p:cNvSpPr txBox="1"/>
              <p:nvPr/>
            </p:nvSpPr>
            <p:spPr>
              <a:xfrm>
                <a:off x="1258065" y="720088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095C732-CA80-1A39-68D4-9F1EC001BA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720088"/>
                <a:ext cx="436786" cy="369332"/>
              </a:xfrm>
              <a:prstGeom prst="rect">
                <a:avLst/>
              </a:prstGeom>
              <a:blipFill>
                <a:blip r:embed="rId2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55F036DB-5CAD-0F03-ED20-6C5833619F7D}"/>
                  </a:ext>
                </a:extLst>
              </p:cNvPr>
              <p:cNvSpPr txBox="1"/>
              <p:nvPr/>
            </p:nvSpPr>
            <p:spPr>
              <a:xfrm>
                <a:off x="1258065" y="216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55F036DB-5CAD-0F03-ED20-6C5833619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2160000"/>
                <a:ext cx="436786" cy="369332"/>
              </a:xfrm>
              <a:prstGeom prst="rect">
                <a:avLst/>
              </a:prstGeom>
              <a:blipFill>
                <a:blip r:embed="rId3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7B0F91F-2AE7-D916-E386-714C9F2AEFB9}"/>
                  </a:ext>
                </a:extLst>
              </p:cNvPr>
              <p:cNvSpPr txBox="1"/>
              <p:nvPr/>
            </p:nvSpPr>
            <p:spPr>
              <a:xfrm>
                <a:off x="1258065" y="288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B7B0F91F-2AE7-D916-E386-714C9F2AE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2880000"/>
                <a:ext cx="436786" cy="369332"/>
              </a:xfrm>
              <a:prstGeom prst="rect">
                <a:avLst/>
              </a:prstGeom>
              <a:blipFill>
                <a:blip r:embed="rId4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ECADFFC2-D430-31DF-C394-6217421565B5}"/>
                  </a:ext>
                </a:extLst>
              </p:cNvPr>
              <p:cNvSpPr txBox="1"/>
              <p:nvPr/>
            </p:nvSpPr>
            <p:spPr>
              <a:xfrm>
                <a:off x="1260000" y="360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ECADFFC2-D430-31DF-C394-621742156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3600000"/>
                <a:ext cx="436786" cy="369332"/>
              </a:xfrm>
              <a:prstGeom prst="rect">
                <a:avLst/>
              </a:prstGeom>
              <a:blipFill>
                <a:blip r:embed="rId5"/>
                <a:stretch>
                  <a:fillRect l="-16901" r="-8451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7422B80-4339-7621-5EB2-7C42BCFC609A}"/>
                  </a:ext>
                </a:extLst>
              </p:cNvPr>
              <p:cNvSpPr txBox="1"/>
              <p:nvPr/>
            </p:nvSpPr>
            <p:spPr>
              <a:xfrm>
                <a:off x="1260000" y="576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57422B80-4339-7621-5EB2-7C42BCFC60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5760000"/>
                <a:ext cx="436786" cy="369332"/>
              </a:xfrm>
              <a:prstGeom prst="rect">
                <a:avLst/>
              </a:prstGeom>
              <a:blipFill>
                <a:blip r:embed="rId6"/>
                <a:stretch>
                  <a:fillRect l="-16901" r="-8451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8999E1EB-F8DE-8904-93D1-9B08F6859F54}"/>
                  </a:ext>
                </a:extLst>
              </p:cNvPr>
              <p:cNvSpPr txBox="1"/>
              <p:nvPr/>
            </p:nvSpPr>
            <p:spPr>
              <a:xfrm>
                <a:off x="1980000" y="144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8999E1EB-F8DE-8904-93D1-9B08F6859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0" y="1440000"/>
                <a:ext cx="433580" cy="369332"/>
              </a:xfrm>
              <a:prstGeom prst="rect">
                <a:avLst/>
              </a:prstGeom>
              <a:blipFill>
                <a:blip r:embed="rId7"/>
                <a:stretch>
                  <a:fillRect l="-16901" r="-8451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6D9B2FE2-DBE3-6870-4759-3F4B5DE60BF8}"/>
                  </a:ext>
                </a:extLst>
              </p:cNvPr>
              <p:cNvSpPr txBox="1"/>
              <p:nvPr/>
            </p:nvSpPr>
            <p:spPr>
              <a:xfrm>
                <a:off x="1980000" y="360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6D9B2FE2-DBE3-6870-4759-3F4B5DE60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0" y="3600000"/>
                <a:ext cx="433580" cy="369332"/>
              </a:xfrm>
              <a:prstGeom prst="rect">
                <a:avLst/>
              </a:prstGeom>
              <a:blipFill>
                <a:blip r:embed="rId8"/>
                <a:stretch>
                  <a:fillRect l="-16901" r="-8451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EA1F767B-5133-4ACE-72A0-794D2ABDB10E}"/>
                  </a:ext>
                </a:extLst>
              </p:cNvPr>
              <p:cNvSpPr txBox="1"/>
              <p:nvPr/>
            </p:nvSpPr>
            <p:spPr>
              <a:xfrm>
                <a:off x="1980000" y="504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EA1F767B-5133-4ACE-72A0-794D2ABDB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0" y="5040000"/>
                <a:ext cx="433580" cy="369332"/>
              </a:xfrm>
              <a:prstGeom prst="rect">
                <a:avLst/>
              </a:prstGeom>
              <a:blipFill>
                <a:blip r:embed="rId9"/>
                <a:stretch>
                  <a:fillRect l="-16901" r="-8451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819E4893-BB5D-3449-6BAE-43AB89F94551}"/>
                  </a:ext>
                </a:extLst>
              </p:cNvPr>
              <p:cNvSpPr txBox="1"/>
              <p:nvPr/>
            </p:nvSpPr>
            <p:spPr>
              <a:xfrm>
                <a:off x="2700000" y="718479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819E4893-BB5D-3449-6BAE-43AB89F945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000" y="718479"/>
                <a:ext cx="415948" cy="369332"/>
              </a:xfrm>
              <a:prstGeom prst="rect">
                <a:avLst/>
              </a:prstGeom>
              <a:blipFill>
                <a:blip r:embed="rId10"/>
                <a:stretch>
                  <a:fillRect l="-17647" r="-882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C3BE0F55-E99C-C191-FABE-7B253D9427C1}"/>
                  </a:ext>
                </a:extLst>
              </p:cNvPr>
              <p:cNvSpPr txBox="1"/>
              <p:nvPr/>
            </p:nvSpPr>
            <p:spPr>
              <a:xfrm>
                <a:off x="2700000" y="14400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C3BE0F55-E99C-C191-FABE-7B253D942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000" y="1440000"/>
                <a:ext cx="415948" cy="369332"/>
              </a:xfrm>
              <a:prstGeom prst="rect">
                <a:avLst/>
              </a:prstGeom>
              <a:blipFill>
                <a:blip r:embed="rId11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76EE279D-5A3B-9526-EAEC-E653CABBA281}"/>
                  </a:ext>
                </a:extLst>
              </p:cNvPr>
              <p:cNvSpPr txBox="1"/>
              <p:nvPr/>
            </p:nvSpPr>
            <p:spPr>
              <a:xfrm>
                <a:off x="2700000" y="57600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76EE279D-5A3B-9526-EAEC-E653CABBA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0000" y="5760000"/>
                <a:ext cx="415948" cy="369332"/>
              </a:xfrm>
              <a:prstGeom prst="rect">
                <a:avLst/>
              </a:prstGeom>
              <a:blipFill>
                <a:blip r:embed="rId12"/>
                <a:stretch>
                  <a:fillRect l="-17647" r="-882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BDCB4BC3-6FBF-3C58-951E-F69E4AD085B9}"/>
                  </a:ext>
                </a:extLst>
              </p:cNvPr>
              <p:cNvSpPr txBox="1"/>
              <p:nvPr/>
            </p:nvSpPr>
            <p:spPr>
              <a:xfrm>
                <a:off x="3420000" y="288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BDCB4BC3-6FBF-3C58-951E-F69E4AD08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000" y="2880000"/>
                <a:ext cx="446404" cy="369332"/>
              </a:xfrm>
              <a:prstGeom prst="rect">
                <a:avLst/>
              </a:prstGeom>
              <a:blipFill>
                <a:blip r:embed="rId13"/>
                <a:stretch>
                  <a:fillRect l="-15068" r="-8219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653D88-8FA2-0B93-2C2B-268ADD1F2DB0}"/>
                  </a:ext>
                </a:extLst>
              </p:cNvPr>
              <p:cNvSpPr txBox="1"/>
              <p:nvPr/>
            </p:nvSpPr>
            <p:spPr>
              <a:xfrm>
                <a:off x="3420000" y="504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9B653D88-8FA2-0B93-2C2B-268ADD1F2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000" y="5040000"/>
                <a:ext cx="446404" cy="369332"/>
              </a:xfrm>
              <a:prstGeom prst="rect">
                <a:avLst/>
              </a:prstGeom>
              <a:blipFill>
                <a:blip r:embed="rId14"/>
                <a:stretch>
                  <a:fillRect l="-15068" r="-8219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67DA59F5-DB7D-DE9C-4BBC-6CE7B125F0EF}"/>
                  </a:ext>
                </a:extLst>
              </p:cNvPr>
              <p:cNvSpPr txBox="1"/>
              <p:nvPr/>
            </p:nvSpPr>
            <p:spPr>
              <a:xfrm>
                <a:off x="3420000" y="576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67DA59F5-DB7D-DE9C-4BBC-6CE7B125F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0000" y="5760000"/>
                <a:ext cx="446404" cy="369332"/>
              </a:xfrm>
              <a:prstGeom prst="rect">
                <a:avLst/>
              </a:prstGeom>
              <a:blipFill>
                <a:blip r:embed="rId15"/>
                <a:stretch>
                  <a:fillRect l="-15068" r="-8219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D737E7CC-6568-2A6A-8C9A-FFE3003910A7}"/>
                  </a:ext>
                </a:extLst>
              </p:cNvPr>
              <p:cNvSpPr txBox="1"/>
              <p:nvPr/>
            </p:nvSpPr>
            <p:spPr>
              <a:xfrm>
                <a:off x="4140000" y="72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D737E7CC-6568-2A6A-8C9A-FFE300391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000" y="720000"/>
                <a:ext cx="417550" cy="369332"/>
              </a:xfrm>
              <a:prstGeom prst="rect">
                <a:avLst/>
              </a:prstGeom>
              <a:blipFill>
                <a:blip r:embed="rId16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E380A594-CAEF-DE36-D41B-2B33224353D6}"/>
                  </a:ext>
                </a:extLst>
              </p:cNvPr>
              <p:cNvSpPr txBox="1"/>
              <p:nvPr/>
            </p:nvSpPr>
            <p:spPr>
              <a:xfrm>
                <a:off x="4140000" y="216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E380A594-CAEF-DE36-D41B-2B3322435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000" y="2160000"/>
                <a:ext cx="417550" cy="369332"/>
              </a:xfrm>
              <a:prstGeom prst="rect">
                <a:avLst/>
              </a:prstGeom>
              <a:blipFill>
                <a:blip r:embed="rId17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A0CE40D3-6F81-BE19-9264-677D09B9379D}"/>
                  </a:ext>
                </a:extLst>
              </p:cNvPr>
              <p:cNvSpPr txBox="1"/>
              <p:nvPr/>
            </p:nvSpPr>
            <p:spPr>
              <a:xfrm>
                <a:off x="4140000" y="432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A0CE40D3-6F81-BE19-9264-677D09B937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000" y="4320000"/>
                <a:ext cx="417550" cy="369332"/>
              </a:xfrm>
              <a:prstGeom prst="rect">
                <a:avLst/>
              </a:prstGeom>
              <a:blipFill>
                <a:blip r:embed="rId18"/>
                <a:stretch>
                  <a:fillRect l="-15942" r="-7246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01C8DAB9-2ED5-B9E0-51F6-44D8CE7CADB7}"/>
                  </a:ext>
                </a:extLst>
              </p:cNvPr>
              <p:cNvSpPr txBox="1"/>
              <p:nvPr/>
            </p:nvSpPr>
            <p:spPr>
              <a:xfrm>
                <a:off x="4140000" y="360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01C8DAB9-2ED5-B9E0-51F6-44D8CE7CA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0000" y="3600000"/>
                <a:ext cx="417550" cy="369332"/>
              </a:xfrm>
              <a:prstGeom prst="rect">
                <a:avLst/>
              </a:prstGeom>
              <a:blipFill>
                <a:blip r:embed="rId19"/>
                <a:stretch>
                  <a:fillRect l="-15942" r="-7246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AC9DDBC7-2195-445F-823F-8DF48A879C31}"/>
                  </a:ext>
                </a:extLst>
              </p:cNvPr>
              <p:cNvSpPr txBox="1"/>
              <p:nvPr/>
            </p:nvSpPr>
            <p:spPr>
              <a:xfrm>
                <a:off x="4860000" y="1441574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AC9DDBC7-2195-445F-823F-8DF48A879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00" y="1441574"/>
                <a:ext cx="411138" cy="369332"/>
              </a:xfrm>
              <a:prstGeom prst="rect">
                <a:avLst/>
              </a:prstGeom>
              <a:blipFill>
                <a:blip r:embed="rId20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D30940A3-C809-98FB-F93E-63C4D91ECBB5}"/>
                  </a:ext>
                </a:extLst>
              </p:cNvPr>
              <p:cNvSpPr txBox="1"/>
              <p:nvPr/>
            </p:nvSpPr>
            <p:spPr>
              <a:xfrm>
                <a:off x="4860000" y="28800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D30940A3-C809-98FB-F93E-63C4D91ECB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00" y="2880000"/>
                <a:ext cx="411138" cy="369332"/>
              </a:xfrm>
              <a:prstGeom prst="rect">
                <a:avLst/>
              </a:prstGeom>
              <a:blipFill>
                <a:blip r:embed="rId21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F4E3ADD3-7C07-9305-EE5E-0F36564765F3}"/>
                  </a:ext>
                </a:extLst>
              </p:cNvPr>
              <p:cNvSpPr txBox="1"/>
              <p:nvPr/>
            </p:nvSpPr>
            <p:spPr>
              <a:xfrm>
                <a:off x="4860000" y="43200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F4E3ADD3-7C07-9305-EE5E-0F3656476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00" y="4320000"/>
                <a:ext cx="411138" cy="369332"/>
              </a:xfrm>
              <a:prstGeom prst="rect">
                <a:avLst/>
              </a:prstGeom>
              <a:blipFill>
                <a:blip r:embed="rId22"/>
                <a:stretch>
                  <a:fillRect l="-16176" r="-7353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CC78CF89-D6B7-141F-FF32-36AEE150B6EC}"/>
                  </a:ext>
                </a:extLst>
              </p:cNvPr>
              <p:cNvSpPr txBox="1"/>
              <p:nvPr/>
            </p:nvSpPr>
            <p:spPr>
              <a:xfrm>
                <a:off x="5580000" y="216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CC78CF89-D6B7-141F-FF32-36AEE150B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000" y="2160000"/>
                <a:ext cx="433580" cy="369332"/>
              </a:xfrm>
              <a:prstGeom prst="rect">
                <a:avLst/>
              </a:prstGeom>
              <a:blipFill>
                <a:blip r:embed="rId23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0A242C47-85B3-FA59-8CF4-518BD2332F7A}"/>
                  </a:ext>
                </a:extLst>
              </p:cNvPr>
              <p:cNvSpPr txBox="1"/>
              <p:nvPr/>
            </p:nvSpPr>
            <p:spPr>
              <a:xfrm>
                <a:off x="5580000" y="360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0A242C47-85B3-FA59-8CF4-518BD2332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000" y="3600000"/>
                <a:ext cx="433580" cy="369332"/>
              </a:xfrm>
              <a:prstGeom prst="rect">
                <a:avLst/>
              </a:prstGeom>
              <a:blipFill>
                <a:blip r:embed="rId24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212B2B1-9B84-5853-1B44-2D40625760AA}"/>
                  </a:ext>
                </a:extLst>
              </p:cNvPr>
              <p:cNvSpPr txBox="1"/>
              <p:nvPr/>
            </p:nvSpPr>
            <p:spPr>
              <a:xfrm>
                <a:off x="5580000" y="576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212B2B1-9B84-5853-1B44-2D4062576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000" y="5760000"/>
                <a:ext cx="433580" cy="369332"/>
              </a:xfrm>
              <a:prstGeom prst="rect">
                <a:avLst/>
              </a:prstGeom>
              <a:blipFill>
                <a:blip r:embed="rId25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4D54A129-35B7-1920-74B7-2F14727AAC6F}"/>
                  </a:ext>
                </a:extLst>
              </p:cNvPr>
              <p:cNvSpPr txBox="1"/>
              <p:nvPr/>
            </p:nvSpPr>
            <p:spPr>
              <a:xfrm>
                <a:off x="5580000" y="504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4D54A129-35B7-1920-74B7-2F14727AAC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000" y="5040000"/>
                <a:ext cx="433580" cy="369332"/>
              </a:xfrm>
              <a:prstGeom prst="rect">
                <a:avLst/>
              </a:prstGeom>
              <a:blipFill>
                <a:blip r:embed="rId26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8252A728-BA67-A836-ACB6-BCAA63ABA7A6}"/>
                  </a:ext>
                </a:extLst>
              </p:cNvPr>
              <p:cNvSpPr txBox="1"/>
              <p:nvPr/>
            </p:nvSpPr>
            <p:spPr>
              <a:xfrm>
                <a:off x="6300000" y="360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8252A728-BA67-A836-ACB6-BCAA63ABA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000" y="3600000"/>
                <a:ext cx="449610" cy="369332"/>
              </a:xfrm>
              <a:prstGeom prst="rect">
                <a:avLst/>
              </a:prstGeom>
              <a:blipFill>
                <a:blip r:embed="rId27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A24D444E-9723-DC2B-68F1-0B53C426070A}"/>
                  </a:ext>
                </a:extLst>
              </p:cNvPr>
              <p:cNvSpPr txBox="1"/>
              <p:nvPr/>
            </p:nvSpPr>
            <p:spPr>
              <a:xfrm>
                <a:off x="6300000" y="432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A24D444E-9723-DC2B-68F1-0B53C4260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000" y="4320000"/>
                <a:ext cx="449610" cy="369332"/>
              </a:xfrm>
              <a:prstGeom prst="rect">
                <a:avLst/>
              </a:prstGeom>
              <a:blipFill>
                <a:blip r:embed="rId28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DEFADF15-808D-5805-FB00-AF9F48D10671}"/>
                  </a:ext>
                </a:extLst>
              </p:cNvPr>
              <p:cNvSpPr txBox="1"/>
              <p:nvPr/>
            </p:nvSpPr>
            <p:spPr>
              <a:xfrm>
                <a:off x="6300000" y="504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DEFADF15-808D-5805-FB00-AF9F48D10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000" y="5040000"/>
                <a:ext cx="449610" cy="369332"/>
              </a:xfrm>
              <a:prstGeom prst="rect">
                <a:avLst/>
              </a:prstGeom>
              <a:blipFill>
                <a:blip r:embed="rId29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B3060DD5-D6F9-960E-ABC4-65BD10976D42}"/>
                  </a:ext>
                </a:extLst>
              </p:cNvPr>
              <p:cNvSpPr txBox="1"/>
              <p:nvPr/>
            </p:nvSpPr>
            <p:spPr>
              <a:xfrm>
                <a:off x="540000" y="718479"/>
                <a:ext cx="4006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B3060DD5-D6F9-960E-ABC4-65BD10976D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718479"/>
                <a:ext cx="400687" cy="369332"/>
              </a:xfrm>
              <a:prstGeom prst="rect">
                <a:avLst/>
              </a:prstGeom>
              <a:blipFill>
                <a:blip r:embed="rId30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207DA9DB-78D4-19F9-7842-231B31FB8466}"/>
                  </a:ext>
                </a:extLst>
              </p:cNvPr>
              <p:cNvSpPr txBox="1"/>
              <p:nvPr/>
            </p:nvSpPr>
            <p:spPr>
              <a:xfrm>
                <a:off x="540000" y="144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207DA9DB-78D4-19F9-7842-231B31FB8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1440000"/>
                <a:ext cx="400686" cy="369332"/>
              </a:xfrm>
              <a:prstGeom prst="rect">
                <a:avLst/>
              </a:prstGeom>
              <a:blipFill>
                <a:blip r:embed="rId31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FA8B3636-909C-4C90-1106-8033CB0BC8F0}"/>
                  </a:ext>
                </a:extLst>
              </p:cNvPr>
              <p:cNvSpPr txBox="1"/>
              <p:nvPr/>
            </p:nvSpPr>
            <p:spPr>
              <a:xfrm>
                <a:off x="540000" y="216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FA8B3636-909C-4C90-1106-8033CB0BC8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2160000"/>
                <a:ext cx="400686" cy="369332"/>
              </a:xfrm>
              <a:prstGeom prst="rect">
                <a:avLst/>
              </a:prstGeom>
              <a:blipFill>
                <a:blip r:embed="rId32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0FF38734-46C9-3B8D-3507-446A00C75C57}"/>
                  </a:ext>
                </a:extLst>
              </p:cNvPr>
              <p:cNvSpPr txBox="1"/>
              <p:nvPr/>
            </p:nvSpPr>
            <p:spPr>
              <a:xfrm>
                <a:off x="540000" y="288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0FF38734-46C9-3B8D-3507-446A00C75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2880000"/>
                <a:ext cx="400686" cy="369332"/>
              </a:xfrm>
              <a:prstGeom prst="rect">
                <a:avLst/>
              </a:prstGeom>
              <a:blipFill>
                <a:blip r:embed="rId33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CD03BEDC-14C4-8562-2FB0-0FD57A7FD948}"/>
                  </a:ext>
                </a:extLst>
              </p:cNvPr>
              <p:cNvSpPr txBox="1"/>
              <p:nvPr/>
            </p:nvSpPr>
            <p:spPr>
              <a:xfrm>
                <a:off x="540000" y="360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CD03BEDC-14C4-8562-2FB0-0FD57A7FD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3600000"/>
                <a:ext cx="400686" cy="369332"/>
              </a:xfrm>
              <a:prstGeom prst="rect">
                <a:avLst/>
              </a:prstGeom>
              <a:blipFill>
                <a:blip r:embed="rId34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BC27D70C-2925-25CE-34AB-0A0152A751C2}"/>
                  </a:ext>
                </a:extLst>
              </p:cNvPr>
              <p:cNvSpPr txBox="1"/>
              <p:nvPr/>
            </p:nvSpPr>
            <p:spPr>
              <a:xfrm>
                <a:off x="540000" y="432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BC27D70C-2925-25CE-34AB-0A0152A751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4320000"/>
                <a:ext cx="400686" cy="369332"/>
              </a:xfrm>
              <a:prstGeom prst="rect">
                <a:avLst/>
              </a:prstGeom>
              <a:blipFill>
                <a:blip r:embed="rId35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06F32970-B947-B267-1C39-96026E4AE2FB}"/>
                  </a:ext>
                </a:extLst>
              </p:cNvPr>
              <p:cNvSpPr txBox="1"/>
              <p:nvPr/>
            </p:nvSpPr>
            <p:spPr>
              <a:xfrm>
                <a:off x="540000" y="504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06F32970-B947-B267-1C39-96026E4AE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5040000"/>
                <a:ext cx="400686" cy="369332"/>
              </a:xfrm>
              <a:prstGeom prst="rect">
                <a:avLst/>
              </a:prstGeom>
              <a:blipFill>
                <a:blip r:embed="rId36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A3442F87-7C25-552A-8462-9FA52CC54B99}"/>
                  </a:ext>
                </a:extLst>
              </p:cNvPr>
              <p:cNvSpPr txBox="1"/>
              <p:nvPr/>
            </p:nvSpPr>
            <p:spPr>
              <a:xfrm>
                <a:off x="540000" y="576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A3442F87-7C25-552A-8462-9FA52CC54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00" y="5760000"/>
                <a:ext cx="400686" cy="369332"/>
              </a:xfrm>
              <a:prstGeom prst="rect">
                <a:avLst/>
              </a:prstGeom>
              <a:blipFill>
                <a:blip r:embed="rId37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8878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5097D-7345-2405-F3F3-809E3C0D3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hteck 116">
            <a:extLst>
              <a:ext uri="{FF2B5EF4-FFF2-40B4-BE49-F238E27FC236}">
                <a16:creationId xmlns:a16="http://schemas.microsoft.com/office/drawing/2014/main" id="{328C9B28-E257-A7D1-35C6-5E823688268A}"/>
              </a:ext>
            </a:extLst>
          </p:cNvPr>
          <p:cNvSpPr/>
          <p:nvPr/>
        </p:nvSpPr>
        <p:spPr>
          <a:xfrm>
            <a:off x="11124635" y="526639"/>
            <a:ext cx="734398" cy="578440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11A7F610-1CFD-C6D1-EDA6-D61714EB9CA8}"/>
              </a:ext>
            </a:extLst>
          </p:cNvPr>
          <p:cNvSpPr/>
          <p:nvPr/>
        </p:nvSpPr>
        <p:spPr>
          <a:xfrm>
            <a:off x="9692588" y="526639"/>
            <a:ext cx="734398" cy="578440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034D0283-B893-7E38-FFBE-E0ED192FE816}"/>
              </a:ext>
            </a:extLst>
          </p:cNvPr>
          <p:cNvSpPr/>
          <p:nvPr/>
        </p:nvSpPr>
        <p:spPr>
          <a:xfrm>
            <a:off x="8241074" y="526639"/>
            <a:ext cx="734398" cy="57844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8E6E72BB-AC04-C4B8-8102-6F6FC3674298}"/>
              </a:ext>
            </a:extLst>
          </p:cNvPr>
          <p:cNvSpPr/>
          <p:nvPr/>
        </p:nvSpPr>
        <p:spPr>
          <a:xfrm>
            <a:off x="6788707" y="525600"/>
            <a:ext cx="734398" cy="57844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43715C2A-A36D-A7E5-55D3-076E5AA44024}"/>
              </a:ext>
            </a:extLst>
          </p:cNvPr>
          <p:cNvSpPr/>
          <p:nvPr/>
        </p:nvSpPr>
        <p:spPr>
          <a:xfrm>
            <a:off x="5363435" y="525600"/>
            <a:ext cx="734398" cy="57844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8E4CC4A8-817A-0DC4-EE2A-D97BB19EB7DE}"/>
              </a:ext>
            </a:extLst>
          </p:cNvPr>
          <p:cNvSpPr/>
          <p:nvPr/>
        </p:nvSpPr>
        <p:spPr>
          <a:xfrm>
            <a:off x="3911915" y="525600"/>
            <a:ext cx="734398" cy="578440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1EBE89B2-9E7F-E043-474D-2F43AF557DCB}"/>
              </a:ext>
            </a:extLst>
          </p:cNvPr>
          <p:cNvSpPr/>
          <p:nvPr/>
        </p:nvSpPr>
        <p:spPr>
          <a:xfrm>
            <a:off x="2480718" y="526639"/>
            <a:ext cx="734398" cy="57844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6A14BB53-6321-BC43-1D93-E86133E638C0}"/>
              </a:ext>
            </a:extLst>
          </p:cNvPr>
          <p:cNvSpPr/>
          <p:nvPr/>
        </p:nvSpPr>
        <p:spPr>
          <a:xfrm>
            <a:off x="1065600" y="525758"/>
            <a:ext cx="734398" cy="578440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714DB14-E4DF-4C21-592B-C443FE949ECC}"/>
                  </a:ext>
                </a:extLst>
              </p:cNvPr>
              <p:cNvSpPr txBox="1"/>
              <p:nvPr/>
            </p:nvSpPr>
            <p:spPr>
              <a:xfrm>
                <a:off x="1258065" y="720088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714DB14-E4DF-4C21-592B-C443FE949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720088"/>
                <a:ext cx="436786" cy="369332"/>
              </a:xfrm>
              <a:prstGeom prst="rect">
                <a:avLst/>
              </a:prstGeom>
              <a:blipFill>
                <a:blip r:embed="rId3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4B31E2E3-632C-CFBF-EF2F-2657C999AE3A}"/>
                  </a:ext>
                </a:extLst>
              </p:cNvPr>
              <p:cNvSpPr txBox="1"/>
              <p:nvPr/>
            </p:nvSpPr>
            <p:spPr>
              <a:xfrm>
                <a:off x="1258065" y="216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4B31E2E3-632C-CFBF-EF2F-2657C999A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2160000"/>
                <a:ext cx="436786" cy="369332"/>
              </a:xfrm>
              <a:prstGeom prst="rect">
                <a:avLst/>
              </a:prstGeom>
              <a:blipFill>
                <a:blip r:embed="rId4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06E0CF79-77B2-F7D3-4970-976BECB2DAEB}"/>
                  </a:ext>
                </a:extLst>
              </p:cNvPr>
              <p:cNvSpPr txBox="1"/>
              <p:nvPr/>
            </p:nvSpPr>
            <p:spPr>
              <a:xfrm>
                <a:off x="1258065" y="288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06E0CF79-77B2-F7D3-4970-976BECB2D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2880000"/>
                <a:ext cx="436786" cy="369332"/>
              </a:xfrm>
              <a:prstGeom prst="rect">
                <a:avLst/>
              </a:prstGeom>
              <a:blipFill>
                <a:blip r:embed="rId5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612057B5-CB34-6A5C-658E-1D19980C3945}"/>
                  </a:ext>
                </a:extLst>
              </p:cNvPr>
              <p:cNvSpPr txBox="1"/>
              <p:nvPr/>
            </p:nvSpPr>
            <p:spPr>
              <a:xfrm>
                <a:off x="1260000" y="360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612057B5-CB34-6A5C-658E-1D19980C3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3600000"/>
                <a:ext cx="436786" cy="369332"/>
              </a:xfrm>
              <a:prstGeom prst="rect">
                <a:avLst/>
              </a:prstGeom>
              <a:blipFill>
                <a:blip r:embed="rId6"/>
                <a:stretch>
                  <a:fillRect l="-16901" r="-8451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721D6378-F992-D101-C6ED-4D6A3E16473D}"/>
                  </a:ext>
                </a:extLst>
              </p:cNvPr>
              <p:cNvSpPr txBox="1"/>
              <p:nvPr/>
            </p:nvSpPr>
            <p:spPr>
              <a:xfrm>
                <a:off x="1260000" y="576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721D6378-F992-D101-C6ED-4D6A3E1647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5760000"/>
                <a:ext cx="436786" cy="369332"/>
              </a:xfrm>
              <a:prstGeom prst="rect">
                <a:avLst/>
              </a:prstGeom>
              <a:blipFill>
                <a:blip r:embed="rId7"/>
                <a:stretch>
                  <a:fillRect l="-16901" r="-8451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E1143CC7-8E8A-AE12-B2B9-976516C1DE05}"/>
                  </a:ext>
                </a:extLst>
              </p:cNvPr>
              <p:cNvSpPr txBox="1"/>
              <p:nvPr/>
            </p:nvSpPr>
            <p:spPr>
              <a:xfrm>
                <a:off x="2660720" y="144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E1143CC7-8E8A-AE12-B2B9-976516C1DE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1440000"/>
                <a:ext cx="433580" cy="369332"/>
              </a:xfrm>
              <a:prstGeom prst="rect">
                <a:avLst/>
              </a:prstGeom>
              <a:blipFill>
                <a:blip r:embed="rId8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0E30A1FE-A18F-E4D1-1117-36B7DC75B037}"/>
                  </a:ext>
                </a:extLst>
              </p:cNvPr>
              <p:cNvSpPr txBox="1"/>
              <p:nvPr/>
            </p:nvSpPr>
            <p:spPr>
              <a:xfrm>
                <a:off x="2660720" y="360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0E30A1FE-A18F-E4D1-1117-36B7DC75B0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3600000"/>
                <a:ext cx="433580" cy="369332"/>
              </a:xfrm>
              <a:prstGeom prst="rect">
                <a:avLst/>
              </a:prstGeom>
              <a:blipFill>
                <a:blip r:embed="rId9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80E47237-0849-54EF-00AB-762B1F2343C2}"/>
                  </a:ext>
                </a:extLst>
              </p:cNvPr>
              <p:cNvSpPr txBox="1"/>
              <p:nvPr/>
            </p:nvSpPr>
            <p:spPr>
              <a:xfrm>
                <a:off x="2660720" y="504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80E47237-0849-54EF-00AB-762B1F2343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5040000"/>
                <a:ext cx="433580" cy="369332"/>
              </a:xfrm>
              <a:prstGeom prst="rect">
                <a:avLst/>
              </a:prstGeom>
              <a:blipFill>
                <a:blip r:embed="rId10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1E5DE6C7-B8C7-7CFB-A339-61B399125DC5}"/>
                  </a:ext>
                </a:extLst>
              </p:cNvPr>
              <p:cNvSpPr txBox="1"/>
              <p:nvPr/>
            </p:nvSpPr>
            <p:spPr>
              <a:xfrm>
                <a:off x="4102080" y="718479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1E5DE6C7-B8C7-7CFB-A339-61B399125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718479"/>
                <a:ext cx="415948" cy="369332"/>
              </a:xfrm>
              <a:prstGeom prst="rect">
                <a:avLst/>
              </a:prstGeom>
              <a:blipFill>
                <a:blip r:embed="rId11"/>
                <a:stretch>
                  <a:fillRect l="-17647" r="-882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12A35354-72A2-0C1D-DECC-2EF406D7B468}"/>
                  </a:ext>
                </a:extLst>
              </p:cNvPr>
              <p:cNvSpPr txBox="1"/>
              <p:nvPr/>
            </p:nvSpPr>
            <p:spPr>
              <a:xfrm>
                <a:off x="4102080" y="14400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12A35354-72A2-0C1D-DECC-2EF406D7B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1440000"/>
                <a:ext cx="415948" cy="369332"/>
              </a:xfrm>
              <a:prstGeom prst="rect">
                <a:avLst/>
              </a:prstGeom>
              <a:blipFill>
                <a:blip r:embed="rId12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9C529187-5C6D-E445-73BA-3906B604A82B}"/>
                  </a:ext>
                </a:extLst>
              </p:cNvPr>
              <p:cNvSpPr txBox="1"/>
              <p:nvPr/>
            </p:nvSpPr>
            <p:spPr>
              <a:xfrm>
                <a:off x="4102080" y="57600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9C529187-5C6D-E445-73BA-3906B604A8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5760000"/>
                <a:ext cx="415948" cy="369332"/>
              </a:xfrm>
              <a:prstGeom prst="rect">
                <a:avLst/>
              </a:prstGeom>
              <a:blipFill>
                <a:blip r:embed="rId13"/>
                <a:stretch>
                  <a:fillRect l="-17647" r="-882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124361E4-C960-AEC4-425B-A26B1C04EC4A}"/>
                  </a:ext>
                </a:extLst>
              </p:cNvPr>
              <p:cNvSpPr txBox="1"/>
              <p:nvPr/>
            </p:nvSpPr>
            <p:spPr>
              <a:xfrm>
                <a:off x="5543440" y="288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124361E4-C960-AEC4-425B-A26B1C04E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2880000"/>
                <a:ext cx="446404" cy="369332"/>
              </a:xfrm>
              <a:prstGeom prst="rect">
                <a:avLst/>
              </a:prstGeom>
              <a:blipFill>
                <a:blip r:embed="rId14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A15C9C5D-B69F-4876-A345-1148853FA39B}"/>
                  </a:ext>
                </a:extLst>
              </p:cNvPr>
              <p:cNvSpPr txBox="1"/>
              <p:nvPr/>
            </p:nvSpPr>
            <p:spPr>
              <a:xfrm>
                <a:off x="5543440" y="504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A15C9C5D-B69F-4876-A345-1148853FA3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5040000"/>
                <a:ext cx="446404" cy="369332"/>
              </a:xfrm>
              <a:prstGeom prst="rect">
                <a:avLst/>
              </a:prstGeom>
              <a:blipFill>
                <a:blip r:embed="rId15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56D7078F-26B3-D936-448E-1BE98D2F9061}"/>
                  </a:ext>
                </a:extLst>
              </p:cNvPr>
              <p:cNvSpPr txBox="1"/>
              <p:nvPr/>
            </p:nvSpPr>
            <p:spPr>
              <a:xfrm>
                <a:off x="5543440" y="576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56D7078F-26B3-D936-448E-1BE98D2F9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5760000"/>
                <a:ext cx="446404" cy="369332"/>
              </a:xfrm>
              <a:prstGeom prst="rect">
                <a:avLst/>
              </a:prstGeom>
              <a:blipFill>
                <a:blip r:embed="rId16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D0045E27-D412-E7DD-2207-DBB08DB856B0}"/>
                  </a:ext>
                </a:extLst>
              </p:cNvPr>
              <p:cNvSpPr txBox="1"/>
              <p:nvPr/>
            </p:nvSpPr>
            <p:spPr>
              <a:xfrm>
                <a:off x="6974640" y="72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D0045E27-D412-E7DD-2207-DBB08DB85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720000"/>
                <a:ext cx="417550" cy="369332"/>
              </a:xfrm>
              <a:prstGeom prst="rect">
                <a:avLst/>
              </a:prstGeom>
              <a:blipFill>
                <a:blip r:embed="rId17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C1978360-5545-307C-BBFC-3AB149DE1A95}"/>
                  </a:ext>
                </a:extLst>
              </p:cNvPr>
              <p:cNvSpPr txBox="1"/>
              <p:nvPr/>
            </p:nvSpPr>
            <p:spPr>
              <a:xfrm>
                <a:off x="6974640" y="216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C1978360-5545-307C-BBFC-3AB149DE1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2160000"/>
                <a:ext cx="417550" cy="369332"/>
              </a:xfrm>
              <a:prstGeom prst="rect">
                <a:avLst/>
              </a:prstGeom>
              <a:blipFill>
                <a:blip r:embed="rId18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F4B27D7C-AC14-943F-4C94-C5E6CE85686E}"/>
                  </a:ext>
                </a:extLst>
              </p:cNvPr>
              <p:cNvSpPr txBox="1"/>
              <p:nvPr/>
            </p:nvSpPr>
            <p:spPr>
              <a:xfrm>
                <a:off x="6974640" y="432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F4B27D7C-AC14-943F-4C94-C5E6CE856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4320000"/>
                <a:ext cx="417550" cy="369332"/>
              </a:xfrm>
              <a:prstGeom prst="rect">
                <a:avLst/>
              </a:prstGeom>
              <a:blipFill>
                <a:blip r:embed="rId19"/>
                <a:stretch>
                  <a:fillRect l="-15942" r="-7246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EB46E017-9C87-BBFC-970A-0F7189370153}"/>
                  </a:ext>
                </a:extLst>
              </p:cNvPr>
              <p:cNvSpPr txBox="1"/>
              <p:nvPr/>
            </p:nvSpPr>
            <p:spPr>
              <a:xfrm>
                <a:off x="6974640" y="360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EB46E017-9C87-BBFC-970A-0F7189370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3600000"/>
                <a:ext cx="417550" cy="369332"/>
              </a:xfrm>
              <a:prstGeom prst="rect">
                <a:avLst/>
              </a:prstGeom>
              <a:blipFill>
                <a:blip r:embed="rId20"/>
                <a:stretch>
                  <a:fillRect l="-15942" r="-7246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DD891AB1-6B77-27B6-5B75-8A5092B81D0E}"/>
                  </a:ext>
                </a:extLst>
              </p:cNvPr>
              <p:cNvSpPr txBox="1"/>
              <p:nvPr/>
            </p:nvSpPr>
            <p:spPr>
              <a:xfrm>
                <a:off x="8426160" y="1441574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DD891AB1-6B77-27B6-5B75-8A5092B81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1441574"/>
                <a:ext cx="411138" cy="369332"/>
              </a:xfrm>
              <a:prstGeom prst="rect">
                <a:avLst/>
              </a:prstGeom>
              <a:blipFill>
                <a:blip r:embed="rId21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9B7A1746-711B-475A-3E62-231092750C9A}"/>
                  </a:ext>
                </a:extLst>
              </p:cNvPr>
              <p:cNvSpPr txBox="1"/>
              <p:nvPr/>
            </p:nvSpPr>
            <p:spPr>
              <a:xfrm>
                <a:off x="8426160" y="28800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9B7A1746-711B-475A-3E62-231092750C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2880000"/>
                <a:ext cx="411138" cy="369332"/>
              </a:xfrm>
              <a:prstGeom prst="rect">
                <a:avLst/>
              </a:prstGeom>
              <a:blipFill>
                <a:blip r:embed="rId22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DBA7E0C6-D105-5907-434A-A793DC16AFCA}"/>
                  </a:ext>
                </a:extLst>
              </p:cNvPr>
              <p:cNvSpPr txBox="1"/>
              <p:nvPr/>
            </p:nvSpPr>
            <p:spPr>
              <a:xfrm>
                <a:off x="8426160" y="43200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DBA7E0C6-D105-5907-434A-A793DC16A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4320000"/>
                <a:ext cx="411138" cy="369332"/>
              </a:xfrm>
              <a:prstGeom prst="rect">
                <a:avLst/>
              </a:prstGeom>
              <a:blipFill>
                <a:blip r:embed="rId23"/>
                <a:stretch>
                  <a:fillRect l="-16176" r="-7353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AE5347DC-94A3-8138-4933-69F97232A510}"/>
                  </a:ext>
                </a:extLst>
              </p:cNvPr>
              <p:cNvSpPr txBox="1"/>
              <p:nvPr/>
            </p:nvSpPr>
            <p:spPr>
              <a:xfrm>
                <a:off x="9887840" y="216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AE5347DC-94A3-8138-4933-69F97232A5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2160000"/>
                <a:ext cx="433580" cy="369332"/>
              </a:xfrm>
              <a:prstGeom prst="rect">
                <a:avLst/>
              </a:prstGeom>
              <a:blipFill>
                <a:blip r:embed="rId24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1E9FA8B9-24E4-FCD5-9C49-FB455862E71F}"/>
                  </a:ext>
                </a:extLst>
              </p:cNvPr>
              <p:cNvSpPr txBox="1"/>
              <p:nvPr/>
            </p:nvSpPr>
            <p:spPr>
              <a:xfrm>
                <a:off x="9887840" y="360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1E9FA8B9-24E4-FCD5-9C49-FB455862E7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3600000"/>
                <a:ext cx="433580" cy="369332"/>
              </a:xfrm>
              <a:prstGeom prst="rect">
                <a:avLst/>
              </a:prstGeom>
              <a:blipFill>
                <a:blip r:embed="rId25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480AC52-66C0-BBD2-1D33-B216CA5B2CAC}"/>
                  </a:ext>
                </a:extLst>
              </p:cNvPr>
              <p:cNvSpPr txBox="1"/>
              <p:nvPr/>
            </p:nvSpPr>
            <p:spPr>
              <a:xfrm>
                <a:off x="9887840" y="576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480AC52-66C0-BBD2-1D33-B216CA5B2C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5760000"/>
                <a:ext cx="433580" cy="369332"/>
              </a:xfrm>
              <a:prstGeom prst="rect">
                <a:avLst/>
              </a:prstGeom>
              <a:blipFill>
                <a:blip r:embed="rId26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F7EC82F0-2F61-2CC3-DBB5-BC671DDD99E0}"/>
                  </a:ext>
                </a:extLst>
              </p:cNvPr>
              <p:cNvSpPr txBox="1"/>
              <p:nvPr/>
            </p:nvSpPr>
            <p:spPr>
              <a:xfrm>
                <a:off x="9887840" y="504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F7EC82F0-2F61-2CC3-DBB5-BC671DDD99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5040000"/>
                <a:ext cx="433580" cy="369332"/>
              </a:xfrm>
              <a:prstGeom prst="rect">
                <a:avLst/>
              </a:prstGeom>
              <a:blipFill>
                <a:blip r:embed="rId27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A66E0BBC-C1F7-4AF5-BB5D-B5BED8180E8F}"/>
                  </a:ext>
                </a:extLst>
              </p:cNvPr>
              <p:cNvSpPr txBox="1"/>
              <p:nvPr/>
            </p:nvSpPr>
            <p:spPr>
              <a:xfrm>
                <a:off x="11329200" y="360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A66E0BBC-C1F7-4AF5-BB5D-B5BED8180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3600000"/>
                <a:ext cx="449610" cy="369332"/>
              </a:xfrm>
              <a:prstGeom prst="rect">
                <a:avLst/>
              </a:prstGeom>
              <a:blipFill>
                <a:blip r:embed="rId28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48DA3CFA-E745-04F2-D000-74ECDC46E5AA}"/>
                  </a:ext>
                </a:extLst>
              </p:cNvPr>
              <p:cNvSpPr txBox="1"/>
              <p:nvPr/>
            </p:nvSpPr>
            <p:spPr>
              <a:xfrm>
                <a:off x="11329200" y="432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48DA3CFA-E745-04F2-D000-74ECDC46E5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4320000"/>
                <a:ext cx="449610" cy="369332"/>
              </a:xfrm>
              <a:prstGeom prst="rect">
                <a:avLst/>
              </a:prstGeom>
              <a:blipFill>
                <a:blip r:embed="rId29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3550C197-BF60-A8AA-C986-ECF7E3455E6E}"/>
                  </a:ext>
                </a:extLst>
              </p:cNvPr>
              <p:cNvSpPr txBox="1"/>
              <p:nvPr/>
            </p:nvSpPr>
            <p:spPr>
              <a:xfrm>
                <a:off x="11329200" y="504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3550C197-BF60-A8AA-C986-ECF7E3455E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5040000"/>
                <a:ext cx="449610" cy="369332"/>
              </a:xfrm>
              <a:prstGeom prst="rect">
                <a:avLst/>
              </a:prstGeom>
              <a:blipFill>
                <a:blip r:embed="rId30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4DE8D4B5-941D-7BA2-12D3-ECF9226D68D0}"/>
                  </a:ext>
                </a:extLst>
              </p:cNvPr>
              <p:cNvSpPr txBox="1"/>
              <p:nvPr/>
            </p:nvSpPr>
            <p:spPr>
              <a:xfrm>
                <a:off x="265680" y="718479"/>
                <a:ext cx="4006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4DE8D4B5-941D-7BA2-12D3-ECF9226D6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718479"/>
                <a:ext cx="400687" cy="369332"/>
              </a:xfrm>
              <a:prstGeom prst="rect">
                <a:avLst/>
              </a:prstGeom>
              <a:blipFill>
                <a:blip r:embed="rId31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7407BA23-719C-4DBC-6069-B989B2A1EF7A}"/>
                  </a:ext>
                </a:extLst>
              </p:cNvPr>
              <p:cNvSpPr txBox="1"/>
              <p:nvPr/>
            </p:nvSpPr>
            <p:spPr>
              <a:xfrm>
                <a:off x="265680" y="144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7407BA23-719C-4DBC-6069-B989B2A1E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1440000"/>
                <a:ext cx="400686" cy="369332"/>
              </a:xfrm>
              <a:prstGeom prst="rect">
                <a:avLst/>
              </a:prstGeom>
              <a:blipFill>
                <a:blip r:embed="rId32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E8922224-3192-B322-AF05-7287ED66267D}"/>
                  </a:ext>
                </a:extLst>
              </p:cNvPr>
              <p:cNvSpPr txBox="1"/>
              <p:nvPr/>
            </p:nvSpPr>
            <p:spPr>
              <a:xfrm>
                <a:off x="265680" y="216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E8922224-3192-B322-AF05-7287ED662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2160000"/>
                <a:ext cx="400686" cy="369332"/>
              </a:xfrm>
              <a:prstGeom prst="rect">
                <a:avLst/>
              </a:prstGeom>
              <a:blipFill>
                <a:blip r:embed="rId33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9564C42C-4F76-F375-3BBC-7B84721E2CF6}"/>
                  </a:ext>
                </a:extLst>
              </p:cNvPr>
              <p:cNvSpPr txBox="1"/>
              <p:nvPr/>
            </p:nvSpPr>
            <p:spPr>
              <a:xfrm>
                <a:off x="265680" y="288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9564C42C-4F76-F375-3BBC-7B84721E2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2880000"/>
                <a:ext cx="400686" cy="369332"/>
              </a:xfrm>
              <a:prstGeom prst="rect">
                <a:avLst/>
              </a:prstGeom>
              <a:blipFill>
                <a:blip r:embed="rId34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9413CFFB-8AB0-C5AF-F02C-51E1272158B8}"/>
                  </a:ext>
                </a:extLst>
              </p:cNvPr>
              <p:cNvSpPr txBox="1"/>
              <p:nvPr/>
            </p:nvSpPr>
            <p:spPr>
              <a:xfrm>
                <a:off x="265680" y="360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9413CFFB-8AB0-C5AF-F02C-51E1272158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3600000"/>
                <a:ext cx="400686" cy="369332"/>
              </a:xfrm>
              <a:prstGeom prst="rect">
                <a:avLst/>
              </a:prstGeom>
              <a:blipFill>
                <a:blip r:embed="rId35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A6D0C5BA-B55B-F0D9-BD79-FDE5222C6E0E}"/>
                  </a:ext>
                </a:extLst>
              </p:cNvPr>
              <p:cNvSpPr txBox="1"/>
              <p:nvPr/>
            </p:nvSpPr>
            <p:spPr>
              <a:xfrm>
                <a:off x="265680" y="432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A6D0C5BA-B55B-F0D9-BD79-FDE5222C6E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4320000"/>
                <a:ext cx="400686" cy="369332"/>
              </a:xfrm>
              <a:prstGeom prst="rect">
                <a:avLst/>
              </a:prstGeom>
              <a:blipFill>
                <a:blip r:embed="rId36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2C040D9B-1103-DC3D-C7C8-A6D4965B8CDB}"/>
                  </a:ext>
                </a:extLst>
              </p:cNvPr>
              <p:cNvSpPr txBox="1"/>
              <p:nvPr/>
            </p:nvSpPr>
            <p:spPr>
              <a:xfrm>
                <a:off x="265680" y="504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2C040D9B-1103-DC3D-C7C8-A6D4965B8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5040000"/>
                <a:ext cx="400686" cy="369332"/>
              </a:xfrm>
              <a:prstGeom prst="rect">
                <a:avLst/>
              </a:prstGeom>
              <a:blipFill>
                <a:blip r:embed="rId37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016006FE-FC3D-EFCE-53E0-8B76653725B4}"/>
                  </a:ext>
                </a:extLst>
              </p:cNvPr>
              <p:cNvSpPr txBox="1"/>
              <p:nvPr/>
            </p:nvSpPr>
            <p:spPr>
              <a:xfrm>
                <a:off x="265680" y="576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016006FE-FC3D-EFCE-53E0-8B76653725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5760000"/>
                <a:ext cx="400686" cy="369332"/>
              </a:xfrm>
              <a:prstGeom prst="rect">
                <a:avLst/>
              </a:prstGeom>
              <a:blipFill>
                <a:blip r:embed="rId38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15B82100-5008-828D-0099-FDAC01B89FAF}"/>
                  </a:ext>
                </a:extLst>
              </p:cNvPr>
              <p:cNvSpPr txBox="1"/>
              <p:nvPr/>
            </p:nvSpPr>
            <p:spPr>
              <a:xfrm>
                <a:off x="641600" y="738799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15B82100-5008-828D-0099-FDAC01B89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738799"/>
                <a:ext cx="299761" cy="369332"/>
              </a:xfrm>
              <a:prstGeom prst="rect">
                <a:avLst/>
              </a:prstGeom>
              <a:blipFill>
                <a:blip r:embed="rId39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7345654-3CAB-7509-48B5-9BD7A0EE0316}"/>
                  </a:ext>
                </a:extLst>
              </p:cNvPr>
              <p:cNvSpPr txBox="1"/>
              <p:nvPr/>
            </p:nvSpPr>
            <p:spPr>
              <a:xfrm>
                <a:off x="641600" y="146032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17345654-3CAB-7509-48B5-9BD7A0EE0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1460320"/>
                <a:ext cx="299761" cy="369332"/>
              </a:xfrm>
              <a:prstGeom prst="rect">
                <a:avLst/>
              </a:prstGeom>
              <a:blipFill>
                <a:blip r:embed="rId40"/>
                <a:stretch>
                  <a:fillRect l="-22449" r="-24490" b="-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784BFB5-CBBC-7E4F-BCB7-D3C4B5D5CABE}"/>
                  </a:ext>
                </a:extLst>
              </p:cNvPr>
              <p:cNvSpPr txBox="1"/>
              <p:nvPr/>
            </p:nvSpPr>
            <p:spPr>
              <a:xfrm>
                <a:off x="641600" y="218032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9784BFB5-CBBC-7E4F-BCB7-D3C4B5D5C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2180320"/>
                <a:ext cx="299761" cy="369332"/>
              </a:xfrm>
              <a:prstGeom prst="rect">
                <a:avLst/>
              </a:prstGeom>
              <a:blipFill>
                <a:blip r:embed="rId41"/>
                <a:stretch>
                  <a:fillRect l="-22449" r="-24490" b="-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CDE99D6-2D29-87EA-C3EB-CC79A7D68179}"/>
                  </a:ext>
                </a:extLst>
              </p:cNvPr>
              <p:cNvSpPr txBox="1"/>
              <p:nvPr/>
            </p:nvSpPr>
            <p:spPr>
              <a:xfrm>
                <a:off x="641600" y="290032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9CDE99D6-2D29-87EA-C3EB-CC79A7D681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2900320"/>
                <a:ext cx="299761" cy="369332"/>
              </a:xfrm>
              <a:prstGeom prst="rect">
                <a:avLst/>
              </a:prstGeom>
              <a:blipFill>
                <a:blip r:embed="rId42"/>
                <a:stretch>
                  <a:fillRect l="-22449" r="-24490" b="-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A6FAEB1-EA4C-7F41-1C31-38CDC8FFFEDF}"/>
                  </a:ext>
                </a:extLst>
              </p:cNvPr>
              <p:cNvSpPr txBox="1"/>
              <p:nvPr/>
            </p:nvSpPr>
            <p:spPr>
              <a:xfrm>
                <a:off x="641600" y="362032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A6FAEB1-EA4C-7F41-1C31-38CDC8FFFE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3620320"/>
                <a:ext cx="299761" cy="369332"/>
              </a:xfrm>
              <a:prstGeom prst="rect">
                <a:avLst/>
              </a:prstGeom>
              <a:blipFill>
                <a:blip r:embed="rId43"/>
                <a:stretch>
                  <a:fillRect l="-22449" r="-24490" b="-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7C80840-E8C0-BC6D-6B78-7999EA9548B1}"/>
                  </a:ext>
                </a:extLst>
              </p:cNvPr>
              <p:cNvSpPr txBox="1"/>
              <p:nvPr/>
            </p:nvSpPr>
            <p:spPr>
              <a:xfrm>
                <a:off x="641600" y="434032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7C80840-E8C0-BC6D-6B78-7999EA9548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4340320"/>
                <a:ext cx="299761" cy="369332"/>
              </a:xfrm>
              <a:prstGeom prst="rect">
                <a:avLst/>
              </a:prstGeom>
              <a:blipFill>
                <a:blip r:embed="rId44"/>
                <a:stretch>
                  <a:fillRect l="-22449" r="-24490" b="-98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D8EE1FB-CD3D-4F12-595C-F7F7E7FF2E7F}"/>
                  </a:ext>
                </a:extLst>
              </p:cNvPr>
              <p:cNvSpPr txBox="1"/>
              <p:nvPr/>
            </p:nvSpPr>
            <p:spPr>
              <a:xfrm>
                <a:off x="641600" y="506032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ED8EE1FB-CD3D-4F12-595C-F7F7E7FF2E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5060320"/>
                <a:ext cx="299761" cy="369332"/>
              </a:xfrm>
              <a:prstGeom prst="rect">
                <a:avLst/>
              </a:prstGeom>
              <a:blipFill>
                <a:blip r:embed="rId45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8572EB-0967-6BDB-7CDD-F79C925D3D9F}"/>
                  </a:ext>
                </a:extLst>
              </p:cNvPr>
              <p:cNvSpPr txBox="1"/>
              <p:nvPr/>
            </p:nvSpPr>
            <p:spPr>
              <a:xfrm>
                <a:off x="641600" y="578032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1C8572EB-0967-6BDB-7CDD-F79C925D3D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5780320"/>
                <a:ext cx="299761" cy="369332"/>
              </a:xfrm>
              <a:prstGeom prst="rect">
                <a:avLst/>
              </a:prstGeom>
              <a:blipFill>
                <a:blip r:embed="rId46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9AF2A61-920E-EBC7-808A-8D150B885F05}"/>
                  </a:ext>
                </a:extLst>
              </p:cNvPr>
              <p:cNvSpPr txBox="1"/>
              <p:nvPr/>
            </p:nvSpPr>
            <p:spPr>
              <a:xfrm>
                <a:off x="1992880" y="3610160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B9AF2A61-920E-EBC7-808A-8D150B885F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80" y="3610160"/>
                <a:ext cx="298159" cy="369332"/>
              </a:xfrm>
              <a:prstGeom prst="rect">
                <a:avLst/>
              </a:prstGeom>
              <a:blipFill>
                <a:blip r:embed="rId47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F888613-412D-40E5-D612-99379491AD51}"/>
                  </a:ext>
                </a:extLst>
              </p:cNvPr>
              <p:cNvSpPr txBox="1"/>
              <p:nvPr/>
            </p:nvSpPr>
            <p:spPr>
              <a:xfrm>
                <a:off x="3405120" y="728639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5F888613-412D-40E5-D612-99379491A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728639"/>
                <a:ext cx="299761" cy="369332"/>
              </a:xfrm>
              <a:prstGeom prst="rect">
                <a:avLst/>
              </a:prstGeom>
              <a:blipFill>
                <a:blip r:embed="rId48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EF599FF-A1A9-7631-4A28-F1068FCED89F}"/>
                  </a:ext>
                </a:extLst>
              </p:cNvPr>
              <p:cNvSpPr txBox="1"/>
              <p:nvPr/>
            </p:nvSpPr>
            <p:spPr>
              <a:xfrm>
                <a:off x="3405120" y="145016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AEF599FF-A1A9-7631-4A28-F1068FCED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1450160"/>
                <a:ext cx="299761" cy="369332"/>
              </a:xfrm>
              <a:prstGeom prst="rect">
                <a:avLst/>
              </a:prstGeom>
              <a:blipFill>
                <a:blip r:embed="rId49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AE9D2CA6-628C-3B2B-3D13-4CEBAD9C9917}"/>
                  </a:ext>
                </a:extLst>
              </p:cNvPr>
              <p:cNvSpPr txBox="1"/>
              <p:nvPr/>
            </p:nvSpPr>
            <p:spPr>
              <a:xfrm>
                <a:off x="3405120" y="577016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AE9D2CA6-628C-3B2B-3D13-4CEBAD9C9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5770160"/>
                <a:ext cx="299761" cy="369332"/>
              </a:xfrm>
              <a:prstGeom prst="rect">
                <a:avLst/>
              </a:prstGeom>
              <a:blipFill>
                <a:blip r:embed="rId48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F655801A-FDE5-B20E-2C1A-64A1BC6A0CFE}"/>
                  </a:ext>
                </a:extLst>
              </p:cNvPr>
              <p:cNvSpPr txBox="1"/>
              <p:nvPr/>
            </p:nvSpPr>
            <p:spPr>
              <a:xfrm>
                <a:off x="4847840" y="288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F655801A-FDE5-B20E-2C1A-64A1BC6A0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2880000"/>
                <a:ext cx="299761" cy="369332"/>
              </a:xfrm>
              <a:prstGeom prst="rect">
                <a:avLst/>
              </a:prstGeom>
              <a:blipFill>
                <a:blip r:embed="rId50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893CF31-067B-A347-A761-33EE8863A3B6}"/>
                  </a:ext>
                </a:extLst>
              </p:cNvPr>
              <p:cNvSpPr txBox="1"/>
              <p:nvPr/>
            </p:nvSpPr>
            <p:spPr>
              <a:xfrm>
                <a:off x="4847840" y="504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A893CF31-067B-A347-A761-33EE8863A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5040000"/>
                <a:ext cx="299761" cy="369332"/>
              </a:xfrm>
              <a:prstGeom prst="rect">
                <a:avLst/>
              </a:prstGeom>
              <a:blipFill>
                <a:blip r:embed="rId51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35D58FA0-A96C-43E5-9D24-283B0B24B6A8}"/>
                  </a:ext>
                </a:extLst>
              </p:cNvPr>
              <p:cNvSpPr txBox="1"/>
              <p:nvPr/>
            </p:nvSpPr>
            <p:spPr>
              <a:xfrm>
                <a:off x="4847840" y="57600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35D58FA0-A96C-43E5-9D24-283B0B24B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5760000"/>
                <a:ext cx="299761" cy="369332"/>
              </a:xfrm>
              <a:prstGeom prst="rect">
                <a:avLst/>
              </a:prstGeom>
              <a:blipFill>
                <a:blip r:embed="rId52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29DDC135-9B13-CE8E-5300-7EED5002F93D}"/>
                  </a:ext>
                </a:extLst>
              </p:cNvPr>
              <p:cNvSpPr txBox="1"/>
              <p:nvPr/>
            </p:nvSpPr>
            <p:spPr>
              <a:xfrm>
                <a:off x="6280400" y="728639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29DDC135-9B13-CE8E-5300-7EED5002F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728639"/>
                <a:ext cx="299761" cy="369332"/>
              </a:xfrm>
              <a:prstGeom prst="rect">
                <a:avLst/>
              </a:prstGeom>
              <a:blipFill>
                <a:blip r:embed="rId53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BA3AFFB4-6676-1777-AE44-46CC7C34A831}"/>
                  </a:ext>
                </a:extLst>
              </p:cNvPr>
              <p:cNvSpPr txBox="1"/>
              <p:nvPr/>
            </p:nvSpPr>
            <p:spPr>
              <a:xfrm>
                <a:off x="6280400" y="217016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BA3AFFB4-6676-1777-AE44-46CC7C34A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2170160"/>
                <a:ext cx="299761" cy="369332"/>
              </a:xfrm>
              <a:prstGeom prst="rect">
                <a:avLst/>
              </a:prstGeom>
              <a:blipFill>
                <a:blip r:embed="rId54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76D350A7-3810-9164-30C3-000A4E25549D}"/>
                  </a:ext>
                </a:extLst>
              </p:cNvPr>
              <p:cNvSpPr txBox="1"/>
              <p:nvPr/>
            </p:nvSpPr>
            <p:spPr>
              <a:xfrm>
                <a:off x="6280400" y="361016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76D350A7-3810-9164-30C3-000A4E2554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3610160"/>
                <a:ext cx="299761" cy="369332"/>
              </a:xfrm>
              <a:prstGeom prst="rect">
                <a:avLst/>
              </a:prstGeom>
              <a:blipFill>
                <a:blip r:embed="rId55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267657AD-59DB-8F41-76E0-D35113E944FE}"/>
                  </a:ext>
                </a:extLst>
              </p:cNvPr>
              <p:cNvSpPr txBox="1"/>
              <p:nvPr/>
            </p:nvSpPr>
            <p:spPr>
              <a:xfrm>
                <a:off x="7712960" y="145016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267657AD-59DB-8F41-76E0-D35113E944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1450160"/>
                <a:ext cx="299761" cy="369332"/>
              </a:xfrm>
              <a:prstGeom prst="rect">
                <a:avLst/>
              </a:prstGeom>
              <a:blipFill>
                <a:blip r:embed="rId52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34ED3E23-D4AB-037B-213E-90B33B81666B}"/>
                  </a:ext>
                </a:extLst>
              </p:cNvPr>
              <p:cNvSpPr txBox="1"/>
              <p:nvPr/>
            </p:nvSpPr>
            <p:spPr>
              <a:xfrm>
                <a:off x="7712960" y="289016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34ED3E23-D4AB-037B-213E-90B33B816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2890160"/>
                <a:ext cx="299761" cy="369332"/>
              </a:xfrm>
              <a:prstGeom prst="rect">
                <a:avLst/>
              </a:prstGeom>
              <a:blipFill>
                <a:blip r:embed="rId54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34059844-4075-D6D6-B824-17F668D443E4}"/>
                  </a:ext>
                </a:extLst>
              </p:cNvPr>
              <p:cNvSpPr txBox="1"/>
              <p:nvPr/>
            </p:nvSpPr>
            <p:spPr>
              <a:xfrm>
                <a:off x="7712960" y="433016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34059844-4075-D6D6-B824-17F668D44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4330160"/>
                <a:ext cx="299761" cy="369332"/>
              </a:xfrm>
              <a:prstGeom prst="rect">
                <a:avLst/>
              </a:prstGeom>
              <a:blipFill>
                <a:blip r:embed="rId56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FF47545-4358-5ADC-385D-AB368A4F6E68}"/>
                  </a:ext>
                </a:extLst>
              </p:cNvPr>
              <p:cNvSpPr txBox="1"/>
              <p:nvPr/>
            </p:nvSpPr>
            <p:spPr>
              <a:xfrm>
                <a:off x="9216640" y="212952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FF47545-4358-5ADC-385D-AB368A4F6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2129520"/>
                <a:ext cx="299761" cy="369332"/>
              </a:xfrm>
              <a:prstGeom prst="rect">
                <a:avLst/>
              </a:prstGeom>
              <a:blipFill>
                <a:blip r:embed="rId57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3891047E-890B-A6AD-A22A-FC2B7636C39A}"/>
                  </a:ext>
                </a:extLst>
              </p:cNvPr>
              <p:cNvSpPr txBox="1"/>
              <p:nvPr/>
            </p:nvSpPr>
            <p:spPr>
              <a:xfrm>
                <a:off x="9216640" y="356952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3891047E-890B-A6AD-A22A-FC2B7636C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3569520"/>
                <a:ext cx="299761" cy="369332"/>
              </a:xfrm>
              <a:prstGeom prst="rect">
                <a:avLst/>
              </a:prstGeom>
              <a:blipFill>
                <a:blip r:embed="rId58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FC9D7860-FC0C-8CE7-220E-9CC93A4337CF}"/>
                  </a:ext>
                </a:extLst>
              </p:cNvPr>
              <p:cNvSpPr txBox="1"/>
              <p:nvPr/>
            </p:nvSpPr>
            <p:spPr>
              <a:xfrm>
                <a:off x="9216640" y="500952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FC9D7860-FC0C-8CE7-220E-9CC93A433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5009520"/>
                <a:ext cx="299761" cy="369332"/>
              </a:xfrm>
              <a:prstGeom prst="rect">
                <a:avLst/>
              </a:prstGeom>
              <a:blipFill>
                <a:blip r:embed="rId59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1FA60133-BBB5-8F1E-EB61-9F38C4BDF895}"/>
                  </a:ext>
                </a:extLst>
              </p:cNvPr>
              <p:cNvSpPr txBox="1"/>
              <p:nvPr/>
            </p:nvSpPr>
            <p:spPr>
              <a:xfrm>
                <a:off x="9216640" y="572952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1FA60133-BBB5-8F1E-EB61-9F38C4BDF8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5729520"/>
                <a:ext cx="299761" cy="369332"/>
              </a:xfrm>
              <a:prstGeom prst="rect">
                <a:avLst/>
              </a:prstGeom>
              <a:blipFill>
                <a:blip r:embed="rId60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F4DC3C94-2328-3DF2-8BAA-F2BD09AA4153}"/>
                  </a:ext>
                </a:extLst>
              </p:cNvPr>
              <p:cNvSpPr txBox="1"/>
              <p:nvPr/>
            </p:nvSpPr>
            <p:spPr>
              <a:xfrm>
                <a:off x="10608560" y="35492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F4DC3C94-2328-3DF2-8BAA-F2BD09AA41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3549200"/>
                <a:ext cx="299761" cy="369332"/>
              </a:xfrm>
              <a:prstGeom prst="rect">
                <a:avLst/>
              </a:prstGeom>
              <a:blipFill>
                <a:blip r:embed="rId55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F2293F43-86EA-8476-AF07-D0EDB19A997C}"/>
                  </a:ext>
                </a:extLst>
              </p:cNvPr>
              <p:cNvSpPr txBox="1"/>
              <p:nvPr/>
            </p:nvSpPr>
            <p:spPr>
              <a:xfrm>
                <a:off x="10608560" y="42692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F2293F43-86EA-8476-AF07-D0EDB19A99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4269200"/>
                <a:ext cx="299761" cy="369332"/>
              </a:xfrm>
              <a:prstGeom prst="rect">
                <a:avLst/>
              </a:prstGeom>
              <a:blipFill>
                <a:blip r:embed="rId56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0507B414-DBCD-2609-C35E-2AE2CC6F02DB}"/>
                  </a:ext>
                </a:extLst>
              </p:cNvPr>
              <p:cNvSpPr txBox="1"/>
              <p:nvPr/>
            </p:nvSpPr>
            <p:spPr>
              <a:xfrm>
                <a:off x="10608560" y="49892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0507B414-DBCD-2609-C35E-2AE2CC6F02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4989200"/>
                <a:ext cx="299761" cy="369332"/>
              </a:xfrm>
              <a:prstGeom prst="rect">
                <a:avLst/>
              </a:prstGeom>
              <a:blipFill>
                <a:blip r:embed="rId50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9AC91FA7-34B8-20B9-E327-C96E2CC73B90}"/>
                  </a:ext>
                </a:extLst>
              </p:cNvPr>
              <p:cNvSpPr txBox="1"/>
              <p:nvPr/>
            </p:nvSpPr>
            <p:spPr>
              <a:xfrm>
                <a:off x="265389" y="7226429"/>
                <a:ext cx="85052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  <m:r>
                        <a:rPr lang="de-DE" sz="2400" b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9AC91FA7-34B8-20B9-E327-C96E2CC73B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9" y="7226429"/>
                <a:ext cx="8505277" cy="369332"/>
              </a:xfrm>
              <a:prstGeom prst="rect">
                <a:avLst/>
              </a:prstGeom>
              <a:blipFill>
                <a:blip r:embed="rId61"/>
                <a:stretch>
                  <a:fillRect l="-215" r="-573" b="-344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1777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61C32-55B6-C7BE-EB41-57049F7DC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hteck 116">
            <a:extLst>
              <a:ext uri="{FF2B5EF4-FFF2-40B4-BE49-F238E27FC236}">
                <a16:creationId xmlns:a16="http://schemas.microsoft.com/office/drawing/2014/main" id="{212E7214-37DC-6720-5644-6DA4634085FF}"/>
              </a:ext>
            </a:extLst>
          </p:cNvPr>
          <p:cNvSpPr/>
          <p:nvPr/>
        </p:nvSpPr>
        <p:spPr>
          <a:xfrm>
            <a:off x="11124635" y="150719"/>
            <a:ext cx="734398" cy="5784401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1ADC8EB9-3FAA-ECD2-581A-F536BB7895F2}"/>
              </a:ext>
            </a:extLst>
          </p:cNvPr>
          <p:cNvSpPr/>
          <p:nvPr/>
        </p:nvSpPr>
        <p:spPr>
          <a:xfrm>
            <a:off x="9692588" y="150719"/>
            <a:ext cx="734398" cy="5784401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B7702F65-66C2-180D-E30B-3D55E076ABB0}"/>
              </a:ext>
            </a:extLst>
          </p:cNvPr>
          <p:cNvSpPr/>
          <p:nvPr/>
        </p:nvSpPr>
        <p:spPr>
          <a:xfrm>
            <a:off x="8241074" y="150719"/>
            <a:ext cx="734398" cy="578440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7093DDBC-73CA-0929-DF83-D5C3BC81B159}"/>
              </a:ext>
            </a:extLst>
          </p:cNvPr>
          <p:cNvSpPr/>
          <p:nvPr/>
        </p:nvSpPr>
        <p:spPr>
          <a:xfrm>
            <a:off x="6788707" y="149680"/>
            <a:ext cx="734398" cy="578440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32699EF7-04EE-BC57-1142-2A73DC1D6058}"/>
              </a:ext>
            </a:extLst>
          </p:cNvPr>
          <p:cNvSpPr/>
          <p:nvPr/>
        </p:nvSpPr>
        <p:spPr>
          <a:xfrm>
            <a:off x="5363435" y="149680"/>
            <a:ext cx="734398" cy="578440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9E8CA0B4-D3F6-0762-9482-E3144B2E9E7D}"/>
              </a:ext>
            </a:extLst>
          </p:cNvPr>
          <p:cNvSpPr/>
          <p:nvPr/>
        </p:nvSpPr>
        <p:spPr>
          <a:xfrm>
            <a:off x="3911915" y="149680"/>
            <a:ext cx="734398" cy="578440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6F3B3578-2C2E-8EF7-C9AA-8F33C8660BC1}"/>
              </a:ext>
            </a:extLst>
          </p:cNvPr>
          <p:cNvSpPr/>
          <p:nvPr/>
        </p:nvSpPr>
        <p:spPr>
          <a:xfrm>
            <a:off x="2480718" y="150719"/>
            <a:ext cx="734398" cy="578440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C8F5AB39-8879-C19C-82D1-6785669E82CD}"/>
              </a:ext>
            </a:extLst>
          </p:cNvPr>
          <p:cNvSpPr/>
          <p:nvPr/>
        </p:nvSpPr>
        <p:spPr>
          <a:xfrm>
            <a:off x="1065600" y="149838"/>
            <a:ext cx="734398" cy="578440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EBE6216-0680-B497-9AE2-ACA2F6735F89}"/>
                  </a:ext>
                </a:extLst>
              </p:cNvPr>
              <p:cNvSpPr txBox="1"/>
              <p:nvPr/>
            </p:nvSpPr>
            <p:spPr>
              <a:xfrm>
                <a:off x="1258065" y="344168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EEBE6216-0680-B497-9AE2-ACA2F6735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344168"/>
                <a:ext cx="436786" cy="369332"/>
              </a:xfrm>
              <a:prstGeom prst="rect">
                <a:avLst/>
              </a:prstGeom>
              <a:blipFill>
                <a:blip r:embed="rId3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F97AF936-C79F-437D-A4D3-9CF705DEF0F9}"/>
                  </a:ext>
                </a:extLst>
              </p:cNvPr>
              <p:cNvSpPr txBox="1"/>
              <p:nvPr/>
            </p:nvSpPr>
            <p:spPr>
              <a:xfrm>
                <a:off x="1258065" y="178408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F97AF936-C79F-437D-A4D3-9CF705DEF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1784080"/>
                <a:ext cx="436786" cy="369332"/>
              </a:xfrm>
              <a:prstGeom prst="rect">
                <a:avLst/>
              </a:prstGeom>
              <a:blipFill>
                <a:blip r:embed="rId4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877C1CA3-A903-09D1-691A-B6296CB756BF}"/>
                  </a:ext>
                </a:extLst>
              </p:cNvPr>
              <p:cNvSpPr txBox="1"/>
              <p:nvPr/>
            </p:nvSpPr>
            <p:spPr>
              <a:xfrm>
                <a:off x="1258065" y="250408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877C1CA3-A903-09D1-691A-B6296CB756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2504080"/>
                <a:ext cx="436786" cy="369332"/>
              </a:xfrm>
              <a:prstGeom prst="rect">
                <a:avLst/>
              </a:prstGeom>
              <a:blipFill>
                <a:blip r:embed="rId5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EECDB81C-618A-34CD-7B0B-4B76D167EE4E}"/>
                  </a:ext>
                </a:extLst>
              </p:cNvPr>
              <p:cNvSpPr txBox="1"/>
              <p:nvPr/>
            </p:nvSpPr>
            <p:spPr>
              <a:xfrm>
                <a:off x="1260000" y="322408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EECDB81C-618A-34CD-7B0B-4B76D167EE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3224080"/>
                <a:ext cx="436786" cy="369332"/>
              </a:xfrm>
              <a:prstGeom prst="rect">
                <a:avLst/>
              </a:prstGeom>
              <a:blipFill>
                <a:blip r:embed="rId6"/>
                <a:stretch>
                  <a:fillRect l="-16901" r="-8451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89650515-E075-2C8C-440B-2F7C8AAA7397}"/>
                  </a:ext>
                </a:extLst>
              </p:cNvPr>
              <p:cNvSpPr txBox="1"/>
              <p:nvPr/>
            </p:nvSpPr>
            <p:spPr>
              <a:xfrm>
                <a:off x="1260000" y="538408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89650515-E075-2C8C-440B-2F7C8AAA73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5384080"/>
                <a:ext cx="436786" cy="369332"/>
              </a:xfrm>
              <a:prstGeom prst="rect">
                <a:avLst/>
              </a:prstGeom>
              <a:blipFill>
                <a:blip r:embed="rId7"/>
                <a:stretch>
                  <a:fillRect l="-16901" r="-8451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D4DA26FF-B6F1-D149-4184-E14B1E47B7DD}"/>
                  </a:ext>
                </a:extLst>
              </p:cNvPr>
              <p:cNvSpPr txBox="1"/>
              <p:nvPr/>
            </p:nvSpPr>
            <p:spPr>
              <a:xfrm>
                <a:off x="2660720" y="106408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D4DA26FF-B6F1-D149-4184-E14B1E47B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1064080"/>
                <a:ext cx="433580" cy="369332"/>
              </a:xfrm>
              <a:prstGeom prst="rect">
                <a:avLst/>
              </a:prstGeom>
              <a:blipFill>
                <a:blip r:embed="rId8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5C2BA85D-7681-AA5E-B2FF-8B0A641EE06B}"/>
                  </a:ext>
                </a:extLst>
              </p:cNvPr>
              <p:cNvSpPr txBox="1"/>
              <p:nvPr/>
            </p:nvSpPr>
            <p:spPr>
              <a:xfrm>
                <a:off x="2660720" y="322408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5C2BA85D-7681-AA5E-B2FF-8B0A641EE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3224080"/>
                <a:ext cx="433580" cy="369332"/>
              </a:xfrm>
              <a:prstGeom prst="rect">
                <a:avLst/>
              </a:prstGeom>
              <a:blipFill>
                <a:blip r:embed="rId9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F96F7159-A4C1-9381-2701-A41E96A35FAD}"/>
                  </a:ext>
                </a:extLst>
              </p:cNvPr>
              <p:cNvSpPr txBox="1"/>
              <p:nvPr/>
            </p:nvSpPr>
            <p:spPr>
              <a:xfrm>
                <a:off x="2660720" y="466408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F96F7159-A4C1-9381-2701-A41E96A35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4664080"/>
                <a:ext cx="433580" cy="369332"/>
              </a:xfrm>
              <a:prstGeom prst="rect">
                <a:avLst/>
              </a:prstGeom>
              <a:blipFill>
                <a:blip r:embed="rId10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BCC80878-F90E-D4AA-D7EF-863B0DF75101}"/>
                  </a:ext>
                </a:extLst>
              </p:cNvPr>
              <p:cNvSpPr txBox="1"/>
              <p:nvPr/>
            </p:nvSpPr>
            <p:spPr>
              <a:xfrm>
                <a:off x="4102080" y="342559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BCC80878-F90E-D4AA-D7EF-863B0DF75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342559"/>
                <a:ext cx="415948" cy="369332"/>
              </a:xfrm>
              <a:prstGeom prst="rect">
                <a:avLst/>
              </a:prstGeom>
              <a:blipFill>
                <a:blip r:embed="rId11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396B8697-E2ED-FC66-FE1D-961D7E5B8D71}"/>
                  </a:ext>
                </a:extLst>
              </p:cNvPr>
              <p:cNvSpPr txBox="1"/>
              <p:nvPr/>
            </p:nvSpPr>
            <p:spPr>
              <a:xfrm>
                <a:off x="4102080" y="106408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396B8697-E2ED-FC66-FE1D-961D7E5B8D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1064080"/>
                <a:ext cx="415948" cy="369332"/>
              </a:xfrm>
              <a:prstGeom prst="rect">
                <a:avLst/>
              </a:prstGeom>
              <a:blipFill>
                <a:blip r:embed="rId12"/>
                <a:stretch>
                  <a:fillRect l="-17647" r="-882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4E04B7C1-1ACC-2B57-1445-488261144BB2}"/>
                  </a:ext>
                </a:extLst>
              </p:cNvPr>
              <p:cNvSpPr txBox="1"/>
              <p:nvPr/>
            </p:nvSpPr>
            <p:spPr>
              <a:xfrm>
                <a:off x="4102080" y="538408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4E04B7C1-1ACC-2B57-1445-488261144B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5384080"/>
                <a:ext cx="415948" cy="369332"/>
              </a:xfrm>
              <a:prstGeom prst="rect">
                <a:avLst/>
              </a:prstGeom>
              <a:blipFill>
                <a:blip r:embed="rId13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5D97F8DC-A19E-BA5F-2F83-F1857983ADC1}"/>
                  </a:ext>
                </a:extLst>
              </p:cNvPr>
              <p:cNvSpPr txBox="1"/>
              <p:nvPr/>
            </p:nvSpPr>
            <p:spPr>
              <a:xfrm>
                <a:off x="5543440" y="250408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5D97F8DC-A19E-BA5F-2F83-F1857983AD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2504080"/>
                <a:ext cx="446404" cy="369332"/>
              </a:xfrm>
              <a:prstGeom prst="rect">
                <a:avLst/>
              </a:prstGeom>
              <a:blipFill>
                <a:blip r:embed="rId14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D981620C-5F25-CDEE-0160-D4EA457D9075}"/>
                  </a:ext>
                </a:extLst>
              </p:cNvPr>
              <p:cNvSpPr txBox="1"/>
              <p:nvPr/>
            </p:nvSpPr>
            <p:spPr>
              <a:xfrm>
                <a:off x="5543440" y="466408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D981620C-5F25-CDEE-0160-D4EA457D90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4664080"/>
                <a:ext cx="446404" cy="369332"/>
              </a:xfrm>
              <a:prstGeom prst="rect">
                <a:avLst/>
              </a:prstGeom>
              <a:blipFill>
                <a:blip r:embed="rId15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C8FF0DA3-B14F-CE42-015E-995592DF393C}"/>
                  </a:ext>
                </a:extLst>
              </p:cNvPr>
              <p:cNvSpPr txBox="1"/>
              <p:nvPr/>
            </p:nvSpPr>
            <p:spPr>
              <a:xfrm>
                <a:off x="5543440" y="538408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C8FF0DA3-B14F-CE42-015E-995592DF39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5384080"/>
                <a:ext cx="446404" cy="369332"/>
              </a:xfrm>
              <a:prstGeom prst="rect">
                <a:avLst/>
              </a:prstGeom>
              <a:blipFill>
                <a:blip r:embed="rId16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2CAF19B5-93D6-A55C-1493-34ABF8127730}"/>
                  </a:ext>
                </a:extLst>
              </p:cNvPr>
              <p:cNvSpPr txBox="1"/>
              <p:nvPr/>
            </p:nvSpPr>
            <p:spPr>
              <a:xfrm>
                <a:off x="6974640" y="34408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2CAF19B5-93D6-A55C-1493-34ABF8127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344080"/>
                <a:ext cx="417550" cy="369332"/>
              </a:xfrm>
              <a:prstGeom prst="rect">
                <a:avLst/>
              </a:prstGeom>
              <a:blipFill>
                <a:blip r:embed="rId17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467F6606-768B-3107-ECCE-3EDFAC890C43}"/>
                  </a:ext>
                </a:extLst>
              </p:cNvPr>
              <p:cNvSpPr txBox="1"/>
              <p:nvPr/>
            </p:nvSpPr>
            <p:spPr>
              <a:xfrm>
                <a:off x="6974640" y="178408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467F6606-768B-3107-ECCE-3EDFAC890C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1784080"/>
                <a:ext cx="417550" cy="369332"/>
              </a:xfrm>
              <a:prstGeom prst="rect">
                <a:avLst/>
              </a:prstGeom>
              <a:blipFill>
                <a:blip r:embed="rId18"/>
                <a:stretch>
                  <a:fillRect l="-15942" r="-7246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68823106-64A9-2067-98FB-881FA4FA2192}"/>
                  </a:ext>
                </a:extLst>
              </p:cNvPr>
              <p:cNvSpPr txBox="1"/>
              <p:nvPr/>
            </p:nvSpPr>
            <p:spPr>
              <a:xfrm>
                <a:off x="6974640" y="394408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68823106-64A9-2067-98FB-881FA4FA2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3944080"/>
                <a:ext cx="417550" cy="369332"/>
              </a:xfrm>
              <a:prstGeom prst="rect">
                <a:avLst/>
              </a:prstGeom>
              <a:blipFill>
                <a:blip r:embed="rId19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FE3E4EB6-4D26-F50B-FF5B-24F69A011047}"/>
                  </a:ext>
                </a:extLst>
              </p:cNvPr>
              <p:cNvSpPr txBox="1"/>
              <p:nvPr/>
            </p:nvSpPr>
            <p:spPr>
              <a:xfrm>
                <a:off x="6974640" y="322408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FE3E4EB6-4D26-F50B-FF5B-24F69A0110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3224080"/>
                <a:ext cx="417550" cy="369332"/>
              </a:xfrm>
              <a:prstGeom prst="rect">
                <a:avLst/>
              </a:prstGeom>
              <a:blipFill>
                <a:blip r:embed="rId20"/>
                <a:stretch>
                  <a:fillRect l="-15942" r="-7246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6E4EFCD7-3D5B-81C9-7B4F-8E80CE200124}"/>
                  </a:ext>
                </a:extLst>
              </p:cNvPr>
              <p:cNvSpPr txBox="1"/>
              <p:nvPr/>
            </p:nvSpPr>
            <p:spPr>
              <a:xfrm>
                <a:off x="8426160" y="1065654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6E4EFCD7-3D5B-81C9-7B4F-8E80CE200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1065654"/>
                <a:ext cx="411138" cy="369332"/>
              </a:xfrm>
              <a:prstGeom prst="rect">
                <a:avLst/>
              </a:prstGeom>
              <a:blipFill>
                <a:blip r:embed="rId21"/>
                <a:stretch>
                  <a:fillRect l="-16176" r="-7353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DFDE3086-F568-ED4B-F490-BBA41E271E85}"/>
                  </a:ext>
                </a:extLst>
              </p:cNvPr>
              <p:cNvSpPr txBox="1"/>
              <p:nvPr/>
            </p:nvSpPr>
            <p:spPr>
              <a:xfrm>
                <a:off x="8426160" y="250408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DFDE3086-F568-ED4B-F490-BBA41E271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2504080"/>
                <a:ext cx="411138" cy="369332"/>
              </a:xfrm>
              <a:prstGeom prst="rect">
                <a:avLst/>
              </a:prstGeom>
              <a:blipFill>
                <a:blip r:embed="rId22"/>
                <a:stretch>
                  <a:fillRect l="-16176" r="-7353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E868C6BE-859C-DA7C-4F3B-E5B01AD928C0}"/>
                  </a:ext>
                </a:extLst>
              </p:cNvPr>
              <p:cNvSpPr txBox="1"/>
              <p:nvPr/>
            </p:nvSpPr>
            <p:spPr>
              <a:xfrm>
                <a:off x="8426160" y="394408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E868C6BE-859C-DA7C-4F3B-E5B01AD928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3944080"/>
                <a:ext cx="411138" cy="369332"/>
              </a:xfrm>
              <a:prstGeom prst="rect">
                <a:avLst/>
              </a:prstGeom>
              <a:blipFill>
                <a:blip r:embed="rId23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DD6ACB1E-6BC2-9070-F4B3-6EE03788A18E}"/>
                  </a:ext>
                </a:extLst>
              </p:cNvPr>
              <p:cNvSpPr txBox="1"/>
              <p:nvPr/>
            </p:nvSpPr>
            <p:spPr>
              <a:xfrm>
                <a:off x="9887840" y="178408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DD6ACB1E-6BC2-9070-F4B3-6EE03788A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1784080"/>
                <a:ext cx="433580" cy="369332"/>
              </a:xfrm>
              <a:prstGeom prst="rect">
                <a:avLst/>
              </a:prstGeom>
              <a:blipFill>
                <a:blip r:embed="rId24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90246B3D-96B8-04FE-9CB7-EF6178ACFE5D}"/>
                  </a:ext>
                </a:extLst>
              </p:cNvPr>
              <p:cNvSpPr txBox="1"/>
              <p:nvPr/>
            </p:nvSpPr>
            <p:spPr>
              <a:xfrm>
                <a:off x="9887840" y="322408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90246B3D-96B8-04FE-9CB7-EF6178ACFE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3224080"/>
                <a:ext cx="433580" cy="369332"/>
              </a:xfrm>
              <a:prstGeom prst="rect">
                <a:avLst/>
              </a:prstGeom>
              <a:blipFill>
                <a:blip r:embed="rId25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02803C5E-A48C-7174-798E-EAA0FE66F9A8}"/>
                  </a:ext>
                </a:extLst>
              </p:cNvPr>
              <p:cNvSpPr txBox="1"/>
              <p:nvPr/>
            </p:nvSpPr>
            <p:spPr>
              <a:xfrm>
                <a:off x="9887840" y="538408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02803C5E-A48C-7174-798E-EAA0FE66F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5384080"/>
                <a:ext cx="433580" cy="369332"/>
              </a:xfrm>
              <a:prstGeom prst="rect">
                <a:avLst/>
              </a:prstGeom>
              <a:blipFill>
                <a:blip r:embed="rId26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78B52FC6-50B8-6A19-B12C-EC1FBD20120E}"/>
                  </a:ext>
                </a:extLst>
              </p:cNvPr>
              <p:cNvSpPr txBox="1"/>
              <p:nvPr/>
            </p:nvSpPr>
            <p:spPr>
              <a:xfrm>
                <a:off x="9887840" y="466408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78B52FC6-50B8-6A19-B12C-EC1FBD201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4664080"/>
                <a:ext cx="433580" cy="369332"/>
              </a:xfrm>
              <a:prstGeom prst="rect">
                <a:avLst/>
              </a:prstGeom>
              <a:blipFill>
                <a:blip r:embed="rId27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6076089B-B6DF-5F66-A9D7-F23B3285F55B}"/>
                  </a:ext>
                </a:extLst>
              </p:cNvPr>
              <p:cNvSpPr txBox="1"/>
              <p:nvPr/>
            </p:nvSpPr>
            <p:spPr>
              <a:xfrm>
                <a:off x="11329200" y="322408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6076089B-B6DF-5F66-A9D7-F23B3285F5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3224080"/>
                <a:ext cx="449610" cy="369332"/>
              </a:xfrm>
              <a:prstGeom prst="rect">
                <a:avLst/>
              </a:prstGeom>
              <a:blipFill>
                <a:blip r:embed="rId28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5490300E-129F-29CB-9849-81A206DD1E2A}"/>
                  </a:ext>
                </a:extLst>
              </p:cNvPr>
              <p:cNvSpPr txBox="1"/>
              <p:nvPr/>
            </p:nvSpPr>
            <p:spPr>
              <a:xfrm>
                <a:off x="11329200" y="394408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5490300E-129F-29CB-9849-81A206DD1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3944080"/>
                <a:ext cx="449610" cy="369332"/>
              </a:xfrm>
              <a:prstGeom prst="rect">
                <a:avLst/>
              </a:prstGeom>
              <a:blipFill>
                <a:blip r:embed="rId29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DE8DFDC7-205E-A6D8-5B9F-10A1E079D501}"/>
                  </a:ext>
                </a:extLst>
              </p:cNvPr>
              <p:cNvSpPr txBox="1"/>
              <p:nvPr/>
            </p:nvSpPr>
            <p:spPr>
              <a:xfrm>
                <a:off x="11329200" y="466408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DE8DFDC7-205E-A6D8-5B9F-10A1E079D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4664080"/>
                <a:ext cx="449610" cy="369332"/>
              </a:xfrm>
              <a:prstGeom prst="rect">
                <a:avLst/>
              </a:prstGeom>
              <a:blipFill>
                <a:blip r:embed="rId30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31B6139C-5E25-7A92-DD48-6A8CAB895DD3}"/>
                  </a:ext>
                </a:extLst>
              </p:cNvPr>
              <p:cNvSpPr txBox="1"/>
              <p:nvPr/>
            </p:nvSpPr>
            <p:spPr>
              <a:xfrm>
                <a:off x="265680" y="342559"/>
                <a:ext cx="4006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31B6139C-5E25-7A92-DD48-6A8CAB895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342559"/>
                <a:ext cx="400687" cy="369332"/>
              </a:xfrm>
              <a:prstGeom prst="rect">
                <a:avLst/>
              </a:prstGeom>
              <a:blipFill>
                <a:blip r:embed="rId31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ECE4AB42-E1B0-2FD1-113D-DBA110239205}"/>
                  </a:ext>
                </a:extLst>
              </p:cNvPr>
              <p:cNvSpPr txBox="1"/>
              <p:nvPr/>
            </p:nvSpPr>
            <p:spPr>
              <a:xfrm>
                <a:off x="265680" y="106408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ECE4AB42-E1B0-2FD1-113D-DBA110239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1064080"/>
                <a:ext cx="400686" cy="369332"/>
              </a:xfrm>
              <a:prstGeom prst="rect">
                <a:avLst/>
              </a:prstGeom>
              <a:blipFill>
                <a:blip r:embed="rId32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7FAC9560-2506-C266-252C-82B514539169}"/>
                  </a:ext>
                </a:extLst>
              </p:cNvPr>
              <p:cNvSpPr txBox="1"/>
              <p:nvPr/>
            </p:nvSpPr>
            <p:spPr>
              <a:xfrm>
                <a:off x="265680" y="178408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7FAC9560-2506-C266-252C-82B5145391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1784080"/>
                <a:ext cx="400686" cy="369332"/>
              </a:xfrm>
              <a:prstGeom prst="rect">
                <a:avLst/>
              </a:prstGeom>
              <a:blipFill>
                <a:blip r:embed="rId33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BFEC5300-F5AD-6C90-669A-825134A10932}"/>
                  </a:ext>
                </a:extLst>
              </p:cNvPr>
              <p:cNvSpPr txBox="1"/>
              <p:nvPr/>
            </p:nvSpPr>
            <p:spPr>
              <a:xfrm>
                <a:off x="265680" y="250408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BFEC5300-F5AD-6C90-669A-825134A10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2504080"/>
                <a:ext cx="400686" cy="369332"/>
              </a:xfrm>
              <a:prstGeom prst="rect">
                <a:avLst/>
              </a:prstGeom>
              <a:blipFill>
                <a:blip r:embed="rId34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77154928-8B44-67A7-6394-DC78849B6BCE}"/>
                  </a:ext>
                </a:extLst>
              </p:cNvPr>
              <p:cNvSpPr txBox="1"/>
              <p:nvPr/>
            </p:nvSpPr>
            <p:spPr>
              <a:xfrm>
                <a:off x="265680" y="322408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77154928-8B44-67A7-6394-DC78849B6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3224080"/>
                <a:ext cx="400686" cy="369332"/>
              </a:xfrm>
              <a:prstGeom prst="rect">
                <a:avLst/>
              </a:prstGeom>
              <a:blipFill>
                <a:blip r:embed="rId35"/>
                <a:stretch>
                  <a:fillRect l="-20000" r="-9231" b="-2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5E398E21-7FD3-715D-E460-DA20B724CEE2}"/>
                  </a:ext>
                </a:extLst>
              </p:cNvPr>
              <p:cNvSpPr txBox="1"/>
              <p:nvPr/>
            </p:nvSpPr>
            <p:spPr>
              <a:xfrm>
                <a:off x="265680" y="394408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5E398E21-7FD3-715D-E460-DA20B724C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3944080"/>
                <a:ext cx="400686" cy="369332"/>
              </a:xfrm>
              <a:prstGeom prst="rect">
                <a:avLst/>
              </a:prstGeom>
              <a:blipFill>
                <a:blip r:embed="rId36"/>
                <a:stretch>
                  <a:fillRect l="-20000" r="-9231" b="-2459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C4DF45C1-5D25-1EB8-3F66-2C9DCE7DC384}"/>
                  </a:ext>
                </a:extLst>
              </p:cNvPr>
              <p:cNvSpPr txBox="1"/>
              <p:nvPr/>
            </p:nvSpPr>
            <p:spPr>
              <a:xfrm>
                <a:off x="265680" y="466408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C4DF45C1-5D25-1EB8-3F66-2C9DCE7DC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4664080"/>
                <a:ext cx="400686" cy="369332"/>
              </a:xfrm>
              <a:prstGeom prst="rect">
                <a:avLst/>
              </a:prstGeom>
              <a:blipFill>
                <a:blip r:embed="rId37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3295D64A-1995-F136-B0E5-C532C9CF4D0E}"/>
                  </a:ext>
                </a:extLst>
              </p:cNvPr>
              <p:cNvSpPr txBox="1"/>
              <p:nvPr/>
            </p:nvSpPr>
            <p:spPr>
              <a:xfrm>
                <a:off x="265680" y="538408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3295D64A-1995-F136-B0E5-C532C9CF4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5384080"/>
                <a:ext cx="400686" cy="369332"/>
              </a:xfrm>
              <a:prstGeom prst="rect">
                <a:avLst/>
              </a:prstGeom>
              <a:blipFill>
                <a:blip r:embed="rId38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140365C-2D73-62D9-A051-292894B83ABE}"/>
                  </a:ext>
                </a:extLst>
              </p:cNvPr>
              <p:cNvSpPr txBox="1"/>
              <p:nvPr/>
            </p:nvSpPr>
            <p:spPr>
              <a:xfrm>
                <a:off x="641600" y="362879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140365C-2D73-62D9-A051-292894B83A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362879"/>
                <a:ext cx="299761" cy="369332"/>
              </a:xfrm>
              <a:prstGeom prst="rect">
                <a:avLst/>
              </a:prstGeom>
              <a:blipFill>
                <a:blip r:embed="rId39"/>
                <a:stretch>
                  <a:fillRect l="-22449" r="-24490" b="-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3E2EC03-F170-4955-8BFE-FF354CCF69F8}"/>
                  </a:ext>
                </a:extLst>
              </p:cNvPr>
              <p:cNvSpPr txBox="1"/>
              <p:nvPr/>
            </p:nvSpPr>
            <p:spPr>
              <a:xfrm>
                <a:off x="641600" y="10844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53E2EC03-F170-4955-8BFE-FF354CCF6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1084400"/>
                <a:ext cx="299761" cy="369332"/>
              </a:xfrm>
              <a:prstGeom prst="rect">
                <a:avLst/>
              </a:prstGeom>
              <a:blipFill>
                <a:blip r:embed="rId40"/>
                <a:stretch>
                  <a:fillRect l="-22449" r="-24490" b="-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C47DB3A-3925-EFB0-B8AA-0408DA4256B2}"/>
                  </a:ext>
                </a:extLst>
              </p:cNvPr>
              <p:cNvSpPr txBox="1"/>
              <p:nvPr/>
            </p:nvSpPr>
            <p:spPr>
              <a:xfrm>
                <a:off x="641600" y="18044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7C47DB3A-3925-EFB0-B8AA-0408DA4256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1804400"/>
                <a:ext cx="299761" cy="369332"/>
              </a:xfrm>
              <a:prstGeom prst="rect">
                <a:avLst/>
              </a:prstGeom>
              <a:blipFill>
                <a:blip r:embed="rId41"/>
                <a:stretch>
                  <a:fillRect l="-22449" r="-24490" b="-983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9C19D3D-1B5A-0CB1-86C4-10BF19191108}"/>
                  </a:ext>
                </a:extLst>
              </p:cNvPr>
              <p:cNvSpPr txBox="1"/>
              <p:nvPr/>
            </p:nvSpPr>
            <p:spPr>
              <a:xfrm>
                <a:off x="641600" y="25244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9C19D3D-1B5A-0CB1-86C4-10BF191911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2524400"/>
                <a:ext cx="299761" cy="369332"/>
              </a:xfrm>
              <a:prstGeom prst="rect">
                <a:avLst/>
              </a:prstGeom>
              <a:blipFill>
                <a:blip r:embed="rId42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A9CE3C5-8240-C4E8-6D8D-EA0F8D51FFAF}"/>
                  </a:ext>
                </a:extLst>
              </p:cNvPr>
              <p:cNvSpPr txBox="1"/>
              <p:nvPr/>
            </p:nvSpPr>
            <p:spPr>
              <a:xfrm>
                <a:off x="641600" y="32444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4A9CE3C5-8240-C4E8-6D8D-EA0F8D51F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3244400"/>
                <a:ext cx="299761" cy="369332"/>
              </a:xfrm>
              <a:prstGeom prst="rect">
                <a:avLst/>
              </a:prstGeom>
              <a:blipFill>
                <a:blip r:embed="rId43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62CC326-7BD9-F0C3-8AF0-3B5A21F8A2F4}"/>
                  </a:ext>
                </a:extLst>
              </p:cNvPr>
              <p:cNvSpPr txBox="1"/>
              <p:nvPr/>
            </p:nvSpPr>
            <p:spPr>
              <a:xfrm>
                <a:off x="641600" y="39644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362CC326-7BD9-F0C3-8AF0-3B5A21F8A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3964400"/>
                <a:ext cx="299761" cy="369332"/>
              </a:xfrm>
              <a:prstGeom prst="rect">
                <a:avLst/>
              </a:prstGeom>
              <a:blipFill>
                <a:blip r:embed="rId44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089A56D-4C53-780D-CA2D-C7215856DB13}"/>
                  </a:ext>
                </a:extLst>
              </p:cNvPr>
              <p:cNvSpPr txBox="1"/>
              <p:nvPr/>
            </p:nvSpPr>
            <p:spPr>
              <a:xfrm>
                <a:off x="641600" y="46844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089A56D-4C53-780D-CA2D-C7215856D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4684400"/>
                <a:ext cx="299761" cy="369332"/>
              </a:xfrm>
              <a:prstGeom prst="rect">
                <a:avLst/>
              </a:prstGeom>
              <a:blipFill>
                <a:blip r:embed="rId45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29CA263-64BE-B830-70A1-A51A16D7927B}"/>
                  </a:ext>
                </a:extLst>
              </p:cNvPr>
              <p:cNvSpPr txBox="1"/>
              <p:nvPr/>
            </p:nvSpPr>
            <p:spPr>
              <a:xfrm>
                <a:off x="641600" y="54044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29CA263-64BE-B830-70A1-A51A16D792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5404400"/>
                <a:ext cx="299761" cy="369332"/>
              </a:xfrm>
              <a:prstGeom prst="rect">
                <a:avLst/>
              </a:prstGeom>
              <a:blipFill>
                <a:blip r:embed="rId46"/>
                <a:stretch>
                  <a:fillRect l="-22449" r="-24490" b="-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B640058-1442-3D99-7AA1-1CADCC4045F3}"/>
                  </a:ext>
                </a:extLst>
              </p:cNvPr>
              <p:cNvSpPr txBox="1"/>
              <p:nvPr/>
            </p:nvSpPr>
            <p:spPr>
              <a:xfrm>
                <a:off x="1992880" y="3234240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B640058-1442-3D99-7AA1-1CADCC404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80" y="3234240"/>
                <a:ext cx="298159" cy="369332"/>
              </a:xfrm>
              <a:prstGeom prst="rect">
                <a:avLst/>
              </a:prstGeom>
              <a:blipFill>
                <a:blip r:embed="rId47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32C074B2-8229-FDBC-B194-7CE2110F8255}"/>
                  </a:ext>
                </a:extLst>
              </p:cNvPr>
              <p:cNvSpPr txBox="1"/>
              <p:nvPr/>
            </p:nvSpPr>
            <p:spPr>
              <a:xfrm>
                <a:off x="3405120" y="352719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32C074B2-8229-FDBC-B194-7CE2110F8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352719"/>
                <a:ext cx="299761" cy="369332"/>
              </a:xfrm>
              <a:prstGeom prst="rect">
                <a:avLst/>
              </a:prstGeom>
              <a:blipFill>
                <a:blip r:embed="rId48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9A5964BE-2FC2-C5BA-1A44-063476374858}"/>
                  </a:ext>
                </a:extLst>
              </p:cNvPr>
              <p:cNvSpPr txBox="1"/>
              <p:nvPr/>
            </p:nvSpPr>
            <p:spPr>
              <a:xfrm>
                <a:off x="3405120" y="107424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9A5964BE-2FC2-C5BA-1A44-063476374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1074240"/>
                <a:ext cx="299761" cy="369332"/>
              </a:xfrm>
              <a:prstGeom prst="rect">
                <a:avLst/>
              </a:prstGeom>
              <a:blipFill>
                <a:blip r:embed="rId49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F10EEA3-4E27-4884-5AE3-FC242AAE1728}"/>
                  </a:ext>
                </a:extLst>
              </p:cNvPr>
              <p:cNvSpPr txBox="1"/>
              <p:nvPr/>
            </p:nvSpPr>
            <p:spPr>
              <a:xfrm>
                <a:off x="3405120" y="539424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1F10EEA3-4E27-4884-5AE3-FC242AAE1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5394240"/>
                <a:ext cx="299761" cy="369332"/>
              </a:xfrm>
              <a:prstGeom prst="rect">
                <a:avLst/>
              </a:prstGeom>
              <a:blipFill>
                <a:blip r:embed="rId48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399E79BC-80EE-AC2C-EE0A-EE947AF2FF7F}"/>
                  </a:ext>
                </a:extLst>
              </p:cNvPr>
              <p:cNvSpPr txBox="1"/>
              <p:nvPr/>
            </p:nvSpPr>
            <p:spPr>
              <a:xfrm>
                <a:off x="4847840" y="250408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399E79BC-80EE-AC2C-EE0A-EE947AF2F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2504080"/>
                <a:ext cx="299761" cy="369332"/>
              </a:xfrm>
              <a:prstGeom prst="rect">
                <a:avLst/>
              </a:prstGeom>
              <a:blipFill>
                <a:blip r:embed="rId50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B86BD9CC-6062-D1E2-8D9E-133199C44D18}"/>
                  </a:ext>
                </a:extLst>
              </p:cNvPr>
              <p:cNvSpPr txBox="1"/>
              <p:nvPr/>
            </p:nvSpPr>
            <p:spPr>
              <a:xfrm>
                <a:off x="4847840" y="466408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B86BD9CC-6062-D1E2-8D9E-133199C44D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4664080"/>
                <a:ext cx="299761" cy="369332"/>
              </a:xfrm>
              <a:prstGeom prst="rect">
                <a:avLst/>
              </a:prstGeom>
              <a:blipFill>
                <a:blip r:embed="rId51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0522F444-C28B-F15C-B48D-A7DB8E42FBE5}"/>
                  </a:ext>
                </a:extLst>
              </p:cNvPr>
              <p:cNvSpPr txBox="1"/>
              <p:nvPr/>
            </p:nvSpPr>
            <p:spPr>
              <a:xfrm>
                <a:off x="4847840" y="538408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0522F444-C28B-F15C-B48D-A7DB8E42F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5384080"/>
                <a:ext cx="299761" cy="369332"/>
              </a:xfrm>
              <a:prstGeom prst="rect">
                <a:avLst/>
              </a:prstGeom>
              <a:blipFill>
                <a:blip r:embed="rId52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70D9D198-331C-0E36-1FBB-BB7B25EFC42B}"/>
                  </a:ext>
                </a:extLst>
              </p:cNvPr>
              <p:cNvSpPr txBox="1"/>
              <p:nvPr/>
            </p:nvSpPr>
            <p:spPr>
              <a:xfrm>
                <a:off x="6280400" y="352719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70D9D198-331C-0E36-1FBB-BB7B25EFC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352719"/>
                <a:ext cx="299761" cy="369332"/>
              </a:xfrm>
              <a:prstGeom prst="rect">
                <a:avLst/>
              </a:prstGeom>
              <a:blipFill>
                <a:blip r:embed="rId53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3D11D2DF-5FAF-912C-4050-61E5AF988C4B}"/>
                  </a:ext>
                </a:extLst>
              </p:cNvPr>
              <p:cNvSpPr txBox="1"/>
              <p:nvPr/>
            </p:nvSpPr>
            <p:spPr>
              <a:xfrm>
                <a:off x="6280400" y="179424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3D11D2DF-5FAF-912C-4050-61E5AF988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1794240"/>
                <a:ext cx="299761" cy="369332"/>
              </a:xfrm>
              <a:prstGeom prst="rect">
                <a:avLst/>
              </a:prstGeom>
              <a:blipFill>
                <a:blip r:embed="rId54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8B6EBF26-7C4D-2F5C-176D-2F622839E651}"/>
                  </a:ext>
                </a:extLst>
              </p:cNvPr>
              <p:cNvSpPr txBox="1"/>
              <p:nvPr/>
            </p:nvSpPr>
            <p:spPr>
              <a:xfrm>
                <a:off x="6280400" y="323424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8B6EBF26-7C4D-2F5C-176D-2F622839E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3234240"/>
                <a:ext cx="299761" cy="369332"/>
              </a:xfrm>
              <a:prstGeom prst="rect">
                <a:avLst/>
              </a:prstGeom>
              <a:blipFill>
                <a:blip r:embed="rId55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4C1FEF57-527C-F039-EC22-CA4240EEBDE3}"/>
                  </a:ext>
                </a:extLst>
              </p:cNvPr>
              <p:cNvSpPr txBox="1"/>
              <p:nvPr/>
            </p:nvSpPr>
            <p:spPr>
              <a:xfrm>
                <a:off x="7712960" y="107424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4C1FEF57-527C-F039-EC22-CA4240EEBD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1074240"/>
                <a:ext cx="299761" cy="369332"/>
              </a:xfrm>
              <a:prstGeom prst="rect">
                <a:avLst/>
              </a:prstGeom>
              <a:blipFill>
                <a:blip r:embed="rId52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E0CEFB46-A2D5-F210-53F7-C530E328A481}"/>
                  </a:ext>
                </a:extLst>
              </p:cNvPr>
              <p:cNvSpPr txBox="1"/>
              <p:nvPr/>
            </p:nvSpPr>
            <p:spPr>
              <a:xfrm>
                <a:off x="7712960" y="251424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E0CEFB46-A2D5-F210-53F7-C530E328A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2514240"/>
                <a:ext cx="299761" cy="369332"/>
              </a:xfrm>
              <a:prstGeom prst="rect">
                <a:avLst/>
              </a:prstGeom>
              <a:blipFill>
                <a:blip r:embed="rId56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11F47444-6505-8743-11EB-A8BCCE1EDC2C}"/>
                  </a:ext>
                </a:extLst>
              </p:cNvPr>
              <p:cNvSpPr txBox="1"/>
              <p:nvPr/>
            </p:nvSpPr>
            <p:spPr>
              <a:xfrm>
                <a:off x="7712960" y="395424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11F47444-6505-8743-11EB-A8BCCE1EDC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3954240"/>
                <a:ext cx="299761" cy="369332"/>
              </a:xfrm>
              <a:prstGeom prst="rect">
                <a:avLst/>
              </a:prstGeom>
              <a:blipFill>
                <a:blip r:embed="rId57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40BCD26E-5EAB-FBCB-2E71-F7C815A1398B}"/>
                  </a:ext>
                </a:extLst>
              </p:cNvPr>
              <p:cNvSpPr txBox="1"/>
              <p:nvPr/>
            </p:nvSpPr>
            <p:spPr>
              <a:xfrm>
                <a:off x="9216640" y="1753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40BCD26E-5EAB-FBCB-2E71-F7C815A139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1753600"/>
                <a:ext cx="299761" cy="369332"/>
              </a:xfrm>
              <a:prstGeom prst="rect">
                <a:avLst/>
              </a:prstGeom>
              <a:blipFill>
                <a:blip r:embed="rId58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25A1AF2E-74CE-3911-BA30-7283A9C9034D}"/>
                  </a:ext>
                </a:extLst>
              </p:cNvPr>
              <p:cNvSpPr txBox="1"/>
              <p:nvPr/>
            </p:nvSpPr>
            <p:spPr>
              <a:xfrm>
                <a:off x="9216640" y="3193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25A1AF2E-74CE-3911-BA30-7283A9C903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3193600"/>
                <a:ext cx="299761" cy="369332"/>
              </a:xfrm>
              <a:prstGeom prst="rect">
                <a:avLst/>
              </a:prstGeom>
              <a:blipFill>
                <a:blip r:embed="rId59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DDEEB2BE-7BEF-AAD4-19AD-4040096B2A84}"/>
                  </a:ext>
                </a:extLst>
              </p:cNvPr>
              <p:cNvSpPr txBox="1"/>
              <p:nvPr/>
            </p:nvSpPr>
            <p:spPr>
              <a:xfrm>
                <a:off x="9216640" y="4633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DDEEB2BE-7BEF-AAD4-19AD-4040096B2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4633600"/>
                <a:ext cx="299761" cy="369332"/>
              </a:xfrm>
              <a:prstGeom prst="rect">
                <a:avLst/>
              </a:prstGeom>
              <a:blipFill>
                <a:blip r:embed="rId60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B9C42534-81E1-6D72-F53A-DEC6F5B26656}"/>
                  </a:ext>
                </a:extLst>
              </p:cNvPr>
              <p:cNvSpPr txBox="1"/>
              <p:nvPr/>
            </p:nvSpPr>
            <p:spPr>
              <a:xfrm>
                <a:off x="9216640" y="53536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B9C42534-81E1-6D72-F53A-DEC6F5B266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5353600"/>
                <a:ext cx="299761" cy="369332"/>
              </a:xfrm>
              <a:prstGeom prst="rect">
                <a:avLst/>
              </a:prstGeom>
              <a:blipFill>
                <a:blip r:embed="rId61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5439D3EF-A4AE-D3A0-DD96-87C97C2D7AB2}"/>
                  </a:ext>
                </a:extLst>
              </p:cNvPr>
              <p:cNvSpPr txBox="1"/>
              <p:nvPr/>
            </p:nvSpPr>
            <p:spPr>
              <a:xfrm>
                <a:off x="10608560" y="317328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5439D3EF-A4AE-D3A0-DD96-87C97C2D7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3173280"/>
                <a:ext cx="299761" cy="369332"/>
              </a:xfrm>
              <a:prstGeom prst="rect">
                <a:avLst/>
              </a:prstGeom>
              <a:blipFill>
                <a:blip r:embed="rId55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1F6E269D-8F5A-17FE-8954-C531008D6479}"/>
                  </a:ext>
                </a:extLst>
              </p:cNvPr>
              <p:cNvSpPr txBox="1"/>
              <p:nvPr/>
            </p:nvSpPr>
            <p:spPr>
              <a:xfrm>
                <a:off x="10608560" y="389328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1F6E269D-8F5A-17FE-8954-C531008D64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3893280"/>
                <a:ext cx="299761" cy="369332"/>
              </a:xfrm>
              <a:prstGeom prst="rect">
                <a:avLst/>
              </a:prstGeom>
              <a:blipFill>
                <a:blip r:embed="rId57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38CBD260-086C-E7C5-CAE4-AAFDD6E0E600}"/>
                  </a:ext>
                </a:extLst>
              </p:cNvPr>
              <p:cNvSpPr txBox="1"/>
              <p:nvPr/>
            </p:nvSpPr>
            <p:spPr>
              <a:xfrm>
                <a:off x="10608560" y="461328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38CBD260-086C-E7C5-CAE4-AAFDD6E0E6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4613280"/>
                <a:ext cx="299761" cy="369332"/>
              </a:xfrm>
              <a:prstGeom prst="rect">
                <a:avLst/>
              </a:prstGeom>
              <a:blipFill>
                <a:blip r:embed="rId50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B08CD95-C80F-7CAC-B9D4-91079991EE38}"/>
                  </a:ext>
                </a:extLst>
              </p:cNvPr>
              <p:cNvSpPr txBox="1"/>
              <p:nvPr/>
            </p:nvSpPr>
            <p:spPr>
              <a:xfrm>
                <a:off x="265389" y="6200269"/>
                <a:ext cx="85052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  <m:r>
                        <a:rPr lang="de-DE" sz="2400" b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5B08CD95-C80F-7CAC-B9D4-91079991E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9" y="6200269"/>
                <a:ext cx="8505277" cy="369332"/>
              </a:xfrm>
              <a:prstGeom prst="rect">
                <a:avLst/>
              </a:prstGeom>
              <a:blipFill>
                <a:blip r:embed="rId62"/>
                <a:stretch>
                  <a:fillRect l="-215" r="-573" b="-344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26614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BE348-139C-A694-6912-24291F456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hteck 116">
            <a:extLst>
              <a:ext uri="{FF2B5EF4-FFF2-40B4-BE49-F238E27FC236}">
                <a16:creationId xmlns:a16="http://schemas.microsoft.com/office/drawing/2014/main" id="{875A307E-A2CC-F2B2-7AAA-214EDB6D6578}"/>
              </a:ext>
            </a:extLst>
          </p:cNvPr>
          <p:cNvSpPr/>
          <p:nvPr/>
        </p:nvSpPr>
        <p:spPr>
          <a:xfrm>
            <a:off x="11124635" y="150719"/>
            <a:ext cx="734398" cy="324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2F4616A5-AA5B-DBEA-1607-230930EDB69C}"/>
              </a:ext>
            </a:extLst>
          </p:cNvPr>
          <p:cNvSpPr/>
          <p:nvPr/>
        </p:nvSpPr>
        <p:spPr>
          <a:xfrm>
            <a:off x="9692588" y="150719"/>
            <a:ext cx="734398" cy="3240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87109880-C652-397A-35FD-A74F5FA04E38}"/>
              </a:ext>
            </a:extLst>
          </p:cNvPr>
          <p:cNvSpPr/>
          <p:nvPr/>
        </p:nvSpPr>
        <p:spPr>
          <a:xfrm>
            <a:off x="8241074" y="150719"/>
            <a:ext cx="734398" cy="324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C4CBA44F-2634-0F94-E2E1-7CA4F0088601}"/>
              </a:ext>
            </a:extLst>
          </p:cNvPr>
          <p:cNvSpPr/>
          <p:nvPr/>
        </p:nvSpPr>
        <p:spPr>
          <a:xfrm>
            <a:off x="6788707" y="149680"/>
            <a:ext cx="734398" cy="32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73000C85-BC4B-31E6-F12A-E4776F485E60}"/>
              </a:ext>
            </a:extLst>
          </p:cNvPr>
          <p:cNvSpPr/>
          <p:nvPr/>
        </p:nvSpPr>
        <p:spPr>
          <a:xfrm>
            <a:off x="5363435" y="149680"/>
            <a:ext cx="734398" cy="32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2" name="Rechteck 111">
            <a:extLst>
              <a:ext uri="{FF2B5EF4-FFF2-40B4-BE49-F238E27FC236}">
                <a16:creationId xmlns:a16="http://schemas.microsoft.com/office/drawing/2014/main" id="{5BC1200C-7438-9F76-A9A9-C753DD65A9F7}"/>
              </a:ext>
            </a:extLst>
          </p:cNvPr>
          <p:cNvSpPr/>
          <p:nvPr/>
        </p:nvSpPr>
        <p:spPr>
          <a:xfrm>
            <a:off x="3911915" y="149680"/>
            <a:ext cx="734398" cy="32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1" name="Rechteck 110">
            <a:extLst>
              <a:ext uri="{FF2B5EF4-FFF2-40B4-BE49-F238E27FC236}">
                <a16:creationId xmlns:a16="http://schemas.microsoft.com/office/drawing/2014/main" id="{82EB8A30-69C8-2101-5DED-24173DBF9FAD}"/>
              </a:ext>
            </a:extLst>
          </p:cNvPr>
          <p:cNvSpPr/>
          <p:nvPr/>
        </p:nvSpPr>
        <p:spPr>
          <a:xfrm>
            <a:off x="2480718" y="150719"/>
            <a:ext cx="734398" cy="324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0" name="Rechteck 109">
            <a:extLst>
              <a:ext uri="{FF2B5EF4-FFF2-40B4-BE49-F238E27FC236}">
                <a16:creationId xmlns:a16="http://schemas.microsoft.com/office/drawing/2014/main" id="{A1BAD91A-59A6-113B-2D1E-50524768295A}"/>
              </a:ext>
            </a:extLst>
          </p:cNvPr>
          <p:cNvSpPr/>
          <p:nvPr/>
        </p:nvSpPr>
        <p:spPr>
          <a:xfrm>
            <a:off x="1065600" y="149839"/>
            <a:ext cx="734398" cy="324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7384982-1AA6-72B7-B563-96AD9E13CA89}"/>
                  </a:ext>
                </a:extLst>
              </p:cNvPr>
              <p:cNvSpPr txBox="1"/>
              <p:nvPr/>
            </p:nvSpPr>
            <p:spPr>
              <a:xfrm>
                <a:off x="1258065" y="36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17384982-1AA6-72B7-B563-96AD9E13CA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360000"/>
                <a:ext cx="436786" cy="369332"/>
              </a:xfrm>
              <a:prstGeom prst="rect">
                <a:avLst/>
              </a:prstGeom>
              <a:blipFill>
                <a:blip r:embed="rId3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8A0F596A-5FE6-5721-FE6E-B383C7FBDC0E}"/>
                  </a:ext>
                </a:extLst>
              </p:cNvPr>
              <p:cNvSpPr txBox="1"/>
              <p:nvPr/>
            </p:nvSpPr>
            <p:spPr>
              <a:xfrm>
                <a:off x="1258065" y="108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8A0F596A-5FE6-5721-FE6E-B383C7FBD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1080000"/>
                <a:ext cx="436786" cy="369332"/>
              </a:xfrm>
              <a:prstGeom prst="rect">
                <a:avLst/>
              </a:prstGeom>
              <a:blipFill>
                <a:blip r:embed="rId4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ECD69E5A-7705-D321-2E6B-DA7FC6685CCC}"/>
                  </a:ext>
                </a:extLst>
              </p:cNvPr>
              <p:cNvSpPr txBox="1"/>
              <p:nvPr/>
            </p:nvSpPr>
            <p:spPr>
              <a:xfrm>
                <a:off x="1258065" y="144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8" name="Textfeld 37">
                <a:extLst>
                  <a:ext uri="{FF2B5EF4-FFF2-40B4-BE49-F238E27FC236}">
                    <a16:creationId xmlns:a16="http://schemas.microsoft.com/office/drawing/2014/main" id="{ECD69E5A-7705-D321-2E6B-DA7FC6685C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1440000"/>
                <a:ext cx="436786" cy="369332"/>
              </a:xfrm>
              <a:prstGeom prst="rect">
                <a:avLst/>
              </a:prstGeom>
              <a:blipFill>
                <a:blip r:embed="rId5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C6ECDB6A-FC52-347D-7E2E-FF89B81F1E1F}"/>
                  </a:ext>
                </a:extLst>
              </p:cNvPr>
              <p:cNvSpPr txBox="1"/>
              <p:nvPr/>
            </p:nvSpPr>
            <p:spPr>
              <a:xfrm>
                <a:off x="1260000" y="180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9" name="Textfeld 38">
                <a:extLst>
                  <a:ext uri="{FF2B5EF4-FFF2-40B4-BE49-F238E27FC236}">
                    <a16:creationId xmlns:a16="http://schemas.microsoft.com/office/drawing/2014/main" id="{C6ECDB6A-FC52-347D-7E2E-FF89B81F1E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1800000"/>
                <a:ext cx="436786" cy="369332"/>
              </a:xfrm>
              <a:prstGeom prst="rect">
                <a:avLst/>
              </a:prstGeom>
              <a:blipFill>
                <a:blip r:embed="rId6"/>
                <a:stretch>
                  <a:fillRect l="-16901" r="-8451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7C60C808-5095-8250-17D7-1E4285843323}"/>
                  </a:ext>
                </a:extLst>
              </p:cNvPr>
              <p:cNvSpPr txBox="1"/>
              <p:nvPr/>
            </p:nvSpPr>
            <p:spPr>
              <a:xfrm>
                <a:off x="1260000" y="288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0" name="Textfeld 39">
                <a:extLst>
                  <a:ext uri="{FF2B5EF4-FFF2-40B4-BE49-F238E27FC236}">
                    <a16:creationId xmlns:a16="http://schemas.microsoft.com/office/drawing/2014/main" id="{7C60C808-5095-8250-17D7-1E4285843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2880000"/>
                <a:ext cx="436786" cy="369332"/>
              </a:xfrm>
              <a:prstGeom prst="rect">
                <a:avLst/>
              </a:prstGeom>
              <a:blipFill>
                <a:blip r:embed="rId7"/>
                <a:stretch>
                  <a:fillRect l="-16901" r="-8451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83248530-5757-7AE9-3536-CACB54D17426}"/>
                  </a:ext>
                </a:extLst>
              </p:cNvPr>
              <p:cNvSpPr txBox="1"/>
              <p:nvPr/>
            </p:nvSpPr>
            <p:spPr>
              <a:xfrm>
                <a:off x="2660720" y="72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83248530-5757-7AE9-3536-CACB54D174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720000"/>
                <a:ext cx="433580" cy="369332"/>
              </a:xfrm>
              <a:prstGeom prst="rect">
                <a:avLst/>
              </a:prstGeom>
              <a:blipFill>
                <a:blip r:embed="rId8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DCE94F51-7B77-9440-C21D-6DB879B474D5}"/>
                  </a:ext>
                </a:extLst>
              </p:cNvPr>
              <p:cNvSpPr txBox="1"/>
              <p:nvPr/>
            </p:nvSpPr>
            <p:spPr>
              <a:xfrm>
                <a:off x="2660720" y="180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2" name="Textfeld 41">
                <a:extLst>
                  <a:ext uri="{FF2B5EF4-FFF2-40B4-BE49-F238E27FC236}">
                    <a16:creationId xmlns:a16="http://schemas.microsoft.com/office/drawing/2014/main" id="{DCE94F51-7B77-9440-C21D-6DB879B474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1800000"/>
                <a:ext cx="433580" cy="369332"/>
              </a:xfrm>
              <a:prstGeom prst="rect">
                <a:avLst/>
              </a:prstGeom>
              <a:blipFill>
                <a:blip r:embed="rId9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E2121FEB-EDCF-EA6C-739F-8701CFC1CB9D}"/>
                  </a:ext>
                </a:extLst>
              </p:cNvPr>
              <p:cNvSpPr txBox="1"/>
              <p:nvPr/>
            </p:nvSpPr>
            <p:spPr>
              <a:xfrm>
                <a:off x="2660720" y="252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3" name="Textfeld 42">
                <a:extLst>
                  <a:ext uri="{FF2B5EF4-FFF2-40B4-BE49-F238E27FC236}">
                    <a16:creationId xmlns:a16="http://schemas.microsoft.com/office/drawing/2014/main" id="{E2121FEB-EDCF-EA6C-739F-8701CFC1C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2520000"/>
                <a:ext cx="433580" cy="369332"/>
              </a:xfrm>
              <a:prstGeom prst="rect">
                <a:avLst/>
              </a:prstGeom>
              <a:blipFill>
                <a:blip r:embed="rId10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9C0BD111-5E65-3F49-9CDB-571A46FF8338}"/>
                  </a:ext>
                </a:extLst>
              </p:cNvPr>
              <p:cNvSpPr txBox="1"/>
              <p:nvPr/>
            </p:nvSpPr>
            <p:spPr>
              <a:xfrm>
                <a:off x="4102080" y="3600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5" name="Textfeld 44">
                <a:extLst>
                  <a:ext uri="{FF2B5EF4-FFF2-40B4-BE49-F238E27FC236}">
                    <a16:creationId xmlns:a16="http://schemas.microsoft.com/office/drawing/2014/main" id="{9C0BD111-5E65-3F49-9CDB-571A46FF8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360000"/>
                <a:ext cx="415948" cy="369332"/>
              </a:xfrm>
              <a:prstGeom prst="rect">
                <a:avLst/>
              </a:prstGeom>
              <a:blipFill>
                <a:blip r:embed="rId11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BE3299F8-E5D9-9DB1-5C91-C56DB3A6467F}"/>
                  </a:ext>
                </a:extLst>
              </p:cNvPr>
              <p:cNvSpPr txBox="1"/>
              <p:nvPr/>
            </p:nvSpPr>
            <p:spPr>
              <a:xfrm>
                <a:off x="4102080" y="7200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8" name="Textfeld 57">
                <a:extLst>
                  <a:ext uri="{FF2B5EF4-FFF2-40B4-BE49-F238E27FC236}">
                    <a16:creationId xmlns:a16="http://schemas.microsoft.com/office/drawing/2014/main" id="{BE3299F8-E5D9-9DB1-5C91-C56DB3A64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720000"/>
                <a:ext cx="415948" cy="369332"/>
              </a:xfrm>
              <a:prstGeom prst="rect">
                <a:avLst/>
              </a:prstGeom>
              <a:blipFill>
                <a:blip r:embed="rId12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8F8C0F89-ED7E-434C-3774-22BB93345B16}"/>
                  </a:ext>
                </a:extLst>
              </p:cNvPr>
              <p:cNvSpPr txBox="1"/>
              <p:nvPr/>
            </p:nvSpPr>
            <p:spPr>
              <a:xfrm>
                <a:off x="4102080" y="28800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4" name="Textfeld 63">
                <a:extLst>
                  <a:ext uri="{FF2B5EF4-FFF2-40B4-BE49-F238E27FC236}">
                    <a16:creationId xmlns:a16="http://schemas.microsoft.com/office/drawing/2014/main" id="{8F8C0F89-ED7E-434C-3774-22BB93345B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2880000"/>
                <a:ext cx="415948" cy="369332"/>
              </a:xfrm>
              <a:prstGeom prst="rect">
                <a:avLst/>
              </a:prstGeom>
              <a:blipFill>
                <a:blip r:embed="rId13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2F2A132D-8740-35AC-8FC2-B4499247DE19}"/>
                  </a:ext>
                </a:extLst>
              </p:cNvPr>
              <p:cNvSpPr txBox="1"/>
              <p:nvPr/>
            </p:nvSpPr>
            <p:spPr>
              <a:xfrm>
                <a:off x="5543440" y="144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2F2A132D-8740-35AC-8FC2-B4499247DE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1440000"/>
                <a:ext cx="446404" cy="369332"/>
              </a:xfrm>
              <a:prstGeom prst="rect">
                <a:avLst/>
              </a:prstGeom>
              <a:blipFill>
                <a:blip r:embed="rId14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3EFF391F-48EF-2FA9-EAB6-D7FC7A312767}"/>
                  </a:ext>
                </a:extLst>
              </p:cNvPr>
              <p:cNvSpPr txBox="1"/>
              <p:nvPr/>
            </p:nvSpPr>
            <p:spPr>
              <a:xfrm>
                <a:off x="5543440" y="252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3EFF391F-48EF-2FA9-EAB6-D7FC7A3127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2520000"/>
                <a:ext cx="446404" cy="369332"/>
              </a:xfrm>
              <a:prstGeom prst="rect">
                <a:avLst/>
              </a:prstGeom>
              <a:blipFill>
                <a:blip r:embed="rId15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FA25B760-1012-B9F4-3D78-4BD964D60AA9}"/>
                  </a:ext>
                </a:extLst>
              </p:cNvPr>
              <p:cNvSpPr txBox="1"/>
              <p:nvPr/>
            </p:nvSpPr>
            <p:spPr>
              <a:xfrm>
                <a:off x="5543440" y="288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FA25B760-1012-B9F4-3D78-4BD964D60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2880000"/>
                <a:ext cx="446404" cy="369332"/>
              </a:xfrm>
              <a:prstGeom prst="rect">
                <a:avLst/>
              </a:prstGeom>
              <a:blipFill>
                <a:blip r:embed="rId16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01A59C5A-6CCE-7053-6C90-C58BF8CB0635}"/>
                  </a:ext>
                </a:extLst>
              </p:cNvPr>
              <p:cNvSpPr txBox="1"/>
              <p:nvPr/>
            </p:nvSpPr>
            <p:spPr>
              <a:xfrm>
                <a:off x="6974640" y="36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01A59C5A-6CCE-7053-6C90-C58BF8CB0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360000"/>
                <a:ext cx="417550" cy="369332"/>
              </a:xfrm>
              <a:prstGeom prst="rect">
                <a:avLst/>
              </a:prstGeom>
              <a:blipFill>
                <a:blip r:embed="rId17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D62A307F-5406-C443-887F-314E07344269}"/>
                  </a:ext>
                </a:extLst>
              </p:cNvPr>
              <p:cNvSpPr txBox="1"/>
              <p:nvPr/>
            </p:nvSpPr>
            <p:spPr>
              <a:xfrm>
                <a:off x="6974640" y="108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D62A307F-5406-C443-887F-314E07344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1080000"/>
                <a:ext cx="417550" cy="369332"/>
              </a:xfrm>
              <a:prstGeom prst="rect">
                <a:avLst/>
              </a:prstGeom>
              <a:blipFill>
                <a:blip r:embed="rId18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31B50A28-5FBA-FA8B-BF95-E5439C98F5EE}"/>
                  </a:ext>
                </a:extLst>
              </p:cNvPr>
              <p:cNvSpPr txBox="1"/>
              <p:nvPr/>
            </p:nvSpPr>
            <p:spPr>
              <a:xfrm>
                <a:off x="6974640" y="216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31B50A28-5FBA-FA8B-BF95-E5439C98F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2160000"/>
                <a:ext cx="417550" cy="369332"/>
              </a:xfrm>
              <a:prstGeom prst="rect">
                <a:avLst/>
              </a:prstGeom>
              <a:blipFill>
                <a:blip r:embed="rId19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839FB362-DFF8-41CF-3B27-42ABB9425DD9}"/>
                  </a:ext>
                </a:extLst>
              </p:cNvPr>
              <p:cNvSpPr txBox="1"/>
              <p:nvPr/>
            </p:nvSpPr>
            <p:spPr>
              <a:xfrm>
                <a:off x="6974640" y="180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839FB362-DFF8-41CF-3B27-42ABB9425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1800000"/>
                <a:ext cx="417550" cy="369332"/>
              </a:xfrm>
              <a:prstGeom prst="rect">
                <a:avLst/>
              </a:prstGeom>
              <a:blipFill>
                <a:blip r:embed="rId20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CDB857EA-5873-BFC9-4E64-E8833FE349F1}"/>
                  </a:ext>
                </a:extLst>
              </p:cNvPr>
              <p:cNvSpPr txBox="1"/>
              <p:nvPr/>
            </p:nvSpPr>
            <p:spPr>
              <a:xfrm>
                <a:off x="8426160" y="7200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CDB857EA-5873-BFC9-4E64-E8833FE349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720000"/>
                <a:ext cx="411138" cy="369332"/>
              </a:xfrm>
              <a:prstGeom prst="rect">
                <a:avLst/>
              </a:prstGeom>
              <a:blipFill>
                <a:blip r:embed="rId21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4CF5D589-3ADA-596F-A616-1D6A901F34FB}"/>
                  </a:ext>
                </a:extLst>
              </p:cNvPr>
              <p:cNvSpPr txBox="1"/>
              <p:nvPr/>
            </p:nvSpPr>
            <p:spPr>
              <a:xfrm>
                <a:off x="8426160" y="14400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4CF5D589-3ADA-596F-A616-1D6A901F3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1440000"/>
                <a:ext cx="411138" cy="369332"/>
              </a:xfrm>
              <a:prstGeom prst="rect">
                <a:avLst/>
              </a:prstGeom>
              <a:blipFill>
                <a:blip r:embed="rId22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7DAB261F-97B1-2FD3-1904-E08C50C0E1DC}"/>
                  </a:ext>
                </a:extLst>
              </p:cNvPr>
              <p:cNvSpPr txBox="1"/>
              <p:nvPr/>
            </p:nvSpPr>
            <p:spPr>
              <a:xfrm>
                <a:off x="8426160" y="21600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7DAB261F-97B1-2FD3-1904-E08C50C0E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2160000"/>
                <a:ext cx="411138" cy="369332"/>
              </a:xfrm>
              <a:prstGeom prst="rect">
                <a:avLst/>
              </a:prstGeom>
              <a:blipFill>
                <a:blip r:embed="rId23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2A896C15-D695-6908-884C-1150BF354089}"/>
                  </a:ext>
                </a:extLst>
              </p:cNvPr>
              <p:cNvSpPr txBox="1"/>
              <p:nvPr/>
            </p:nvSpPr>
            <p:spPr>
              <a:xfrm>
                <a:off x="9887840" y="108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2A896C15-D695-6908-884C-1150BF3540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1080000"/>
                <a:ext cx="433580" cy="369332"/>
              </a:xfrm>
              <a:prstGeom prst="rect">
                <a:avLst/>
              </a:prstGeom>
              <a:blipFill>
                <a:blip r:embed="rId24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7F71E2C1-9F45-FED9-1C60-B42C1C9BE7DD}"/>
                  </a:ext>
                </a:extLst>
              </p:cNvPr>
              <p:cNvSpPr txBox="1"/>
              <p:nvPr/>
            </p:nvSpPr>
            <p:spPr>
              <a:xfrm>
                <a:off x="9887840" y="180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7F71E2C1-9F45-FED9-1C60-B42C1C9BE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1800000"/>
                <a:ext cx="433580" cy="369332"/>
              </a:xfrm>
              <a:prstGeom prst="rect">
                <a:avLst/>
              </a:prstGeom>
              <a:blipFill>
                <a:blip r:embed="rId25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68231E4F-463C-D52F-01A1-C477BFC2DC85}"/>
                  </a:ext>
                </a:extLst>
              </p:cNvPr>
              <p:cNvSpPr txBox="1"/>
              <p:nvPr/>
            </p:nvSpPr>
            <p:spPr>
              <a:xfrm>
                <a:off x="9887840" y="288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68231E4F-463C-D52F-01A1-C477BFC2D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2880000"/>
                <a:ext cx="433580" cy="369332"/>
              </a:xfrm>
              <a:prstGeom prst="rect">
                <a:avLst/>
              </a:prstGeom>
              <a:blipFill>
                <a:blip r:embed="rId26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9F7AB148-F311-752F-7D30-A3B1225312B9}"/>
                  </a:ext>
                </a:extLst>
              </p:cNvPr>
              <p:cNvSpPr txBox="1"/>
              <p:nvPr/>
            </p:nvSpPr>
            <p:spPr>
              <a:xfrm>
                <a:off x="9887840" y="252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9F7AB148-F311-752F-7D30-A3B122531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2520000"/>
                <a:ext cx="433580" cy="369332"/>
              </a:xfrm>
              <a:prstGeom prst="rect">
                <a:avLst/>
              </a:prstGeom>
              <a:blipFill>
                <a:blip r:embed="rId27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31986B7D-6151-C49A-1795-258C86082F32}"/>
                  </a:ext>
                </a:extLst>
              </p:cNvPr>
              <p:cNvSpPr txBox="1"/>
              <p:nvPr/>
            </p:nvSpPr>
            <p:spPr>
              <a:xfrm>
                <a:off x="11329200" y="180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31986B7D-6151-C49A-1795-258C86082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1800000"/>
                <a:ext cx="449610" cy="369332"/>
              </a:xfrm>
              <a:prstGeom prst="rect">
                <a:avLst/>
              </a:prstGeom>
              <a:blipFill>
                <a:blip r:embed="rId28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B48A2381-CA30-1F67-E023-606CA8C8708A}"/>
                  </a:ext>
                </a:extLst>
              </p:cNvPr>
              <p:cNvSpPr txBox="1"/>
              <p:nvPr/>
            </p:nvSpPr>
            <p:spPr>
              <a:xfrm>
                <a:off x="11329200" y="216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B48A2381-CA30-1F67-E023-606CA8C870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2160000"/>
                <a:ext cx="449610" cy="369332"/>
              </a:xfrm>
              <a:prstGeom prst="rect">
                <a:avLst/>
              </a:prstGeom>
              <a:blipFill>
                <a:blip r:embed="rId29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EEA06BA1-615C-D3B1-9E6C-5DF5F9969997}"/>
                  </a:ext>
                </a:extLst>
              </p:cNvPr>
              <p:cNvSpPr txBox="1"/>
              <p:nvPr/>
            </p:nvSpPr>
            <p:spPr>
              <a:xfrm>
                <a:off x="11329200" y="252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EEA06BA1-615C-D3B1-9E6C-5DF5F99699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2520000"/>
                <a:ext cx="449610" cy="369332"/>
              </a:xfrm>
              <a:prstGeom prst="rect">
                <a:avLst/>
              </a:prstGeom>
              <a:blipFill>
                <a:blip r:embed="rId30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79E7539C-B312-4F44-0067-0DA463B30AC6}"/>
                  </a:ext>
                </a:extLst>
              </p:cNvPr>
              <p:cNvSpPr txBox="1"/>
              <p:nvPr/>
            </p:nvSpPr>
            <p:spPr>
              <a:xfrm>
                <a:off x="266400" y="360000"/>
                <a:ext cx="4006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79E7539C-B312-4F44-0067-0DA463B30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00" y="360000"/>
                <a:ext cx="400687" cy="369332"/>
              </a:xfrm>
              <a:prstGeom prst="rect">
                <a:avLst/>
              </a:prstGeom>
              <a:blipFill>
                <a:blip r:embed="rId31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237C5CC2-04A5-AC67-1957-40BB9FD8885F}"/>
                  </a:ext>
                </a:extLst>
              </p:cNvPr>
              <p:cNvSpPr txBox="1"/>
              <p:nvPr/>
            </p:nvSpPr>
            <p:spPr>
              <a:xfrm>
                <a:off x="265680" y="72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237C5CC2-04A5-AC67-1957-40BB9FD88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720000"/>
                <a:ext cx="400686" cy="369332"/>
              </a:xfrm>
              <a:prstGeom prst="rect">
                <a:avLst/>
              </a:prstGeom>
              <a:blipFill>
                <a:blip r:embed="rId32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5C64BA90-F4DD-454B-BE57-D7D7104EE2CD}"/>
                  </a:ext>
                </a:extLst>
              </p:cNvPr>
              <p:cNvSpPr txBox="1"/>
              <p:nvPr/>
            </p:nvSpPr>
            <p:spPr>
              <a:xfrm>
                <a:off x="265680" y="108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5C64BA90-F4DD-454B-BE57-D7D7104EE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1080000"/>
                <a:ext cx="400686" cy="369332"/>
              </a:xfrm>
              <a:prstGeom prst="rect">
                <a:avLst/>
              </a:prstGeom>
              <a:blipFill>
                <a:blip r:embed="rId33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35F66BC4-D915-58DB-7B6E-98447EB30DAC}"/>
                  </a:ext>
                </a:extLst>
              </p:cNvPr>
              <p:cNvSpPr txBox="1"/>
              <p:nvPr/>
            </p:nvSpPr>
            <p:spPr>
              <a:xfrm>
                <a:off x="265680" y="144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35F66BC4-D915-58DB-7B6E-98447EB30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1440000"/>
                <a:ext cx="400686" cy="369332"/>
              </a:xfrm>
              <a:prstGeom prst="rect">
                <a:avLst/>
              </a:prstGeom>
              <a:blipFill>
                <a:blip r:embed="rId34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16CDE2F4-4216-E7CF-A1B2-84C1DD2FF922}"/>
                  </a:ext>
                </a:extLst>
              </p:cNvPr>
              <p:cNvSpPr txBox="1"/>
              <p:nvPr/>
            </p:nvSpPr>
            <p:spPr>
              <a:xfrm>
                <a:off x="265680" y="180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16CDE2F4-4216-E7CF-A1B2-84C1DD2FF9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1800000"/>
                <a:ext cx="400686" cy="369332"/>
              </a:xfrm>
              <a:prstGeom prst="rect">
                <a:avLst/>
              </a:prstGeom>
              <a:blipFill>
                <a:blip r:embed="rId35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02E587FC-9A07-6E55-500D-1657287758D4}"/>
                  </a:ext>
                </a:extLst>
              </p:cNvPr>
              <p:cNvSpPr txBox="1"/>
              <p:nvPr/>
            </p:nvSpPr>
            <p:spPr>
              <a:xfrm>
                <a:off x="265680" y="216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02E587FC-9A07-6E55-500D-165728775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2160000"/>
                <a:ext cx="400686" cy="369332"/>
              </a:xfrm>
              <a:prstGeom prst="rect">
                <a:avLst/>
              </a:prstGeom>
              <a:blipFill>
                <a:blip r:embed="rId36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2FAF33DE-8203-AFB6-9E0D-25D24C001C7F}"/>
                  </a:ext>
                </a:extLst>
              </p:cNvPr>
              <p:cNvSpPr txBox="1"/>
              <p:nvPr/>
            </p:nvSpPr>
            <p:spPr>
              <a:xfrm>
                <a:off x="265680" y="252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2FAF33DE-8203-AFB6-9E0D-25D24C001C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2520000"/>
                <a:ext cx="400686" cy="369332"/>
              </a:xfrm>
              <a:prstGeom prst="rect">
                <a:avLst/>
              </a:prstGeom>
              <a:blipFill>
                <a:blip r:embed="rId37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43FFD545-DF86-8EE3-947F-C1DDDFD951D4}"/>
                  </a:ext>
                </a:extLst>
              </p:cNvPr>
              <p:cNvSpPr txBox="1"/>
              <p:nvPr/>
            </p:nvSpPr>
            <p:spPr>
              <a:xfrm>
                <a:off x="265680" y="28800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9" name="Textfeld 108">
                <a:extLst>
                  <a:ext uri="{FF2B5EF4-FFF2-40B4-BE49-F238E27FC236}">
                    <a16:creationId xmlns:a16="http://schemas.microsoft.com/office/drawing/2014/main" id="{43FFD545-DF86-8EE3-947F-C1DDDFD951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2880000"/>
                <a:ext cx="400686" cy="369332"/>
              </a:xfrm>
              <a:prstGeom prst="rect">
                <a:avLst/>
              </a:prstGeom>
              <a:blipFill>
                <a:blip r:embed="rId38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3866CA95-F8BB-39D7-3FBE-1C94774635DC}"/>
                  </a:ext>
                </a:extLst>
              </p:cNvPr>
              <p:cNvSpPr txBox="1"/>
              <p:nvPr/>
            </p:nvSpPr>
            <p:spPr>
              <a:xfrm>
                <a:off x="641600" y="36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3866CA95-F8BB-39D7-3FBE-1C9477463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360000"/>
                <a:ext cx="299761" cy="369332"/>
              </a:xfrm>
              <a:prstGeom prst="rect">
                <a:avLst/>
              </a:prstGeom>
              <a:blipFill>
                <a:blip r:embed="rId39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7EBCC14-7877-91EF-22DD-54C7F4D29FB9}"/>
                  </a:ext>
                </a:extLst>
              </p:cNvPr>
              <p:cNvSpPr txBox="1"/>
              <p:nvPr/>
            </p:nvSpPr>
            <p:spPr>
              <a:xfrm>
                <a:off x="641600" y="71864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" name="Textfeld 3">
                <a:extLst>
                  <a:ext uri="{FF2B5EF4-FFF2-40B4-BE49-F238E27FC236}">
                    <a16:creationId xmlns:a16="http://schemas.microsoft.com/office/drawing/2014/main" id="{27EBCC14-7877-91EF-22DD-54C7F4D29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718640"/>
                <a:ext cx="299761" cy="369332"/>
              </a:xfrm>
              <a:prstGeom prst="rect">
                <a:avLst/>
              </a:prstGeom>
              <a:blipFill>
                <a:blip r:embed="rId40"/>
                <a:stretch>
                  <a:fillRect l="-22449" r="-24490" b="-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6C17315-641D-D2B8-0E0F-E04EB9E4DBCC}"/>
                  </a:ext>
                </a:extLst>
              </p:cNvPr>
              <p:cNvSpPr txBox="1"/>
              <p:nvPr/>
            </p:nvSpPr>
            <p:spPr>
              <a:xfrm>
                <a:off x="641600" y="108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66C17315-641D-D2B8-0E0F-E04EB9E4D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1080000"/>
                <a:ext cx="299761" cy="369332"/>
              </a:xfrm>
              <a:prstGeom prst="rect">
                <a:avLst/>
              </a:prstGeom>
              <a:blipFill>
                <a:blip r:embed="rId41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4EA6937-19E7-3FD9-39AB-8D9D50087718}"/>
                  </a:ext>
                </a:extLst>
              </p:cNvPr>
              <p:cNvSpPr txBox="1"/>
              <p:nvPr/>
            </p:nvSpPr>
            <p:spPr>
              <a:xfrm>
                <a:off x="641600" y="144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4EA6937-19E7-3FD9-39AB-8D9D500877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1440000"/>
                <a:ext cx="299761" cy="369332"/>
              </a:xfrm>
              <a:prstGeom prst="rect">
                <a:avLst/>
              </a:prstGeom>
              <a:blipFill>
                <a:blip r:embed="rId42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D20D96D-84A1-CF31-4035-D96BE4C35842}"/>
                  </a:ext>
                </a:extLst>
              </p:cNvPr>
              <p:cNvSpPr txBox="1"/>
              <p:nvPr/>
            </p:nvSpPr>
            <p:spPr>
              <a:xfrm>
                <a:off x="641600" y="180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" name="Textfeld 6">
                <a:extLst>
                  <a:ext uri="{FF2B5EF4-FFF2-40B4-BE49-F238E27FC236}">
                    <a16:creationId xmlns:a16="http://schemas.microsoft.com/office/drawing/2014/main" id="{ED20D96D-84A1-CF31-4035-D96BE4C358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1800000"/>
                <a:ext cx="299761" cy="369332"/>
              </a:xfrm>
              <a:prstGeom prst="rect">
                <a:avLst/>
              </a:prstGeom>
              <a:blipFill>
                <a:blip r:embed="rId43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AEED7C4-7502-88D7-49B2-9C0807B218EA}"/>
                  </a:ext>
                </a:extLst>
              </p:cNvPr>
              <p:cNvSpPr txBox="1"/>
              <p:nvPr/>
            </p:nvSpPr>
            <p:spPr>
              <a:xfrm>
                <a:off x="641600" y="216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" name="Textfeld 7">
                <a:extLst>
                  <a:ext uri="{FF2B5EF4-FFF2-40B4-BE49-F238E27FC236}">
                    <a16:creationId xmlns:a16="http://schemas.microsoft.com/office/drawing/2014/main" id="{BAEED7C4-7502-88D7-49B2-9C0807B218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2160000"/>
                <a:ext cx="299761" cy="369332"/>
              </a:xfrm>
              <a:prstGeom prst="rect">
                <a:avLst/>
              </a:prstGeom>
              <a:blipFill>
                <a:blip r:embed="rId44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56AEC38-7E9B-91AD-C5A9-5D629B072B7B}"/>
                  </a:ext>
                </a:extLst>
              </p:cNvPr>
              <p:cNvSpPr txBox="1"/>
              <p:nvPr/>
            </p:nvSpPr>
            <p:spPr>
              <a:xfrm>
                <a:off x="641600" y="252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A56AEC38-7E9B-91AD-C5A9-5D629B072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2520000"/>
                <a:ext cx="299761" cy="369332"/>
              </a:xfrm>
              <a:prstGeom prst="rect">
                <a:avLst/>
              </a:prstGeom>
              <a:blipFill>
                <a:blip r:embed="rId45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15579A6-FC0C-75B1-EA9C-D2D3A2B4AF75}"/>
                  </a:ext>
                </a:extLst>
              </p:cNvPr>
              <p:cNvSpPr txBox="1"/>
              <p:nvPr/>
            </p:nvSpPr>
            <p:spPr>
              <a:xfrm>
                <a:off x="641600" y="28800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D15579A6-FC0C-75B1-EA9C-D2D3A2B4AF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2880000"/>
                <a:ext cx="299761" cy="369332"/>
              </a:xfrm>
              <a:prstGeom prst="rect">
                <a:avLst/>
              </a:prstGeom>
              <a:blipFill>
                <a:blip r:embed="rId46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13D6192-1CF8-9A6A-7C18-BE1663A0C4DF}"/>
                  </a:ext>
                </a:extLst>
              </p:cNvPr>
              <p:cNvSpPr txBox="1"/>
              <p:nvPr/>
            </p:nvSpPr>
            <p:spPr>
              <a:xfrm>
                <a:off x="1992880" y="1800000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5" name="Textfeld 14">
                <a:extLst>
                  <a:ext uri="{FF2B5EF4-FFF2-40B4-BE49-F238E27FC236}">
                    <a16:creationId xmlns:a16="http://schemas.microsoft.com/office/drawing/2014/main" id="{013D6192-1CF8-9A6A-7C18-BE1663A0C4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80" y="1800000"/>
                <a:ext cx="298159" cy="369332"/>
              </a:xfrm>
              <a:prstGeom prst="rect">
                <a:avLst/>
              </a:prstGeom>
              <a:blipFill>
                <a:blip r:embed="rId47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32F350A3-8F12-588B-2367-3A9A2159B3AB}"/>
                  </a:ext>
                </a:extLst>
              </p:cNvPr>
              <p:cNvSpPr txBox="1"/>
              <p:nvPr/>
            </p:nvSpPr>
            <p:spPr>
              <a:xfrm>
                <a:off x="3405120" y="36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32F350A3-8F12-588B-2367-3A9A2159B3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360000"/>
                <a:ext cx="299761" cy="369332"/>
              </a:xfrm>
              <a:prstGeom prst="rect">
                <a:avLst/>
              </a:prstGeom>
              <a:blipFill>
                <a:blip r:embed="rId48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11C3DA4-5FAD-25D1-ACC9-0FAF6D151A0B}"/>
                  </a:ext>
                </a:extLst>
              </p:cNvPr>
              <p:cNvSpPr txBox="1"/>
              <p:nvPr/>
            </p:nvSpPr>
            <p:spPr>
              <a:xfrm>
                <a:off x="3405120" y="72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11C3DA4-5FAD-25D1-ACC9-0FAF6D151A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720000"/>
                <a:ext cx="299761" cy="369332"/>
              </a:xfrm>
              <a:prstGeom prst="rect">
                <a:avLst/>
              </a:prstGeom>
              <a:blipFill>
                <a:blip r:embed="rId48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02F610FF-0B69-51E4-0ED1-3592CA3B902A}"/>
                  </a:ext>
                </a:extLst>
              </p:cNvPr>
              <p:cNvSpPr txBox="1"/>
              <p:nvPr/>
            </p:nvSpPr>
            <p:spPr>
              <a:xfrm>
                <a:off x="3405120" y="28800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6" name="Textfeld 25">
                <a:extLst>
                  <a:ext uri="{FF2B5EF4-FFF2-40B4-BE49-F238E27FC236}">
                    <a16:creationId xmlns:a16="http://schemas.microsoft.com/office/drawing/2014/main" id="{02F610FF-0B69-51E4-0ED1-3592CA3B90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2880000"/>
                <a:ext cx="299761" cy="369332"/>
              </a:xfrm>
              <a:prstGeom prst="rect">
                <a:avLst/>
              </a:prstGeom>
              <a:blipFill>
                <a:blip r:embed="rId49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C8354D5D-850A-CA4B-42B7-BCC5DF3B06FA}"/>
                  </a:ext>
                </a:extLst>
              </p:cNvPr>
              <p:cNvSpPr txBox="1"/>
              <p:nvPr/>
            </p:nvSpPr>
            <p:spPr>
              <a:xfrm>
                <a:off x="4847840" y="144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C8354D5D-850A-CA4B-42B7-BCC5DF3B0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1440000"/>
                <a:ext cx="299761" cy="369332"/>
              </a:xfrm>
              <a:prstGeom prst="rect">
                <a:avLst/>
              </a:prstGeom>
              <a:blipFill>
                <a:blip r:embed="rId50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7DF64BCC-D575-89F7-A09C-2FFAADF9F51B}"/>
                  </a:ext>
                </a:extLst>
              </p:cNvPr>
              <p:cNvSpPr txBox="1"/>
              <p:nvPr/>
            </p:nvSpPr>
            <p:spPr>
              <a:xfrm>
                <a:off x="4847840" y="252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7DF64BCC-D575-89F7-A09C-2FFAADF9F5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2520000"/>
                <a:ext cx="299761" cy="369332"/>
              </a:xfrm>
              <a:prstGeom prst="rect">
                <a:avLst/>
              </a:prstGeom>
              <a:blipFill>
                <a:blip r:embed="rId51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C2DB7B70-666D-E109-46F5-CB2E4613BD69}"/>
                  </a:ext>
                </a:extLst>
              </p:cNvPr>
              <p:cNvSpPr txBox="1"/>
              <p:nvPr/>
            </p:nvSpPr>
            <p:spPr>
              <a:xfrm>
                <a:off x="4847840" y="28800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C2DB7B70-666D-E109-46F5-CB2E4613B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2880000"/>
                <a:ext cx="299761" cy="369332"/>
              </a:xfrm>
              <a:prstGeom prst="rect">
                <a:avLst/>
              </a:prstGeom>
              <a:blipFill>
                <a:blip r:embed="rId52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FAE35359-5C95-A665-9557-EC5B456D77E7}"/>
                  </a:ext>
                </a:extLst>
              </p:cNvPr>
              <p:cNvSpPr txBox="1"/>
              <p:nvPr/>
            </p:nvSpPr>
            <p:spPr>
              <a:xfrm>
                <a:off x="6280400" y="36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3" name="Textfeld 62">
                <a:extLst>
                  <a:ext uri="{FF2B5EF4-FFF2-40B4-BE49-F238E27FC236}">
                    <a16:creationId xmlns:a16="http://schemas.microsoft.com/office/drawing/2014/main" id="{FAE35359-5C95-A665-9557-EC5B456D77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360000"/>
                <a:ext cx="299761" cy="369332"/>
              </a:xfrm>
              <a:prstGeom prst="rect">
                <a:avLst/>
              </a:prstGeom>
              <a:blipFill>
                <a:blip r:embed="rId53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F8CFA58F-532E-6C22-DB41-13E0ED798F4D}"/>
                  </a:ext>
                </a:extLst>
              </p:cNvPr>
              <p:cNvSpPr txBox="1"/>
              <p:nvPr/>
            </p:nvSpPr>
            <p:spPr>
              <a:xfrm>
                <a:off x="6280400" y="108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F8CFA58F-532E-6C22-DB41-13E0ED798F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1080000"/>
                <a:ext cx="299761" cy="369332"/>
              </a:xfrm>
              <a:prstGeom prst="rect">
                <a:avLst/>
              </a:prstGeom>
              <a:blipFill>
                <a:blip r:embed="rId54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A1F6978F-7224-C982-9844-6BDE1F1054CE}"/>
                  </a:ext>
                </a:extLst>
              </p:cNvPr>
              <p:cNvSpPr txBox="1"/>
              <p:nvPr/>
            </p:nvSpPr>
            <p:spPr>
              <a:xfrm>
                <a:off x="6280400" y="180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A1F6978F-7224-C982-9844-6BDE1F1054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1800000"/>
                <a:ext cx="299761" cy="369332"/>
              </a:xfrm>
              <a:prstGeom prst="rect">
                <a:avLst/>
              </a:prstGeom>
              <a:blipFill>
                <a:blip r:embed="rId55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1E184DC-878A-03AC-48AD-CA7F588686C8}"/>
                  </a:ext>
                </a:extLst>
              </p:cNvPr>
              <p:cNvSpPr txBox="1"/>
              <p:nvPr/>
            </p:nvSpPr>
            <p:spPr>
              <a:xfrm>
                <a:off x="7712960" y="72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91E184DC-878A-03AC-48AD-CA7F58868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720000"/>
                <a:ext cx="299761" cy="369332"/>
              </a:xfrm>
              <a:prstGeom prst="rect">
                <a:avLst/>
              </a:prstGeom>
              <a:blipFill>
                <a:blip r:embed="rId53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F3696B94-38B1-7A6E-D998-92E4EFEBA4C1}"/>
                  </a:ext>
                </a:extLst>
              </p:cNvPr>
              <p:cNvSpPr txBox="1"/>
              <p:nvPr/>
            </p:nvSpPr>
            <p:spPr>
              <a:xfrm>
                <a:off x="7712960" y="144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F3696B94-38B1-7A6E-D998-92E4EFEBA4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1440000"/>
                <a:ext cx="299761" cy="369332"/>
              </a:xfrm>
              <a:prstGeom prst="rect">
                <a:avLst/>
              </a:prstGeom>
              <a:blipFill>
                <a:blip r:embed="rId50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4497A3D9-C739-ECBB-F413-074F44CBFFBE}"/>
                  </a:ext>
                </a:extLst>
              </p:cNvPr>
              <p:cNvSpPr txBox="1"/>
              <p:nvPr/>
            </p:nvSpPr>
            <p:spPr>
              <a:xfrm>
                <a:off x="7712960" y="216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4497A3D9-C739-ECBB-F413-074F44CBFF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2160000"/>
                <a:ext cx="299761" cy="369332"/>
              </a:xfrm>
              <a:prstGeom prst="rect">
                <a:avLst/>
              </a:prstGeom>
              <a:blipFill>
                <a:blip r:embed="rId55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50365FA-FE60-2DF2-9C9B-E65A736D3D64}"/>
                  </a:ext>
                </a:extLst>
              </p:cNvPr>
              <p:cNvSpPr txBox="1"/>
              <p:nvPr/>
            </p:nvSpPr>
            <p:spPr>
              <a:xfrm>
                <a:off x="9216640" y="180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A50365FA-FE60-2DF2-9C9B-E65A736D3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1800000"/>
                <a:ext cx="299761" cy="369332"/>
              </a:xfrm>
              <a:prstGeom prst="rect">
                <a:avLst/>
              </a:prstGeom>
              <a:blipFill>
                <a:blip r:embed="rId47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CB31FDF3-1CD8-9EB2-6AF1-9AE8CAA35ED7}"/>
                  </a:ext>
                </a:extLst>
              </p:cNvPr>
              <p:cNvSpPr txBox="1"/>
              <p:nvPr/>
            </p:nvSpPr>
            <p:spPr>
              <a:xfrm>
                <a:off x="9216640" y="108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CB31FDF3-1CD8-9EB2-6AF1-9AE8CAA35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1080000"/>
                <a:ext cx="299761" cy="369332"/>
              </a:xfrm>
              <a:prstGeom prst="rect">
                <a:avLst/>
              </a:prstGeom>
              <a:blipFill>
                <a:blip r:embed="rId56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FFD8609F-96B3-E7B3-7E4C-F06A0403459C}"/>
                  </a:ext>
                </a:extLst>
              </p:cNvPr>
              <p:cNvSpPr txBox="1"/>
              <p:nvPr/>
            </p:nvSpPr>
            <p:spPr>
              <a:xfrm>
                <a:off x="9216640" y="252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9" name="Textfeld 118">
                <a:extLst>
                  <a:ext uri="{FF2B5EF4-FFF2-40B4-BE49-F238E27FC236}">
                    <a16:creationId xmlns:a16="http://schemas.microsoft.com/office/drawing/2014/main" id="{FFD8609F-96B3-E7B3-7E4C-F06A040345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2520000"/>
                <a:ext cx="299761" cy="369332"/>
              </a:xfrm>
              <a:prstGeom prst="rect">
                <a:avLst/>
              </a:prstGeom>
              <a:blipFill>
                <a:blip r:embed="rId57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E4958EB5-490B-546D-8A49-CCAC0D1E5A1F}"/>
                  </a:ext>
                </a:extLst>
              </p:cNvPr>
              <p:cNvSpPr txBox="1"/>
              <p:nvPr/>
            </p:nvSpPr>
            <p:spPr>
              <a:xfrm>
                <a:off x="9216640" y="28800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0" name="Textfeld 119">
                <a:extLst>
                  <a:ext uri="{FF2B5EF4-FFF2-40B4-BE49-F238E27FC236}">
                    <a16:creationId xmlns:a16="http://schemas.microsoft.com/office/drawing/2014/main" id="{E4958EB5-490B-546D-8A49-CCAC0D1E5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2880000"/>
                <a:ext cx="299761" cy="369332"/>
              </a:xfrm>
              <a:prstGeom prst="rect">
                <a:avLst/>
              </a:prstGeom>
              <a:blipFill>
                <a:blip r:embed="rId58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2AEE630E-7EA9-5D80-164F-4EFE38903AB7}"/>
                  </a:ext>
                </a:extLst>
              </p:cNvPr>
              <p:cNvSpPr txBox="1"/>
              <p:nvPr/>
            </p:nvSpPr>
            <p:spPr>
              <a:xfrm>
                <a:off x="10608560" y="180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5" name="Textfeld 124">
                <a:extLst>
                  <a:ext uri="{FF2B5EF4-FFF2-40B4-BE49-F238E27FC236}">
                    <a16:creationId xmlns:a16="http://schemas.microsoft.com/office/drawing/2014/main" id="{2AEE630E-7EA9-5D80-164F-4EFE38903A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1800000"/>
                <a:ext cx="299761" cy="369332"/>
              </a:xfrm>
              <a:prstGeom prst="rect">
                <a:avLst/>
              </a:prstGeom>
              <a:blipFill>
                <a:blip r:embed="rId55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4AD61689-79F3-5336-CBFC-3A5ACA015FD9}"/>
                  </a:ext>
                </a:extLst>
              </p:cNvPr>
              <p:cNvSpPr txBox="1"/>
              <p:nvPr/>
            </p:nvSpPr>
            <p:spPr>
              <a:xfrm>
                <a:off x="10608560" y="216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6" name="Textfeld 125">
                <a:extLst>
                  <a:ext uri="{FF2B5EF4-FFF2-40B4-BE49-F238E27FC236}">
                    <a16:creationId xmlns:a16="http://schemas.microsoft.com/office/drawing/2014/main" id="{4AD61689-79F3-5336-CBFC-3A5ACA015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2160000"/>
                <a:ext cx="299761" cy="369332"/>
              </a:xfrm>
              <a:prstGeom prst="rect">
                <a:avLst/>
              </a:prstGeom>
              <a:blipFill>
                <a:blip r:embed="rId55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17FE8201-FBFC-93AD-F523-F559C83DDBFB}"/>
                  </a:ext>
                </a:extLst>
              </p:cNvPr>
              <p:cNvSpPr txBox="1"/>
              <p:nvPr/>
            </p:nvSpPr>
            <p:spPr>
              <a:xfrm>
                <a:off x="10608560" y="252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7" name="Textfeld 126">
                <a:extLst>
                  <a:ext uri="{FF2B5EF4-FFF2-40B4-BE49-F238E27FC236}">
                    <a16:creationId xmlns:a16="http://schemas.microsoft.com/office/drawing/2014/main" id="{17FE8201-FBFC-93AD-F523-F559C83DDB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2520000"/>
                <a:ext cx="299761" cy="369332"/>
              </a:xfrm>
              <a:prstGeom prst="rect">
                <a:avLst/>
              </a:prstGeom>
              <a:blipFill>
                <a:blip r:embed="rId51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FB4EA559-9D0E-D006-9D54-FB0C88A640D2}"/>
                  </a:ext>
                </a:extLst>
              </p:cNvPr>
              <p:cNvSpPr txBox="1"/>
              <p:nvPr/>
            </p:nvSpPr>
            <p:spPr>
              <a:xfrm>
                <a:off x="265389" y="6200269"/>
                <a:ext cx="85052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  <m:r>
                        <a:rPr lang="de-DE" sz="2400" b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FB4EA559-9D0E-D006-9D54-FB0C88A64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389" y="6200269"/>
                <a:ext cx="8505277" cy="369332"/>
              </a:xfrm>
              <a:prstGeom prst="rect">
                <a:avLst/>
              </a:prstGeom>
              <a:blipFill>
                <a:blip r:embed="rId61"/>
                <a:stretch>
                  <a:fillRect l="-215" r="-573" b="-344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!!Textfeld 11">
                <a:extLst>
                  <a:ext uri="{FF2B5EF4-FFF2-40B4-BE49-F238E27FC236}">
                    <a16:creationId xmlns:a16="http://schemas.microsoft.com/office/drawing/2014/main" id="{58C909D4-A6D2-D94D-5CF1-4C6B53EEA014}"/>
                  </a:ext>
                </a:extLst>
              </p:cNvPr>
              <p:cNvSpPr txBox="1"/>
              <p:nvPr/>
            </p:nvSpPr>
            <p:spPr>
              <a:xfrm>
                <a:off x="1258065" y="36000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" name="!!Textfeld 11">
                <a:extLst>
                  <a:ext uri="{FF2B5EF4-FFF2-40B4-BE49-F238E27FC236}">
                    <a16:creationId xmlns:a16="http://schemas.microsoft.com/office/drawing/2014/main" id="{58C909D4-A6D2-D94D-5CF1-4C6B53EEA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3600000"/>
                <a:ext cx="436786" cy="369332"/>
              </a:xfrm>
              <a:prstGeom prst="rect">
                <a:avLst/>
              </a:prstGeom>
              <a:blipFill>
                <a:blip r:embed="rId62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!!Textfeld 12">
                <a:extLst>
                  <a:ext uri="{FF2B5EF4-FFF2-40B4-BE49-F238E27FC236}">
                    <a16:creationId xmlns:a16="http://schemas.microsoft.com/office/drawing/2014/main" id="{DD0C6C44-59E3-73B5-A2B8-17D3B2FAB1DC}"/>
                  </a:ext>
                </a:extLst>
              </p:cNvPr>
              <p:cNvSpPr txBox="1"/>
              <p:nvPr/>
            </p:nvSpPr>
            <p:spPr>
              <a:xfrm>
                <a:off x="1992880" y="3600000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" name="!!Textfeld 12">
                <a:extLst>
                  <a:ext uri="{FF2B5EF4-FFF2-40B4-BE49-F238E27FC236}">
                    <a16:creationId xmlns:a16="http://schemas.microsoft.com/office/drawing/2014/main" id="{DD0C6C44-59E3-73B5-A2B8-17D3B2FAB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80" y="3600000"/>
                <a:ext cx="298159" cy="369332"/>
              </a:xfrm>
              <a:prstGeom prst="rect">
                <a:avLst/>
              </a:prstGeom>
              <a:blipFill>
                <a:blip r:embed="rId63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!!Textfeld 13">
                <a:extLst>
                  <a:ext uri="{FF2B5EF4-FFF2-40B4-BE49-F238E27FC236}">
                    <a16:creationId xmlns:a16="http://schemas.microsoft.com/office/drawing/2014/main" id="{86D9FF1F-1BCD-3743-BBFA-EB0D1341E61E}"/>
                  </a:ext>
                </a:extLst>
              </p:cNvPr>
              <p:cNvSpPr txBox="1"/>
              <p:nvPr/>
            </p:nvSpPr>
            <p:spPr>
              <a:xfrm>
                <a:off x="2660400" y="360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4" name="!!Textfeld 13">
                <a:extLst>
                  <a:ext uri="{FF2B5EF4-FFF2-40B4-BE49-F238E27FC236}">
                    <a16:creationId xmlns:a16="http://schemas.microsoft.com/office/drawing/2014/main" id="{86D9FF1F-1BCD-3743-BBFA-EB0D1341E6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400" y="3600000"/>
                <a:ext cx="433580" cy="369332"/>
              </a:xfrm>
              <a:prstGeom prst="rect">
                <a:avLst/>
              </a:prstGeom>
              <a:blipFill>
                <a:blip r:embed="rId64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!!Textfeld 15">
                <a:extLst>
                  <a:ext uri="{FF2B5EF4-FFF2-40B4-BE49-F238E27FC236}">
                    <a16:creationId xmlns:a16="http://schemas.microsoft.com/office/drawing/2014/main" id="{FFA25081-F328-4236-692C-7F1F6893E64F}"/>
                  </a:ext>
                </a:extLst>
              </p:cNvPr>
              <p:cNvSpPr txBox="1"/>
              <p:nvPr/>
            </p:nvSpPr>
            <p:spPr>
              <a:xfrm>
                <a:off x="3405120" y="36000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6" name="!!Textfeld 15">
                <a:extLst>
                  <a:ext uri="{FF2B5EF4-FFF2-40B4-BE49-F238E27FC236}">
                    <a16:creationId xmlns:a16="http://schemas.microsoft.com/office/drawing/2014/main" id="{FFA25081-F328-4236-692C-7F1F6893E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3600000"/>
                <a:ext cx="299761" cy="369332"/>
              </a:xfrm>
              <a:prstGeom prst="rect">
                <a:avLst/>
              </a:prstGeom>
              <a:blipFill>
                <a:blip r:embed="rId65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!!Textfeld 16">
                <a:extLst>
                  <a:ext uri="{FF2B5EF4-FFF2-40B4-BE49-F238E27FC236}">
                    <a16:creationId xmlns:a16="http://schemas.microsoft.com/office/drawing/2014/main" id="{7E79ED8C-8F09-4CD6-A4C5-F6D90B3FC519}"/>
                  </a:ext>
                </a:extLst>
              </p:cNvPr>
              <p:cNvSpPr txBox="1"/>
              <p:nvPr/>
            </p:nvSpPr>
            <p:spPr>
              <a:xfrm>
                <a:off x="4102080" y="36000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7" name="!!Textfeld 16">
                <a:extLst>
                  <a:ext uri="{FF2B5EF4-FFF2-40B4-BE49-F238E27FC236}">
                    <a16:creationId xmlns:a16="http://schemas.microsoft.com/office/drawing/2014/main" id="{7E79ED8C-8F09-4CD6-A4C5-F6D90B3FC5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3600000"/>
                <a:ext cx="415948" cy="369332"/>
              </a:xfrm>
              <a:prstGeom prst="rect">
                <a:avLst/>
              </a:prstGeom>
              <a:blipFill>
                <a:blip r:embed="rId66"/>
                <a:stretch>
                  <a:fillRect l="-17647" r="-882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!!Textfeld 17">
                <a:extLst>
                  <a:ext uri="{FF2B5EF4-FFF2-40B4-BE49-F238E27FC236}">
                    <a16:creationId xmlns:a16="http://schemas.microsoft.com/office/drawing/2014/main" id="{07633F23-0532-3C7B-CDEB-F79C1A6E9E71}"/>
                  </a:ext>
                </a:extLst>
              </p:cNvPr>
              <p:cNvSpPr txBox="1"/>
              <p:nvPr/>
            </p:nvSpPr>
            <p:spPr>
              <a:xfrm>
                <a:off x="4849200" y="36000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8" name="!!Textfeld 17">
                <a:extLst>
                  <a:ext uri="{FF2B5EF4-FFF2-40B4-BE49-F238E27FC236}">
                    <a16:creationId xmlns:a16="http://schemas.microsoft.com/office/drawing/2014/main" id="{07633F23-0532-3C7B-CDEB-F79C1A6E9E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200" y="3600000"/>
                <a:ext cx="299761" cy="369332"/>
              </a:xfrm>
              <a:prstGeom prst="rect">
                <a:avLst/>
              </a:prstGeom>
              <a:blipFill>
                <a:blip r:embed="rId67"/>
                <a:stretch>
                  <a:fillRect l="-20000" r="-1800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!!Textfeld 20">
                <a:extLst>
                  <a:ext uri="{FF2B5EF4-FFF2-40B4-BE49-F238E27FC236}">
                    <a16:creationId xmlns:a16="http://schemas.microsoft.com/office/drawing/2014/main" id="{F9CE474E-4687-13E2-33E7-DBAD6917611B}"/>
                  </a:ext>
                </a:extLst>
              </p:cNvPr>
              <p:cNvSpPr txBox="1"/>
              <p:nvPr/>
            </p:nvSpPr>
            <p:spPr>
              <a:xfrm>
                <a:off x="5544000" y="36000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1" name="!!Textfeld 20">
                <a:extLst>
                  <a:ext uri="{FF2B5EF4-FFF2-40B4-BE49-F238E27FC236}">
                    <a16:creationId xmlns:a16="http://schemas.microsoft.com/office/drawing/2014/main" id="{F9CE474E-4687-13E2-33E7-DBAD69176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00" y="3600000"/>
                <a:ext cx="446404" cy="369332"/>
              </a:xfrm>
              <a:prstGeom prst="rect">
                <a:avLst/>
              </a:prstGeom>
              <a:blipFill>
                <a:blip r:embed="rId68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!!Textfeld 21">
                <a:extLst>
                  <a:ext uri="{FF2B5EF4-FFF2-40B4-BE49-F238E27FC236}">
                    <a16:creationId xmlns:a16="http://schemas.microsoft.com/office/drawing/2014/main" id="{F5913192-743F-82EF-624F-DE8550C0D91C}"/>
                  </a:ext>
                </a:extLst>
              </p:cNvPr>
              <p:cNvSpPr txBox="1"/>
              <p:nvPr/>
            </p:nvSpPr>
            <p:spPr>
              <a:xfrm>
                <a:off x="6973200" y="36000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2" name="!!Textfeld 21">
                <a:extLst>
                  <a:ext uri="{FF2B5EF4-FFF2-40B4-BE49-F238E27FC236}">
                    <a16:creationId xmlns:a16="http://schemas.microsoft.com/office/drawing/2014/main" id="{F5913192-743F-82EF-624F-DE8550C0D9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200" y="3600000"/>
                <a:ext cx="417550" cy="369332"/>
              </a:xfrm>
              <a:prstGeom prst="rect">
                <a:avLst/>
              </a:prstGeom>
              <a:blipFill>
                <a:blip r:embed="rId69"/>
                <a:stretch>
                  <a:fillRect l="-17647" r="-882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!!Textfeld 22">
                <a:extLst>
                  <a:ext uri="{FF2B5EF4-FFF2-40B4-BE49-F238E27FC236}">
                    <a16:creationId xmlns:a16="http://schemas.microsoft.com/office/drawing/2014/main" id="{3D3A4ED3-230B-75CD-0571-C0980047ACAB}"/>
                  </a:ext>
                </a:extLst>
              </p:cNvPr>
              <p:cNvSpPr txBox="1"/>
              <p:nvPr/>
            </p:nvSpPr>
            <p:spPr>
              <a:xfrm>
                <a:off x="6280399" y="360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3" name="!!Textfeld 22">
                <a:extLst>
                  <a:ext uri="{FF2B5EF4-FFF2-40B4-BE49-F238E27FC236}">
                    <a16:creationId xmlns:a16="http://schemas.microsoft.com/office/drawing/2014/main" id="{3D3A4ED3-230B-75CD-0571-C0980047AC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399" y="3600000"/>
                <a:ext cx="299761" cy="369332"/>
              </a:xfrm>
              <a:prstGeom prst="rect">
                <a:avLst/>
              </a:prstGeom>
              <a:blipFill>
                <a:blip r:embed="rId70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!!Textfeld 23">
                <a:extLst>
                  <a:ext uri="{FF2B5EF4-FFF2-40B4-BE49-F238E27FC236}">
                    <a16:creationId xmlns:a16="http://schemas.microsoft.com/office/drawing/2014/main" id="{20455C87-F17C-BC2B-A601-DCA4D6F445AC}"/>
                  </a:ext>
                </a:extLst>
              </p:cNvPr>
              <p:cNvSpPr txBox="1"/>
              <p:nvPr/>
            </p:nvSpPr>
            <p:spPr>
              <a:xfrm>
                <a:off x="7712960" y="360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4" name="!!Textfeld 23">
                <a:extLst>
                  <a:ext uri="{FF2B5EF4-FFF2-40B4-BE49-F238E27FC236}">
                    <a16:creationId xmlns:a16="http://schemas.microsoft.com/office/drawing/2014/main" id="{20455C87-F17C-BC2B-A601-DCA4D6F445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3600000"/>
                <a:ext cx="299761" cy="369332"/>
              </a:xfrm>
              <a:prstGeom prst="rect">
                <a:avLst/>
              </a:prstGeom>
              <a:blipFill>
                <a:blip r:embed="rId70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!!Textfeld 24">
                <a:extLst>
                  <a:ext uri="{FF2B5EF4-FFF2-40B4-BE49-F238E27FC236}">
                    <a16:creationId xmlns:a16="http://schemas.microsoft.com/office/drawing/2014/main" id="{651178DA-DE82-42D1-7CA0-431C57A90B59}"/>
                  </a:ext>
                </a:extLst>
              </p:cNvPr>
              <p:cNvSpPr txBox="1"/>
              <p:nvPr/>
            </p:nvSpPr>
            <p:spPr>
              <a:xfrm>
                <a:off x="8426160" y="36000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5" name="!!Textfeld 24">
                <a:extLst>
                  <a:ext uri="{FF2B5EF4-FFF2-40B4-BE49-F238E27FC236}">
                    <a16:creationId xmlns:a16="http://schemas.microsoft.com/office/drawing/2014/main" id="{651178DA-DE82-42D1-7CA0-431C57A90B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3600000"/>
                <a:ext cx="411138" cy="369332"/>
              </a:xfrm>
              <a:prstGeom prst="rect">
                <a:avLst/>
              </a:prstGeom>
              <a:blipFill>
                <a:blip r:embed="rId71"/>
                <a:stretch>
                  <a:fillRect l="-16176" r="-7353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!!Textfeld 26">
                <a:extLst>
                  <a:ext uri="{FF2B5EF4-FFF2-40B4-BE49-F238E27FC236}">
                    <a16:creationId xmlns:a16="http://schemas.microsoft.com/office/drawing/2014/main" id="{6B78C0F3-3867-28C6-9B95-0B36949CF1A2}"/>
                  </a:ext>
                </a:extLst>
              </p:cNvPr>
              <p:cNvSpPr txBox="1"/>
              <p:nvPr/>
            </p:nvSpPr>
            <p:spPr>
              <a:xfrm>
                <a:off x="9216639" y="36000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7" name="!!Textfeld 26">
                <a:extLst>
                  <a:ext uri="{FF2B5EF4-FFF2-40B4-BE49-F238E27FC236}">
                    <a16:creationId xmlns:a16="http://schemas.microsoft.com/office/drawing/2014/main" id="{6B78C0F3-3867-28C6-9B95-0B36949CF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39" y="3600000"/>
                <a:ext cx="299761" cy="369332"/>
              </a:xfrm>
              <a:prstGeom prst="rect">
                <a:avLst/>
              </a:prstGeom>
              <a:blipFill>
                <a:blip r:embed="rId63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!!Textfeld 27">
                <a:extLst>
                  <a:ext uri="{FF2B5EF4-FFF2-40B4-BE49-F238E27FC236}">
                    <a16:creationId xmlns:a16="http://schemas.microsoft.com/office/drawing/2014/main" id="{0B6368E5-E6FF-8860-92A5-9CB9F91A40E2}"/>
                  </a:ext>
                </a:extLst>
              </p:cNvPr>
              <p:cNvSpPr txBox="1"/>
              <p:nvPr/>
            </p:nvSpPr>
            <p:spPr>
              <a:xfrm>
                <a:off x="9889200" y="36000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8" name="!!Textfeld 27">
                <a:extLst>
                  <a:ext uri="{FF2B5EF4-FFF2-40B4-BE49-F238E27FC236}">
                    <a16:creationId xmlns:a16="http://schemas.microsoft.com/office/drawing/2014/main" id="{0B6368E5-E6FF-8860-92A5-9CB9F91A4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9200" y="3600000"/>
                <a:ext cx="433580" cy="369332"/>
              </a:xfrm>
              <a:prstGeom prst="rect">
                <a:avLst/>
              </a:prstGeom>
              <a:blipFill>
                <a:blip r:embed="rId72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!!Textfeld 28">
                <a:extLst>
                  <a:ext uri="{FF2B5EF4-FFF2-40B4-BE49-F238E27FC236}">
                    <a16:creationId xmlns:a16="http://schemas.microsoft.com/office/drawing/2014/main" id="{93916241-E22D-FC1C-0745-59E3046B4B8F}"/>
                  </a:ext>
                </a:extLst>
              </p:cNvPr>
              <p:cNvSpPr txBox="1"/>
              <p:nvPr/>
            </p:nvSpPr>
            <p:spPr>
              <a:xfrm>
                <a:off x="10608560" y="36000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9" name="!!Textfeld 28">
                <a:extLst>
                  <a:ext uri="{FF2B5EF4-FFF2-40B4-BE49-F238E27FC236}">
                    <a16:creationId xmlns:a16="http://schemas.microsoft.com/office/drawing/2014/main" id="{93916241-E22D-FC1C-0745-59E3046B4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3600000"/>
                <a:ext cx="299761" cy="369332"/>
              </a:xfrm>
              <a:prstGeom prst="rect">
                <a:avLst/>
              </a:prstGeom>
              <a:blipFill>
                <a:blip r:embed="rId70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!!Textfeld 29">
                <a:extLst>
                  <a:ext uri="{FF2B5EF4-FFF2-40B4-BE49-F238E27FC236}">
                    <a16:creationId xmlns:a16="http://schemas.microsoft.com/office/drawing/2014/main" id="{14008051-345B-4612-BFFD-551A0C5759E6}"/>
                  </a:ext>
                </a:extLst>
              </p:cNvPr>
              <p:cNvSpPr txBox="1"/>
              <p:nvPr/>
            </p:nvSpPr>
            <p:spPr>
              <a:xfrm>
                <a:off x="11329200" y="36000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0" name="!!Textfeld 29">
                <a:extLst>
                  <a:ext uri="{FF2B5EF4-FFF2-40B4-BE49-F238E27FC236}">
                    <a16:creationId xmlns:a16="http://schemas.microsoft.com/office/drawing/2014/main" id="{14008051-345B-4612-BFFD-551A0C575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3600000"/>
                <a:ext cx="449610" cy="369332"/>
              </a:xfrm>
              <a:prstGeom prst="rect">
                <a:avLst/>
              </a:prstGeom>
              <a:blipFill>
                <a:blip r:embed="rId73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feld 30">
            <a:extLst>
              <a:ext uri="{FF2B5EF4-FFF2-40B4-BE49-F238E27FC236}">
                <a16:creationId xmlns:a16="http://schemas.microsoft.com/office/drawing/2014/main" id="{36C91AD0-F9D3-4CBC-B461-5B3A0348B2F7}"/>
              </a:ext>
            </a:extLst>
          </p:cNvPr>
          <p:cNvSpPr txBox="1"/>
          <p:nvPr/>
        </p:nvSpPr>
        <p:spPr>
          <a:xfrm>
            <a:off x="360000" y="3600000"/>
            <a:ext cx="15549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2400" b="1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0E036044-8531-A459-327E-F78745521EF9}"/>
                  </a:ext>
                </a:extLst>
              </p:cNvPr>
              <p:cNvSpPr txBox="1"/>
              <p:nvPr/>
            </p:nvSpPr>
            <p:spPr>
              <a:xfrm>
                <a:off x="646596" y="36000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0E036044-8531-A459-327E-F78745521E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96" y="3600000"/>
                <a:ext cx="299761" cy="369332"/>
              </a:xfrm>
              <a:prstGeom prst="rect">
                <a:avLst/>
              </a:prstGeom>
              <a:blipFill>
                <a:blip r:embed="rId74"/>
                <a:stretch>
                  <a:fillRect l="-10204" r="-102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4832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1E4759-A3BF-FE3A-664C-950F9FDA7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feld 30">
            <a:extLst>
              <a:ext uri="{FF2B5EF4-FFF2-40B4-BE49-F238E27FC236}">
                <a16:creationId xmlns:a16="http://schemas.microsoft.com/office/drawing/2014/main" id="{0E8CC854-0A63-8040-C80D-22B374A92D77}"/>
              </a:ext>
            </a:extLst>
          </p:cNvPr>
          <p:cNvSpPr txBox="1"/>
          <p:nvPr/>
        </p:nvSpPr>
        <p:spPr>
          <a:xfrm>
            <a:off x="360000" y="428175"/>
            <a:ext cx="47046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600" b="1" dirty="0"/>
              <a:t>Maximierungs-Funktion: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B3C31E33-2725-4C69-3D5A-D93C7646CCBB}"/>
                  </a:ext>
                </a:extLst>
              </p:cNvPr>
              <p:cNvSpPr txBox="1"/>
              <p:nvPr/>
            </p:nvSpPr>
            <p:spPr>
              <a:xfrm>
                <a:off x="864825" y="1133025"/>
                <a:ext cx="968861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2400" b="1" dirty="0"/>
                  <a:t>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br>
                  <a:rPr lang="de-DE" sz="2400" b="1" i="1" dirty="0">
                    <a:latin typeface="Cambria Math" panose="02040503050406030204" pitchFamily="18" charset="0"/>
                  </a:rPr>
                </a:br>
                <a:r>
                  <a:rPr lang="de-DE" sz="2400" b="1" i="1" dirty="0">
                    <a:latin typeface="Cambria Math" panose="020405030504060302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de-DE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e-DE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</m:oMath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B3C31E33-2725-4C69-3D5A-D93C7646CC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25" y="1133025"/>
                <a:ext cx="9688614" cy="738664"/>
              </a:xfrm>
              <a:prstGeom prst="rect">
                <a:avLst/>
              </a:prstGeom>
              <a:blipFill>
                <a:blip r:embed="rId3"/>
                <a:stretch>
                  <a:fillRect l="-1951" t="-13223" b="-74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397858"/>
      </p:ext>
    </p:extLst>
  </p:cSld>
  <p:clrMapOvr>
    <a:masterClrMapping/>
  </p:clrMapOvr>
  <p:transition spd="slow">
    <p:push dir="u"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7FB45-4795-6773-3235-06A4E3DDA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feld 30">
            <a:extLst>
              <a:ext uri="{FF2B5EF4-FFF2-40B4-BE49-F238E27FC236}">
                <a16:creationId xmlns:a16="http://schemas.microsoft.com/office/drawing/2014/main" id="{B246F4F6-9D72-B3F0-04C5-E0CB31B4F4B4}"/>
              </a:ext>
            </a:extLst>
          </p:cNvPr>
          <p:cNvSpPr txBox="1"/>
          <p:nvPr/>
        </p:nvSpPr>
        <p:spPr>
          <a:xfrm>
            <a:off x="360000" y="428175"/>
            <a:ext cx="47046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600" b="1" dirty="0"/>
              <a:t>Maximierungs-Funktion: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019F4CE4-55C2-6843-9495-0004D93DDF3E}"/>
              </a:ext>
            </a:extLst>
          </p:cNvPr>
          <p:cNvCxnSpPr>
            <a:cxnSpLocks/>
          </p:cNvCxnSpPr>
          <p:nvPr/>
        </p:nvCxnSpPr>
        <p:spPr>
          <a:xfrm>
            <a:off x="1422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3F70E8A9-E980-6869-D69B-073FEE834C7F}"/>
              </a:ext>
            </a:extLst>
          </p:cNvPr>
          <p:cNvCxnSpPr>
            <a:cxnSpLocks/>
          </p:cNvCxnSpPr>
          <p:nvPr/>
        </p:nvCxnSpPr>
        <p:spPr>
          <a:xfrm>
            <a:off x="1980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C5C97716-4D49-0885-3478-0D6055318C3E}"/>
              </a:ext>
            </a:extLst>
          </p:cNvPr>
          <p:cNvCxnSpPr>
            <a:cxnSpLocks/>
          </p:cNvCxnSpPr>
          <p:nvPr/>
        </p:nvCxnSpPr>
        <p:spPr>
          <a:xfrm>
            <a:off x="864825" y="2759862"/>
            <a:ext cx="11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E8866C44-4055-5969-678A-49829067D801}"/>
              </a:ext>
            </a:extLst>
          </p:cNvPr>
          <p:cNvCxnSpPr>
            <a:cxnSpLocks/>
          </p:cNvCxnSpPr>
          <p:nvPr/>
        </p:nvCxnSpPr>
        <p:spPr>
          <a:xfrm>
            <a:off x="864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AF02D62-5CF5-BCA6-F82B-328861EAA7EF}"/>
              </a:ext>
            </a:extLst>
          </p:cNvPr>
          <p:cNvCxnSpPr>
            <a:cxnSpLocks/>
          </p:cNvCxnSpPr>
          <p:nvPr/>
        </p:nvCxnSpPr>
        <p:spPr>
          <a:xfrm>
            <a:off x="864825" y="2201862"/>
            <a:ext cx="11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05662946-5343-6C54-8E16-33C25C753649}"/>
              </a:ext>
            </a:extLst>
          </p:cNvPr>
          <p:cNvCxnSpPr>
            <a:cxnSpLocks/>
          </p:cNvCxnSpPr>
          <p:nvPr/>
        </p:nvCxnSpPr>
        <p:spPr>
          <a:xfrm>
            <a:off x="864825" y="3317862"/>
            <a:ext cx="11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5C21A0E-06F7-9F86-DFAD-5C61F28F4734}"/>
              </a:ext>
            </a:extLst>
          </p:cNvPr>
          <p:cNvCxnSpPr>
            <a:cxnSpLocks/>
          </p:cNvCxnSpPr>
          <p:nvPr/>
        </p:nvCxnSpPr>
        <p:spPr>
          <a:xfrm>
            <a:off x="864825" y="3875862"/>
            <a:ext cx="11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DB403452-F67A-A123-7118-C24D7B5EFD07}"/>
              </a:ext>
            </a:extLst>
          </p:cNvPr>
          <p:cNvCxnSpPr>
            <a:cxnSpLocks/>
          </p:cNvCxnSpPr>
          <p:nvPr/>
        </p:nvCxnSpPr>
        <p:spPr>
          <a:xfrm>
            <a:off x="864825" y="4433862"/>
            <a:ext cx="11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5232F21A-992C-9E40-6D6E-21161EC71EC4}"/>
              </a:ext>
            </a:extLst>
          </p:cNvPr>
          <p:cNvCxnSpPr>
            <a:cxnSpLocks/>
          </p:cNvCxnSpPr>
          <p:nvPr/>
        </p:nvCxnSpPr>
        <p:spPr>
          <a:xfrm>
            <a:off x="864825" y="4991862"/>
            <a:ext cx="11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34B6D5F5-EE7A-6B1C-9651-D6D934B18308}"/>
              </a:ext>
            </a:extLst>
          </p:cNvPr>
          <p:cNvCxnSpPr>
            <a:cxnSpLocks/>
          </p:cNvCxnSpPr>
          <p:nvPr/>
        </p:nvCxnSpPr>
        <p:spPr>
          <a:xfrm>
            <a:off x="864825" y="5549862"/>
            <a:ext cx="11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3BB6DD28-26B4-190A-5C97-0EB0238B7987}"/>
              </a:ext>
            </a:extLst>
          </p:cNvPr>
          <p:cNvCxnSpPr>
            <a:cxnSpLocks/>
          </p:cNvCxnSpPr>
          <p:nvPr/>
        </p:nvCxnSpPr>
        <p:spPr>
          <a:xfrm>
            <a:off x="864825" y="6107862"/>
            <a:ext cx="11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DC97DA5-D377-9AE4-5CF0-30ED62481A88}"/>
              </a:ext>
            </a:extLst>
          </p:cNvPr>
          <p:cNvCxnSpPr>
            <a:cxnSpLocks/>
          </p:cNvCxnSpPr>
          <p:nvPr/>
        </p:nvCxnSpPr>
        <p:spPr>
          <a:xfrm>
            <a:off x="864825" y="6665862"/>
            <a:ext cx="1116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CE350C43-C63F-974D-AAD0-F5B338A10E0C}"/>
              </a:ext>
            </a:extLst>
          </p:cNvPr>
          <p:cNvSpPr>
            <a:spLocks noChangeAspect="1"/>
          </p:cNvSpPr>
          <p:nvPr/>
        </p:nvSpPr>
        <p:spPr>
          <a:xfrm>
            <a:off x="940271" y="2829612"/>
            <a:ext cx="418500" cy="4185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D8A8C8C-6F2C-5AEA-DD50-6268CB3D7933}"/>
              </a:ext>
            </a:extLst>
          </p:cNvPr>
          <p:cNvSpPr>
            <a:spLocks noChangeAspect="1"/>
          </p:cNvSpPr>
          <p:nvPr/>
        </p:nvSpPr>
        <p:spPr>
          <a:xfrm>
            <a:off x="933878" y="3945612"/>
            <a:ext cx="418500" cy="4185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C621434-387D-57EF-C514-CFA492DEDA64}"/>
              </a:ext>
            </a:extLst>
          </p:cNvPr>
          <p:cNvSpPr>
            <a:spLocks noChangeAspect="1"/>
          </p:cNvSpPr>
          <p:nvPr/>
        </p:nvSpPr>
        <p:spPr>
          <a:xfrm>
            <a:off x="943295" y="6175902"/>
            <a:ext cx="418500" cy="4185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FD5C668-313B-CD3F-D398-54CAF72EE7C4}"/>
              </a:ext>
            </a:extLst>
          </p:cNvPr>
          <p:cNvSpPr>
            <a:spLocks noChangeAspect="1"/>
          </p:cNvSpPr>
          <p:nvPr/>
        </p:nvSpPr>
        <p:spPr>
          <a:xfrm>
            <a:off x="945968" y="3385902"/>
            <a:ext cx="418500" cy="4185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7332DB57-09CC-FD61-DA8D-E096993E83EC}"/>
              </a:ext>
            </a:extLst>
          </p:cNvPr>
          <p:cNvSpPr>
            <a:spLocks noChangeAspect="1"/>
          </p:cNvSpPr>
          <p:nvPr/>
        </p:nvSpPr>
        <p:spPr>
          <a:xfrm>
            <a:off x="938238" y="4506262"/>
            <a:ext cx="418500" cy="4185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548B65C-A391-8DCA-3972-DDEFEC7279F9}"/>
              </a:ext>
            </a:extLst>
          </p:cNvPr>
          <p:cNvSpPr>
            <a:spLocks noChangeAspect="1"/>
          </p:cNvSpPr>
          <p:nvPr/>
        </p:nvSpPr>
        <p:spPr>
          <a:xfrm>
            <a:off x="938237" y="5058963"/>
            <a:ext cx="418500" cy="4185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F71E2F42-87B8-8620-A9C6-488DB75026B9}"/>
              </a:ext>
            </a:extLst>
          </p:cNvPr>
          <p:cNvSpPr>
            <a:spLocks noChangeAspect="1"/>
          </p:cNvSpPr>
          <p:nvPr/>
        </p:nvSpPr>
        <p:spPr>
          <a:xfrm>
            <a:off x="938237" y="5613940"/>
            <a:ext cx="418500" cy="4185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C6C160A-C904-5FAD-CEAB-96255255D32F}"/>
              </a:ext>
            </a:extLst>
          </p:cNvPr>
          <p:cNvSpPr>
            <a:spLocks noChangeAspect="1"/>
          </p:cNvSpPr>
          <p:nvPr/>
        </p:nvSpPr>
        <p:spPr>
          <a:xfrm>
            <a:off x="937249" y="2271612"/>
            <a:ext cx="418500" cy="4185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D67F8A51-F0FD-232D-2E9E-7A3D884A7C7B}"/>
              </a:ext>
            </a:extLst>
          </p:cNvPr>
          <p:cNvSpPr txBox="1">
            <a:spLocks/>
          </p:cNvSpPr>
          <p:nvPr/>
        </p:nvSpPr>
        <p:spPr>
          <a:xfrm>
            <a:off x="1426196" y="2286375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F535CB21-4251-F847-300E-79CD7CE83D22}"/>
              </a:ext>
            </a:extLst>
          </p:cNvPr>
          <p:cNvSpPr txBox="1">
            <a:spLocks/>
          </p:cNvSpPr>
          <p:nvPr/>
        </p:nvSpPr>
        <p:spPr>
          <a:xfrm>
            <a:off x="1436914" y="2861288"/>
            <a:ext cx="54391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64B2B76E-88A3-3B26-815C-B24D77686B5D}"/>
              </a:ext>
            </a:extLst>
          </p:cNvPr>
          <p:cNvSpPr txBox="1">
            <a:spLocks/>
          </p:cNvSpPr>
          <p:nvPr/>
        </p:nvSpPr>
        <p:spPr>
          <a:xfrm>
            <a:off x="1436914" y="3407547"/>
            <a:ext cx="529826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5003B7C2-55E4-1A26-980E-17B621721DF1}"/>
              </a:ext>
            </a:extLst>
          </p:cNvPr>
          <p:cNvSpPr txBox="1">
            <a:spLocks/>
          </p:cNvSpPr>
          <p:nvPr/>
        </p:nvSpPr>
        <p:spPr>
          <a:xfrm>
            <a:off x="1436914" y="3932533"/>
            <a:ext cx="529824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F206ED08-662F-C088-8D14-B7BDBBAEAC76}"/>
              </a:ext>
            </a:extLst>
          </p:cNvPr>
          <p:cNvSpPr txBox="1">
            <a:spLocks/>
          </p:cNvSpPr>
          <p:nvPr/>
        </p:nvSpPr>
        <p:spPr>
          <a:xfrm>
            <a:off x="1436913" y="4471410"/>
            <a:ext cx="52982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4A46A126-B9CC-0457-9DAE-4DD342B1EE65}"/>
              </a:ext>
            </a:extLst>
          </p:cNvPr>
          <p:cNvSpPr txBox="1">
            <a:spLocks/>
          </p:cNvSpPr>
          <p:nvPr/>
        </p:nvSpPr>
        <p:spPr>
          <a:xfrm>
            <a:off x="1436914" y="5075851"/>
            <a:ext cx="54391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6CEE14AA-6960-3874-47A3-C68D13621A1B}"/>
              </a:ext>
            </a:extLst>
          </p:cNvPr>
          <p:cNvSpPr txBox="1">
            <a:spLocks/>
          </p:cNvSpPr>
          <p:nvPr/>
        </p:nvSpPr>
        <p:spPr>
          <a:xfrm>
            <a:off x="1436914" y="5659174"/>
            <a:ext cx="54391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9" name="Titel 1">
            <a:extLst>
              <a:ext uri="{FF2B5EF4-FFF2-40B4-BE49-F238E27FC236}">
                <a16:creationId xmlns:a16="http://schemas.microsoft.com/office/drawing/2014/main" id="{59C4731F-BD90-444C-9053-EE23EBEF6DAE}"/>
              </a:ext>
            </a:extLst>
          </p:cNvPr>
          <p:cNvSpPr txBox="1">
            <a:spLocks/>
          </p:cNvSpPr>
          <p:nvPr/>
        </p:nvSpPr>
        <p:spPr>
          <a:xfrm>
            <a:off x="1436913" y="6212659"/>
            <a:ext cx="52982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D10B4924-41F9-EFCD-2D21-634EC733084E}"/>
                  </a:ext>
                </a:extLst>
              </p:cNvPr>
              <p:cNvSpPr txBox="1"/>
              <p:nvPr/>
            </p:nvSpPr>
            <p:spPr>
              <a:xfrm>
                <a:off x="864825" y="1133025"/>
                <a:ext cx="968861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2400" b="1" dirty="0"/>
                  <a:t>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br>
                  <a:rPr lang="de-DE" sz="2400" b="1" i="1" dirty="0">
                    <a:latin typeface="Cambria Math" panose="02040503050406030204" pitchFamily="18" charset="0"/>
                  </a:rPr>
                </a:br>
                <a:r>
                  <a:rPr lang="de-DE" sz="2400" b="1" i="1" dirty="0">
                    <a:latin typeface="Cambria Math" panose="020405030504060302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de-DE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e-DE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</m:oMath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30" name="Textfeld 29">
                <a:extLst>
                  <a:ext uri="{FF2B5EF4-FFF2-40B4-BE49-F238E27FC236}">
                    <a16:creationId xmlns:a16="http://schemas.microsoft.com/office/drawing/2014/main" id="{D10B4924-41F9-EFCD-2D21-634EC73308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25" y="1133025"/>
                <a:ext cx="9688614" cy="738664"/>
              </a:xfrm>
              <a:prstGeom prst="rect">
                <a:avLst/>
              </a:prstGeom>
              <a:blipFill>
                <a:blip r:embed="rId3"/>
                <a:stretch>
                  <a:fillRect l="-1951" t="-13223" b="-74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0158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92097-ED96-C53A-B0E5-5719A97B6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feld 30">
            <a:extLst>
              <a:ext uri="{FF2B5EF4-FFF2-40B4-BE49-F238E27FC236}">
                <a16:creationId xmlns:a16="http://schemas.microsoft.com/office/drawing/2014/main" id="{5DFD1649-EE7C-C814-7228-6CD5446A0A76}"/>
              </a:ext>
            </a:extLst>
          </p:cNvPr>
          <p:cNvSpPr txBox="1"/>
          <p:nvPr/>
        </p:nvSpPr>
        <p:spPr>
          <a:xfrm>
            <a:off x="360000" y="428175"/>
            <a:ext cx="47046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600" b="1" dirty="0"/>
              <a:t>Maximierungs-Funktion: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65EBDADA-DA56-5831-48DC-085DD243AE60}"/>
              </a:ext>
            </a:extLst>
          </p:cNvPr>
          <p:cNvCxnSpPr>
            <a:cxnSpLocks/>
          </p:cNvCxnSpPr>
          <p:nvPr/>
        </p:nvCxnSpPr>
        <p:spPr>
          <a:xfrm>
            <a:off x="1422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386F0FF1-59A0-E8C6-4458-1F211ED9552D}"/>
              </a:ext>
            </a:extLst>
          </p:cNvPr>
          <p:cNvCxnSpPr>
            <a:cxnSpLocks/>
          </p:cNvCxnSpPr>
          <p:nvPr/>
        </p:nvCxnSpPr>
        <p:spPr>
          <a:xfrm>
            <a:off x="1980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423AF0F-CD87-685B-98A8-54D1876389DA}"/>
              </a:ext>
            </a:extLst>
          </p:cNvPr>
          <p:cNvCxnSpPr>
            <a:cxnSpLocks/>
          </p:cNvCxnSpPr>
          <p:nvPr/>
        </p:nvCxnSpPr>
        <p:spPr>
          <a:xfrm>
            <a:off x="864825" y="2759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2C3B5C5-CCFC-062A-E966-78A2CFC4BDD3}"/>
              </a:ext>
            </a:extLst>
          </p:cNvPr>
          <p:cNvCxnSpPr>
            <a:cxnSpLocks/>
          </p:cNvCxnSpPr>
          <p:nvPr/>
        </p:nvCxnSpPr>
        <p:spPr>
          <a:xfrm>
            <a:off x="864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BC78A86-E2CA-C2EA-6E5E-A04A429928DE}"/>
              </a:ext>
            </a:extLst>
          </p:cNvPr>
          <p:cNvCxnSpPr>
            <a:cxnSpLocks/>
          </p:cNvCxnSpPr>
          <p:nvPr/>
        </p:nvCxnSpPr>
        <p:spPr>
          <a:xfrm>
            <a:off x="864825" y="2201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937C40B8-815A-99BD-DBE5-13AAEED230AB}"/>
              </a:ext>
            </a:extLst>
          </p:cNvPr>
          <p:cNvCxnSpPr>
            <a:cxnSpLocks/>
          </p:cNvCxnSpPr>
          <p:nvPr/>
        </p:nvCxnSpPr>
        <p:spPr>
          <a:xfrm>
            <a:off x="864825" y="3317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5499D0A6-7724-52A1-CA20-EAC38B1FC197}"/>
              </a:ext>
            </a:extLst>
          </p:cNvPr>
          <p:cNvCxnSpPr>
            <a:cxnSpLocks/>
          </p:cNvCxnSpPr>
          <p:nvPr/>
        </p:nvCxnSpPr>
        <p:spPr>
          <a:xfrm>
            <a:off x="864825" y="3875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2317C4E6-1E54-7D3A-DDB5-0C711A5D3B2D}"/>
              </a:ext>
            </a:extLst>
          </p:cNvPr>
          <p:cNvCxnSpPr>
            <a:cxnSpLocks/>
          </p:cNvCxnSpPr>
          <p:nvPr/>
        </p:nvCxnSpPr>
        <p:spPr>
          <a:xfrm>
            <a:off x="864825" y="4433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23029A7D-F0C4-1954-6671-867224079D66}"/>
              </a:ext>
            </a:extLst>
          </p:cNvPr>
          <p:cNvCxnSpPr>
            <a:cxnSpLocks/>
          </p:cNvCxnSpPr>
          <p:nvPr/>
        </p:nvCxnSpPr>
        <p:spPr>
          <a:xfrm>
            <a:off x="864825" y="4991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555F8C3-C20C-F41A-98D9-0F101F2D7726}"/>
              </a:ext>
            </a:extLst>
          </p:cNvPr>
          <p:cNvCxnSpPr>
            <a:cxnSpLocks/>
          </p:cNvCxnSpPr>
          <p:nvPr/>
        </p:nvCxnSpPr>
        <p:spPr>
          <a:xfrm>
            <a:off x="864825" y="5549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C2EFED5D-9C50-3BE1-4AED-E93AB1718BA8}"/>
              </a:ext>
            </a:extLst>
          </p:cNvPr>
          <p:cNvCxnSpPr>
            <a:cxnSpLocks/>
          </p:cNvCxnSpPr>
          <p:nvPr/>
        </p:nvCxnSpPr>
        <p:spPr>
          <a:xfrm>
            <a:off x="864825" y="6107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2FFD247B-98CE-BE91-17A2-81CF1BD86E2C}"/>
              </a:ext>
            </a:extLst>
          </p:cNvPr>
          <p:cNvCxnSpPr>
            <a:cxnSpLocks/>
          </p:cNvCxnSpPr>
          <p:nvPr/>
        </p:nvCxnSpPr>
        <p:spPr>
          <a:xfrm>
            <a:off x="864825" y="6665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B7C89333-E695-36C6-1AFD-E0F5FCD523C0}"/>
              </a:ext>
            </a:extLst>
          </p:cNvPr>
          <p:cNvSpPr>
            <a:spLocks noChangeAspect="1"/>
          </p:cNvSpPr>
          <p:nvPr/>
        </p:nvSpPr>
        <p:spPr>
          <a:xfrm>
            <a:off x="940271" y="2829612"/>
            <a:ext cx="418500" cy="4185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074CFBE4-558F-4DDE-E3F2-28AB6E891647}"/>
              </a:ext>
            </a:extLst>
          </p:cNvPr>
          <p:cNvSpPr>
            <a:spLocks noChangeAspect="1"/>
          </p:cNvSpPr>
          <p:nvPr/>
        </p:nvSpPr>
        <p:spPr>
          <a:xfrm>
            <a:off x="933878" y="3945612"/>
            <a:ext cx="418500" cy="4185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5DD6561-3AB6-F407-6A6D-40A798C25C6C}"/>
              </a:ext>
            </a:extLst>
          </p:cNvPr>
          <p:cNvSpPr>
            <a:spLocks noChangeAspect="1"/>
          </p:cNvSpPr>
          <p:nvPr/>
        </p:nvSpPr>
        <p:spPr>
          <a:xfrm>
            <a:off x="943295" y="6175902"/>
            <a:ext cx="418500" cy="4185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FBBB2C55-0A04-21D3-E409-F8ACAAA83467}"/>
              </a:ext>
            </a:extLst>
          </p:cNvPr>
          <p:cNvSpPr>
            <a:spLocks noChangeAspect="1"/>
          </p:cNvSpPr>
          <p:nvPr/>
        </p:nvSpPr>
        <p:spPr>
          <a:xfrm>
            <a:off x="945968" y="3385902"/>
            <a:ext cx="418500" cy="4185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AB66479-8E9A-7B5A-E2BA-4CE407A0686D}"/>
              </a:ext>
            </a:extLst>
          </p:cNvPr>
          <p:cNvSpPr>
            <a:spLocks noChangeAspect="1"/>
          </p:cNvSpPr>
          <p:nvPr/>
        </p:nvSpPr>
        <p:spPr>
          <a:xfrm>
            <a:off x="938238" y="4506262"/>
            <a:ext cx="418500" cy="4185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4EE54263-D3D9-02B3-5AC4-B11DF01CB731}"/>
              </a:ext>
            </a:extLst>
          </p:cNvPr>
          <p:cNvSpPr>
            <a:spLocks noChangeAspect="1"/>
          </p:cNvSpPr>
          <p:nvPr/>
        </p:nvSpPr>
        <p:spPr>
          <a:xfrm>
            <a:off x="938237" y="5058963"/>
            <a:ext cx="418500" cy="4185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9F67BBC7-C45B-9DDC-71CE-4C37A8F24E52}"/>
              </a:ext>
            </a:extLst>
          </p:cNvPr>
          <p:cNvSpPr>
            <a:spLocks noChangeAspect="1"/>
          </p:cNvSpPr>
          <p:nvPr/>
        </p:nvSpPr>
        <p:spPr>
          <a:xfrm>
            <a:off x="938237" y="5613940"/>
            <a:ext cx="418500" cy="4185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A33C869B-3803-9A13-6F01-90851A9AA2D1}"/>
              </a:ext>
            </a:extLst>
          </p:cNvPr>
          <p:cNvSpPr>
            <a:spLocks noChangeAspect="1"/>
          </p:cNvSpPr>
          <p:nvPr/>
        </p:nvSpPr>
        <p:spPr>
          <a:xfrm>
            <a:off x="937249" y="2271612"/>
            <a:ext cx="418500" cy="4185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BD50F280-8AE4-FA5C-7EBA-6CC84091F1BD}"/>
              </a:ext>
            </a:extLst>
          </p:cNvPr>
          <p:cNvSpPr txBox="1">
            <a:spLocks/>
          </p:cNvSpPr>
          <p:nvPr/>
        </p:nvSpPr>
        <p:spPr>
          <a:xfrm>
            <a:off x="1426196" y="2286375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AFA568BD-AC92-FC6A-ACC1-A86130FE94BC}"/>
              </a:ext>
            </a:extLst>
          </p:cNvPr>
          <p:cNvSpPr txBox="1">
            <a:spLocks/>
          </p:cNvSpPr>
          <p:nvPr/>
        </p:nvSpPr>
        <p:spPr>
          <a:xfrm>
            <a:off x="1436914" y="2861288"/>
            <a:ext cx="54391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5D5D5E9D-5BAC-201D-9EF3-9C4E9FC40197}"/>
              </a:ext>
            </a:extLst>
          </p:cNvPr>
          <p:cNvSpPr txBox="1">
            <a:spLocks/>
          </p:cNvSpPr>
          <p:nvPr/>
        </p:nvSpPr>
        <p:spPr>
          <a:xfrm>
            <a:off x="1436914" y="3407547"/>
            <a:ext cx="529826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D01F7BC8-192C-1475-1BA8-1D856762E339}"/>
              </a:ext>
            </a:extLst>
          </p:cNvPr>
          <p:cNvSpPr txBox="1">
            <a:spLocks/>
          </p:cNvSpPr>
          <p:nvPr/>
        </p:nvSpPr>
        <p:spPr>
          <a:xfrm>
            <a:off x="1436914" y="3932533"/>
            <a:ext cx="529824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672CB47B-2D5D-4AF2-FD35-B03FBED23C68}"/>
              </a:ext>
            </a:extLst>
          </p:cNvPr>
          <p:cNvSpPr txBox="1">
            <a:spLocks/>
          </p:cNvSpPr>
          <p:nvPr/>
        </p:nvSpPr>
        <p:spPr>
          <a:xfrm>
            <a:off x="1436913" y="4471410"/>
            <a:ext cx="52982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6F79AB3D-26B8-9E55-63FF-074D7512FE8E}"/>
              </a:ext>
            </a:extLst>
          </p:cNvPr>
          <p:cNvSpPr txBox="1">
            <a:spLocks/>
          </p:cNvSpPr>
          <p:nvPr/>
        </p:nvSpPr>
        <p:spPr>
          <a:xfrm>
            <a:off x="1436914" y="5075851"/>
            <a:ext cx="54391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B8F09E08-A849-A425-CD74-57927BF458AF}"/>
              </a:ext>
            </a:extLst>
          </p:cNvPr>
          <p:cNvSpPr txBox="1">
            <a:spLocks/>
          </p:cNvSpPr>
          <p:nvPr/>
        </p:nvSpPr>
        <p:spPr>
          <a:xfrm>
            <a:off x="1436914" y="5659174"/>
            <a:ext cx="54391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9" name="Titel 1">
            <a:extLst>
              <a:ext uri="{FF2B5EF4-FFF2-40B4-BE49-F238E27FC236}">
                <a16:creationId xmlns:a16="http://schemas.microsoft.com/office/drawing/2014/main" id="{88C77A18-A79A-2E1C-192C-78686C5B0B41}"/>
              </a:ext>
            </a:extLst>
          </p:cNvPr>
          <p:cNvSpPr txBox="1">
            <a:spLocks/>
          </p:cNvSpPr>
          <p:nvPr/>
        </p:nvSpPr>
        <p:spPr>
          <a:xfrm>
            <a:off x="1436913" y="6212659"/>
            <a:ext cx="52982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70F59738-FA31-928F-8E6A-202C8878B485}"/>
              </a:ext>
            </a:extLst>
          </p:cNvPr>
          <p:cNvCxnSpPr>
            <a:cxnSpLocks/>
          </p:cNvCxnSpPr>
          <p:nvPr/>
        </p:nvCxnSpPr>
        <p:spPr>
          <a:xfrm>
            <a:off x="2538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Titel 1">
            <a:extLst>
              <a:ext uri="{FF2B5EF4-FFF2-40B4-BE49-F238E27FC236}">
                <a16:creationId xmlns:a16="http://schemas.microsoft.com/office/drawing/2014/main" id="{91CB260F-FEE9-0FBA-9613-1E744C960BE7}"/>
              </a:ext>
            </a:extLst>
          </p:cNvPr>
          <p:cNvSpPr txBox="1">
            <a:spLocks/>
          </p:cNvSpPr>
          <p:nvPr/>
        </p:nvSpPr>
        <p:spPr>
          <a:xfrm>
            <a:off x="1978858" y="2229140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0,3</a:t>
            </a:r>
          </a:p>
        </p:txBody>
      </p:sp>
      <p:sp>
        <p:nvSpPr>
          <p:cNvPr id="34" name="Titel 1">
            <a:extLst>
              <a:ext uri="{FF2B5EF4-FFF2-40B4-BE49-F238E27FC236}">
                <a16:creationId xmlns:a16="http://schemas.microsoft.com/office/drawing/2014/main" id="{1F1F6EF5-472E-2160-D132-876855C69BDF}"/>
              </a:ext>
            </a:extLst>
          </p:cNvPr>
          <p:cNvSpPr txBox="1">
            <a:spLocks/>
          </p:cNvSpPr>
          <p:nvPr/>
        </p:nvSpPr>
        <p:spPr>
          <a:xfrm>
            <a:off x="1966738" y="2816533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35" name="Titel 1">
            <a:extLst>
              <a:ext uri="{FF2B5EF4-FFF2-40B4-BE49-F238E27FC236}">
                <a16:creationId xmlns:a16="http://schemas.microsoft.com/office/drawing/2014/main" id="{5488B0B2-34EE-B385-05A7-9B08E8B2C0FF}"/>
              </a:ext>
            </a:extLst>
          </p:cNvPr>
          <p:cNvSpPr txBox="1">
            <a:spLocks/>
          </p:cNvSpPr>
          <p:nvPr/>
        </p:nvSpPr>
        <p:spPr>
          <a:xfrm>
            <a:off x="1966738" y="3389935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0,15</a:t>
            </a:r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B37EBFB4-5DAC-A511-5A58-8D2B10ED500F}"/>
              </a:ext>
            </a:extLst>
          </p:cNvPr>
          <p:cNvSpPr txBox="1">
            <a:spLocks/>
          </p:cNvSpPr>
          <p:nvPr/>
        </p:nvSpPr>
        <p:spPr>
          <a:xfrm>
            <a:off x="1899103" y="3932532"/>
            <a:ext cx="65359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-0,15</a:t>
            </a:r>
          </a:p>
        </p:txBody>
      </p:sp>
      <p:sp>
        <p:nvSpPr>
          <p:cNvPr id="38" name="Titel 1">
            <a:extLst>
              <a:ext uri="{FF2B5EF4-FFF2-40B4-BE49-F238E27FC236}">
                <a16:creationId xmlns:a16="http://schemas.microsoft.com/office/drawing/2014/main" id="{9D20507D-A542-F995-F13A-284C5A2FC978}"/>
              </a:ext>
            </a:extLst>
          </p:cNvPr>
          <p:cNvSpPr txBox="1">
            <a:spLocks/>
          </p:cNvSpPr>
          <p:nvPr/>
        </p:nvSpPr>
        <p:spPr>
          <a:xfrm>
            <a:off x="1988571" y="5042891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0,15</a:t>
            </a:r>
          </a:p>
        </p:txBody>
      </p:sp>
      <p:sp>
        <p:nvSpPr>
          <p:cNvPr id="39" name="Titel 1">
            <a:extLst>
              <a:ext uri="{FF2B5EF4-FFF2-40B4-BE49-F238E27FC236}">
                <a16:creationId xmlns:a16="http://schemas.microsoft.com/office/drawing/2014/main" id="{DD208618-FD8A-0F7F-31A5-5E8DC1876ECE}"/>
              </a:ext>
            </a:extLst>
          </p:cNvPr>
          <p:cNvSpPr txBox="1">
            <a:spLocks/>
          </p:cNvSpPr>
          <p:nvPr/>
        </p:nvSpPr>
        <p:spPr>
          <a:xfrm>
            <a:off x="1966738" y="5635375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0,3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7A7522B5-730D-FBD7-4B1F-00B6B4E5BBDE}"/>
              </a:ext>
            </a:extLst>
          </p:cNvPr>
          <p:cNvSpPr txBox="1">
            <a:spLocks/>
          </p:cNvSpPr>
          <p:nvPr/>
        </p:nvSpPr>
        <p:spPr>
          <a:xfrm>
            <a:off x="1962388" y="6152155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C3F83DBB-1C75-C7B5-E73A-44D3AB4F9B75}"/>
                  </a:ext>
                </a:extLst>
              </p:cNvPr>
              <p:cNvSpPr txBox="1"/>
              <p:nvPr/>
            </p:nvSpPr>
            <p:spPr>
              <a:xfrm>
                <a:off x="864825" y="1133025"/>
                <a:ext cx="968861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2400" b="1" dirty="0"/>
                  <a:t>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br>
                  <a:rPr lang="de-DE" sz="2400" b="1" i="1" dirty="0">
                    <a:latin typeface="Cambria Math" panose="02040503050406030204" pitchFamily="18" charset="0"/>
                  </a:rPr>
                </a:br>
                <a:r>
                  <a:rPr lang="de-DE" sz="2400" b="1" i="1" dirty="0">
                    <a:latin typeface="Cambria Math" panose="020405030504060302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de-DE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e-DE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</m:oMath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C3F83DBB-1C75-C7B5-E73A-44D3AB4F9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25" y="1133025"/>
                <a:ext cx="9688614" cy="738664"/>
              </a:xfrm>
              <a:prstGeom prst="rect">
                <a:avLst/>
              </a:prstGeom>
              <a:blipFill>
                <a:blip r:embed="rId3"/>
                <a:stretch>
                  <a:fillRect l="-1951" t="-13223" b="-74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itel 1">
            <a:extLst>
              <a:ext uri="{FF2B5EF4-FFF2-40B4-BE49-F238E27FC236}">
                <a16:creationId xmlns:a16="http://schemas.microsoft.com/office/drawing/2014/main" id="{71E50176-CAAD-D4F1-D0BA-0F149D1BF05F}"/>
              </a:ext>
            </a:extLst>
          </p:cNvPr>
          <p:cNvSpPr txBox="1">
            <a:spLocks/>
          </p:cNvSpPr>
          <p:nvPr/>
        </p:nvSpPr>
        <p:spPr>
          <a:xfrm>
            <a:off x="1914737" y="4475907"/>
            <a:ext cx="65359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-0,15</a:t>
            </a:r>
          </a:p>
        </p:txBody>
      </p:sp>
    </p:spTree>
    <p:extLst>
      <p:ext uri="{BB962C8B-B14F-4D97-AF65-F5344CB8AC3E}">
        <p14:creationId xmlns:p14="http://schemas.microsoft.com/office/powerpoint/2010/main" val="41086236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CE8D3-7993-4947-DFAA-9421D8A51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feld 30">
            <a:extLst>
              <a:ext uri="{FF2B5EF4-FFF2-40B4-BE49-F238E27FC236}">
                <a16:creationId xmlns:a16="http://schemas.microsoft.com/office/drawing/2014/main" id="{C9279467-91AD-0E58-D741-985A2FC5B797}"/>
              </a:ext>
            </a:extLst>
          </p:cNvPr>
          <p:cNvSpPr txBox="1"/>
          <p:nvPr/>
        </p:nvSpPr>
        <p:spPr>
          <a:xfrm>
            <a:off x="360000" y="428175"/>
            <a:ext cx="4704686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600" b="1" dirty="0"/>
              <a:t>Maximierungs-Funktion: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C0E041B4-2942-FF58-EC85-FAB2A1004E39}"/>
              </a:ext>
            </a:extLst>
          </p:cNvPr>
          <p:cNvCxnSpPr>
            <a:cxnSpLocks/>
          </p:cNvCxnSpPr>
          <p:nvPr/>
        </p:nvCxnSpPr>
        <p:spPr>
          <a:xfrm>
            <a:off x="1422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56184FE1-8D8E-20B4-6348-BA3884BF8675}"/>
              </a:ext>
            </a:extLst>
          </p:cNvPr>
          <p:cNvCxnSpPr>
            <a:cxnSpLocks/>
          </p:cNvCxnSpPr>
          <p:nvPr/>
        </p:nvCxnSpPr>
        <p:spPr>
          <a:xfrm>
            <a:off x="1980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7F5F23C4-9956-D225-5954-6A6D976EB7E5}"/>
              </a:ext>
            </a:extLst>
          </p:cNvPr>
          <p:cNvCxnSpPr>
            <a:cxnSpLocks/>
          </p:cNvCxnSpPr>
          <p:nvPr/>
        </p:nvCxnSpPr>
        <p:spPr>
          <a:xfrm>
            <a:off x="864825" y="2759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31BC587-42B7-C455-97E2-65A6DCF2205F}"/>
              </a:ext>
            </a:extLst>
          </p:cNvPr>
          <p:cNvCxnSpPr>
            <a:cxnSpLocks/>
          </p:cNvCxnSpPr>
          <p:nvPr/>
        </p:nvCxnSpPr>
        <p:spPr>
          <a:xfrm>
            <a:off x="864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FA296296-7E68-1E19-7F4E-915C7FF057C6}"/>
              </a:ext>
            </a:extLst>
          </p:cNvPr>
          <p:cNvCxnSpPr>
            <a:cxnSpLocks/>
          </p:cNvCxnSpPr>
          <p:nvPr/>
        </p:nvCxnSpPr>
        <p:spPr>
          <a:xfrm>
            <a:off x="864825" y="2201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F88C78B2-D89C-581C-8175-87AEBDAC21E0}"/>
              </a:ext>
            </a:extLst>
          </p:cNvPr>
          <p:cNvCxnSpPr>
            <a:cxnSpLocks/>
          </p:cNvCxnSpPr>
          <p:nvPr/>
        </p:nvCxnSpPr>
        <p:spPr>
          <a:xfrm>
            <a:off x="864825" y="3317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2840AD2-4F10-4A51-DFCE-5DE400450BA2}"/>
              </a:ext>
            </a:extLst>
          </p:cNvPr>
          <p:cNvCxnSpPr>
            <a:cxnSpLocks/>
          </p:cNvCxnSpPr>
          <p:nvPr/>
        </p:nvCxnSpPr>
        <p:spPr>
          <a:xfrm>
            <a:off x="864825" y="3875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3154108E-722D-7E15-8755-AE7A1160B486}"/>
              </a:ext>
            </a:extLst>
          </p:cNvPr>
          <p:cNvCxnSpPr>
            <a:cxnSpLocks/>
          </p:cNvCxnSpPr>
          <p:nvPr/>
        </p:nvCxnSpPr>
        <p:spPr>
          <a:xfrm>
            <a:off x="864825" y="4433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95AC4D89-9D98-4DBD-7307-1313F0E0EA15}"/>
              </a:ext>
            </a:extLst>
          </p:cNvPr>
          <p:cNvCxnSpPr>
            <a:cxnSpLocks/>
          </p:cNvCxnSpPr>
          <p:nvPr/>
        </p:nvCxnSpPr>
        <p:spPr>
          <a:xfrm>
            <a:off x="864825" y="4991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5DDBACD-9ABA-19C4-A3CF-6D33751B1242}"/>
              </a:ext>
            </a:extLst>
          </p:cNvPr>
          <p:cNvCxnSpPr>
            <a:cxnSpLocks/>
          </p:cNvCxnSpPr>
          <p:nvPr/>
        </p:nvCxnSpPr>
        <p:spPr>
          <a:xfrm>
            <a:off x="864825" y="5549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4221822C-4F9A-04F0-4391-B3E07F6F1DD9}"/>
              </a:ext>
            </a:extLst>
          </p:cNvPr>
          <p:cNvCxnSpPr>
            <a:cxnSpLocks/>
          </p:cNvCxnSpPr>
          <p:nvPr/>
        </p:nvCxnSpPr>
        <p:spPr>
          <a:xfrm>
            <a:off x="864825" y="6107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BABEF48B-37C6-0AE7-C1C2-6F43336B7B20}"/>
              </a:ext>
            </a:extLst>
          </p:cNvPr>
          <p:cNvCxnSpPr>
            <a:cxnSpLocks/>
          </p:cNvCxnSpPr>
          <p:nvPr/>
        </p:nvCxnSpPr>
        <p:spPr>
          <a:xfrm>
            <a:off x="864825" y="6665862"/>
            <a:ext cx="1674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Ellipse 13">
            <a:extLst>
              <a:ext uri="{FF2B5EF4-FFF2-40B4-BE49-F238E27FC236}">
                <a16:creationId xmlns:a16="http://schemas.microsoft.com/office/drawing/2014/main" id="{E2FDF42E-9C23-24D9-DAF5-1C11F3F11E5A}"/>
              </a:ext>
            </a:extLst>
          </p:cNvPr>
          <p:cNvSpPr>
            <a:spLocks noChangeAspect="1"/>
          </p:cNvSpPr>
          <p:nvPr/>
        </p:nvSpPr>
        <p:spPr>
          <a:xfrm>
            <a:off x="940271" y="2829612"/>
            <a:ext cx="418500" cy="4185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631D9CC-D1AD-2443-586C-9640F1EB533A}"/>
              </a:ext>
            </a:extLst>
          </p:cNvPr>
          <p:cNvSpPr>
            <a:spLocks noChangeAspect="1"/>
          </p:cNvSpPr>
          <p:nvPr/>
        </p:nvSpPr>
        <p:spPr>
          <a:xfrm>
            <a:off x="933878" y="3945612"/>
            <a:ext cx="418500" cy="418500"/>
          </a:xfrm>
          <a:prstGeom prst="ellipse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8BCECAB0-35A6-6727-5D4F-99788692BA31}"/>
              </a:ext>
            </a:extLst>
          </p:cNvPr>
          <p:cNvSpPr>
            <a:spLocks noChangeAspect="1"/>
          </p:cNvSpPr>
          <p:nvPr/>
        </p:nvSpPr>
        <p:spPr>
          <a:xfrm>
            <a:off x="943295" y="6175902"/>
            <a:ext cx="418500" cy="418500"/>
          </a:xfrm>
          <a:prstGeom prst="ellipse">
            <a:avLst/>
          </a:prstGeom>
          <a:solidFill>
            <a:srgbClr val="FF99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468F115-C75D-8704-6FD7-7D5B95E1E0E7}"/>
              </a:ext>
            </a:extLst>
          </p:cNvPr>
          <p:cNvSpPr>
            <a:spLocks noChangeAspect="1"/>
          </p:cNvSpPr>
          <p:nvPr/>
        </p:nvSpPr>
        <p:spPr>
          <a:xfrm>
            <a:off x="945968" y="3385902"/>
            <a:ext cx="418500" cy="418500"/>
          </a:xfrm>
          <a:prstGeom prst="ellipse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90DABB5-A695-FB7C-0C18-3E1F75AA6184}"/>
              </a:ext>
            </a:extLst>
          </p:cNvPr>
          <p:cNvSpPr>
            <a:spLocks noChangeAspect="1"/>
          </p:cNvSpPr>
          <p:nvPr/>
        </p:nvSpPr>
        <p:spPr>
          <a:xfrm>
            <a:off x="938238" y="4506262"/>
            <a:ext cx="418500" cy="4185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89F2B5DF-836C-0CFF-CDB3-964037A42A59}"/>
              </a:ext>
            </a:extLst>
          </p:cNvPr>
          <p:cNvSpPr>
            <a:spLocks noChangeAspect="1"/>
          </p:cNvSpPr>
          <p:nvPr/>
        </p:nvSpPr>
        <p:spPr>
          <a:xfrm>
            <a:off x="938237" y="5058963"/>
            <a:ext cx="418500" cy="4185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08F0FBD7-1545-4034-90C2-FEED771E5666}"/>
              </a:ext>
            </a:extLst>
          </p:cNvPr>
          <p:cNvSpPr>
            <a:spLocks noChangeAspect="1"/>
          </p:cNvSpPr>
          <p:nvPr/>
        </p:nvSpPr>
        <p:spPr>
          <a:xfrm>
            <a:off x="938237" y="5613940"/>
            <a:ext cx="418500" cy="4185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D181BCD-A403-BD60-F3D7-C395EE592E84}"/>
              </a:ext>
            </a:extLst>
          </p:cNvPr>
          <p:cNvSpPr>
            <a:spLocks noChangeAspect="1"/>
          </p:cNvSpPr>
          <p:nvPr/>
        </p:nvSpPr>
        <p:spPr>
          <a:xfrm>
            <a:off x="937249" y="2271612"/>
            <a:ext cx="418500" cy="4185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22" name="Titel 1">
            <a:extLst>
              <a:ext uri="{FF2B5EF4-FFF2-40B4-BE49-F238E27FC236}">
                <a16:creationId xmlns:a16="http://schemas.microsoft.com/office/drawing/2014/main" id="{94C689A7-C09B-F95C-BA2B-B4C2E1F0F92D}"/>
              </a:ext>
            </a:extLst>
          </p:cNvPr>
          <p:cNvSpPr txBox="1">
            <a:spLocks/>
          </p:cNvSpPr>
          <p:nvPr/>
        </p:nvSpPr>
        <p:spPr>
          <a:xfrm>
            <a:off x="1426196" y="2286375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FAC18E91-3DC8-A024-D3CF-97CF2AD59A73}"/>
              </a:ext>
            </a:extLst>
          </p:cNvPr>
          <p:cNvSpPr txBox="1">
            <a:spLocks/>
          </p:cNvSpPr>
          <p:nvPr/>
        </p:nvSpPr>
        <p:spPr>
          <a:xfrm>
            <a:off x="1436914" y="2861288"/>
            <a:ext cx="54391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90AB834A-F192-2284-BB7C-3311E60502D0}"/>
              </a:ext>
            </a:extLst>
          </p:cNvPr>
          <p:cNvSpPr txBox="1">
            <a:spLocks/>
          </p:cNvSpPr>
          <p:nvPr/>
        </p:nvSpPr>
        <p:spPr>
          <a:xfrm>
            <a:off x="1436914" y="3407547"/>
            <a:ext cx="529826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BB733E50-1768-8360-3DF5-7E943158017B}"/>
              </a:ext>
            </a:extLst>
          </p:cNvPr>
          <p:cNvSpPr txBox="1">
            <a:spLocks/>
          </p:cNvSpPr>
          <p:nvPr/>
        </p:nvSpPr>
        <p:spPr>
          <a:xfrm>
            <a:off x="1436914" y="3932533"/>
            <a:ext cx="529824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6" name="Titel 1">
            <a:extLst>
              <a:ext uri="{FF2B5EF4-FFF2-40B4-BE49-F238E27FC236}">
                <a16:creationId xmlns:a16="http://schemas.microsoft.com/office/drawing/2014/main" id="{E1383FEF-B457-B498-CE08-FF8F0011E546}"/>
              </a:ext>
            </a:extLst>
          </p:cNvPr>
          <p:cNvSpPr txBox="1">
            <a:spLocks/>
          </p:cNvSpPr>
          <p:nvPr/>
        </p:nvSpPr>
        <p:spPr>
          <a:xfrm>
            <a:off x="1436913" y="4471410"/>
            <a:ext cx="52982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9469DC8E-B89F-9023-C511-82D8E61367EB}"/>
              </a:ext>
            </a:extLst>
          </p:cNvPr>
          <p:cNvSpPr txBox="1">
            <a:spLocks/>
          </p:cNvSpPr>
          <p:nvPr/>
        </p:nvSpPr>
        <p:spPr>
          <a:xfrm>
            <a:off x="1436914" y="5075851"/>
            <a:ext cx="54391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02AFD352-E2D9-B771-F3FD-A4C69D87BB39}"/>
              </a:ext>
            </a:extLst>
          </p:cNvPr>
          <p:cNvSpPr txBox="1">
            <a:spLocks/>
          </p:cNvSpPr>
          <p:nvPr/>
        </p:nvSpPr>
        <p:spPr>
          <a:xfrm>
            <a:off x="1436914" y="5659174"/>
            <a:ext cx="54391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++</a:t>
            </a:r>
          </a:p>
        </p:txBody>
      </p:sp>
      <p:sp>
        <p:nvSpPr>
          <p:cNvPr id="29" name="Titel 1">
            <a:extLst>
              <a:ext uri="{FF2B5EF4-FFF2-40B4-BE49-F238E27FC236}">
                <a16:creationId xmlns:a16="http://schemas.microsoft.com/office/drawing/2014/main" id="{0453DB79-D03C-F0C8-3B9A-807BBA346A19}"/>
              </a:ext>
            </a:extLst>
          </p:cNvPr>
          <p:cNvSpPr txBox="1">
            <a:spLocks/>
          </p:cNvSpPr>
          <p:nvPr/>
        </p:nvSpPr>
        <p:spPr>
          <a:xfrm>
            <a:off x="1436913" y="6212659"/>
            <a:ext cx="52982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4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67911A96-5F58-CC04-06F7-8E11DCD5FCCF}"/>
              </a:ext>
            </a:extLst>
          </p:cNvPr>
          <p:cNvCxnSpPr>
            <a:cxnSpLocks/>
          </p:cNvCxnSpPr>
          <p:nvPr/>
        </p:nvCxnSpPr>
        <p:spPr>
          <a:xfrm>
            <a:off x="2538825" y="2201862"/>
            <a:ext cx="0" cy="446400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13707DEF-EEC7-0879-99AB-F3515100077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0370" y="2229140"/>
                <a:ext cx="738291" cy="38369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de-DE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1800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e-DE" sz="1800" b="1" dirty="0"/>
                  <a:t> </a:t>
                </a:r>
                <a:endParaRPr lang="de-D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1" name="Titel 1">
                <a:extLst>
                  <a:ext uri="{FF2B5EF4-FFF2-40B4-BE49-F238E27FC236}">
                    <a16:creationId xmlns:a16="http://schemas.microsoft.com/office/drawing/2014/main" id="{13707DEF-EEC7-0879-99AB-F35151000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370" y="2229140"/>
                <a:ext cx="738291" cy="383699"/>
              </a:xfrm>
              <a:prstGeom prst="rect">
                <a:avLst/>
              </a:prstGeom>
              <a:blipFill>
                <a:blip r:embed="rId3"/>
                <a:stretch>
                  <a:fillRect l="-2479" t="-4762" b="-238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87F44DA6-CC80-FBC2-967E-D5FEA2F068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0370" y="2817699"/>
                <a:ext cx="738291" cy="38369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de-DE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de-DE" sz="1800" b="1" dirty="0"/>
                  <a:t> </a:t>
                </a:r>
                <a:endParaRPr lang="de-D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2" name="Titel 1">
                <a:extLst>
                  <a:ext uri="{FF2B5EF4-FFF2-40B4-BE49-F238E27FC236}">
                    <a16:creationId xmlns:a16="http://schemas.microsoft.com/office/drawing/2014/main" id="{87F44DA6-CC80-FBC2-967E-D5FEA2F06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370" y="2817699"/>
                <a:ext cx="738291" cy="383699"/>
              </a:xfrm>
              <a:prstGeom prst="rect">
                <a:avLst/>
              </a:prstGeom>
              <a:blipFill>
                <a:blip r:embed="rId4"/>
                <a:stretch>
                  <a:fillRect l="-2479" t="-4762" b="-253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038D923E-2059-22B7-2A1F-5795B9F8A6E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0370" y="3373989"/>
                <a:ext cx="738291" cy="38369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de-DE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de-DE" sz="1800" b="1" dirty="0"/>
                  <a:t> </a:t>
                </a:r>
                <a:endParaRPr lang="de-D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3" name="Titel 1">
                <a:extLst>
                  <a:ext uri="{FF2B5EF4-FFF2-40B4-BE49-F238E27FC236}">
                    <a16:creationId xmlns:a16="http://schemas.microsoft.com/office/drawing/2014/main" id="{038D923E-2059-22B7-2A1F-5795B9F8A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370" y="3373989"/>
                <a:ext cx="738291" cy="383699"/>
              </a:xfrm>
              <a:prstGeom prst="rect">
                <a:avLst/>
              </a:prstGeom>
              <a:blipFill>
                <a:blip r:embed="rId5"/>
                <a:stretch>
                  <a:fillRect t="-4762" b="-253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C5A8C614-12EB-604B-3890-BF9DA6AE08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0370" y="3932532"/>
                <a:ext cx="738291" cy="38369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de-DE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de-DE" sz="1800" b="1" dirty="0"/>
                  <a:t> </a:t>
                </a:r>
                <a:endParaRPr lang="de-D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itel 1">
                <a:extLst>
                  <a:ext uri="{FF2B5EF4-FFF2-40B4-BE49-F238E27FC236}">
                    <a16:creationId xmlns:a16="http://schemas.microsoft.com/office/drawing/2014/main" id="{C5A8C614-12EB-604B-3890-BF9DA6AE0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370" y="3932532"/>
                <a:ext cx="738291" cy="383699"/>
              </a:xfrm>
              <a:prstGeom prst="rect">
                <a:avLst/>
              </a:prstGeom>
              <a:blipFill>
                <a:blip r:embed="rId6"/>
                <a:stretch>
                  <a:fillRect l="-2479" t="-4762" b="-2539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F8604592-E82D-18FF-3D8F-69140472A7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0370" y="4491075"/>
                <a:ext cx="738291" cy="38369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de-DE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de-DE" sz="1800" b="1" dirty="0"/>
                  <a:t> </a:t>
                </a:r>
                <a:endParaRPr lang="de-D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itel 1">
                <a:extLst>
                  <a:ext uri="{FF2B5EF4-FFF2-40B4-BE49-F238E27FC236}">
                    <a16:creationId xmlns:a16="http://schemas.microsoft.com/office/drawing/2014/main" id="{F8604592-E82D-18FF-3D8F-69140472A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0370" y="4491075"/>
                <a:ext cx="738291" cy="383699"/>
              </a:xfrm>
              <a:prstGeom prst="rect">
                <a:avLst/>
              </a:prstGeom>
              <a:blipFill>
                <a:blip r:embed="rId7"/>
                <a:stretch>
                  <a:fillRect l="-2479" t="-4762" b="-238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5DA5506C-CFB3-F0DA-ECA6-99F16D9D175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79895" y="5083562"/>
                <a:ext cx="738291" cy="38369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de-DE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</m:oMath>
                </a14:m>
                <a:r>
                  <a:rPr lang="de-DE" sz="1800" b="1" dirty="0"/>
                  <a:t> </a:t>
                </a:r>
                <a:endParaRPr lang="de-D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itel 1">
                <a:extLst>
                  <a:ext uri="{FF2B5EF4-FFF2-40B4-BE49-F238E27FC236}">
                    <a16:creationId xmlns:a16="http://schemas.microsoft.com/office/drawing/2014/main" id="{5DA5506C-CFB3-F0DA-ECA6-99F16D9D17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895" y="5083562"/>
                <a:ext cx="738291" cy="383699"/>
              </a:xfrm>
              <a:prstGeom prst="rect">
                <a:avLst/>
              </a:prstGeom>
              <a:blipFill>
                <a:blip r:embed="rId8"/>
                <a:stretch>
                  <a:fillRect l="-1653" t="-4762" b="-238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15E31089-4A9A-E61E-B51C-519E73AF82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945" y="5608373"/>
                <a:ext cx="738291" cy="38369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de-DE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de-DE" sz="18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</m:oMath>
                </a14:m>
                <a:r>
                  <a:rPr lang="de-DE" sz="1800" b="1" dirty="0"/>
                  <a:t> </a:t>
                </a:r>
                <a:endParaRPr lang="de-D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7" name="Titel 1">
                <a:extLst>
                  <a:ext uri="{FF2B5EF4-FFF2-40B4-BE49-F238E27FC236}">
                    <a16:creationId xmlns:a16="http://schemas.microsoft.com/office/drawing/2014/main" id="{15E31089-4A9A-E61E-B51C-519E73AF82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945" y="5608373"/>
                <a:ext cx="738291" cy="383699"/>
              </a:xfrm>
              <a:prstGeom prst="rect">
                <a:avLst/>
              </a:prstGeom>
              <a:blipFill>
                <a:blip r:embed="rId9"/>
                <a:stretch>
                  <a:fillRect l="-1653" t="-4762" b="-238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itel 1">
                <a:extLst>
                  <a:ext uri="{FF2B5EF4-FFF2-40B4-BE49-F238E27FC236}">
                    <a16:creationId xmlns:a16="http://schemas.microsoft.com/office/drawing/2014/main" id="{F44E35AA-7766-C113-7630-8798191A03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98945" y="6198395"/>
                <a:ext cx="738291" cy="383699"/>
              </a:xfrm>
              <a:prstGeom prst="rect">
                <a:avLst/>
              </a:prstGeom>
            </p:spPr>
            <p:txBody>
              <a:bodyPr vert="horz" lIns="91440" tIns="45720" rIns="91440" bIns="45720" rtlCol="0" anchor="b">
                <a:noAutofit/>
              </a:bodyPr>
              <a:lstStyle>
                <a:lvl1pPr algn="ctr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60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de-DE" sz="1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=</a:t>
                </a:r>
                <a:r>
                  <a:rPr lang="de-DE" sz="1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1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18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de-DE" sz="1800" b="1" dirty="0"/>
                  <a:t> </a:t>
                </a:r>
                <a:endParaRPr lang="de-DE" sz="1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8" name="Titel 1">
                <a:extLst>
                  <a:ext uri="{FF2B5EF4-FFF2-40B4-BE49-F238E27FC236}">
                    <a16:creationId xmlns:a16="http://schemas.microsoft.com/office/drawing/2014/main" id="{F44E35AA-7766-C113-7630-8798191A0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8945" y="6198395"/>
                <a:ext cx="738291" cy="383699"/>
              </a:xfrm>
              <a:prstGeom prst="rect">
                <a:avLst/>
              </a:prstGeom>
              <a:blipFill>
                <a:blip r:embed="rId10"/>
                <a:stretch>
                  <a:fillRect t="-4762" b="-2381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itel 1">
            <a:extLst>
              <a:ext uri="{FF2B5EF4-FFF2-40B4-BE49-F238E27FC236}">
                <a16:creationId xmlns:a16="http://schemas.microsoft.com/office/drawing/2014/main" id="{9AFEAE9D-2D16-A2CE-9D11-E5574BABB131}"/>
              </a:ext>
            </a:extLst>
          </p:cNvPr>
          <p:cNvSpPr txBox="1">
            <a:spLocks/>
          </p:cNvSpPr>
          <p:nvPr/>
        </p:nvSpPr>
        <p:spPr>
          <a:xfrm>
            <a:off x="1978858" y="2229140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0,3</a:t>
            </a:r>
          </a:p>
        </p:txBody>
      </p:sp>
      <p:sp>
        <p:nvSpPr>
          <p:cNvPr id="58" name="Titel 1">
            <a:extLst>
              <a:ext uri="{FF2B5EF4-FFF2-40B4-BE49-F238E27FC236}">
                <a16:creationId xmlns:a16="http://schemas.microsoft.com/office/drawing/2014/main" id="{17DF8802-EA9D-4482-C169-2D76AD87A5E4}"/>
              </a:ext>
            </a:extLst>
          </p:cNvPr>
          <p:cNvSpPr txBox="1">
            <a:spLocks/>
          </p:cNvSpPr>
          <p:nvPr/>
        </p:nvSpPr>
        <p:spPr>
          <a:xfrm>
            <a:off x="1966738" y="2816533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59" name="Titel 1">
            <a:extLst>
              <a:ext uri="{FF2B5EF4-FFF2-40B4-BE49-F238E27FC236}">
                <a16:creationId xmlns:a16="http://schemas.microsoft.com/office/drawing/2014/main" id="{47C57B2F-9DBC-4602-2815-AE8D29412987}"/>
              </a:ext>
            </a:extLst>
          </p:cNvPr>
          <p:cNvSpPr txBox="1">
            <a:spLocks/>
          </p:cNvSpPr>
          <p:nvPr/>
        </p:nvSpPr>
        <p:spPr>
          <a:xfrm>
            <a:off x="1966738" y="3389935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0,15</a:t>
            </a:r>
          </a:p>
        </p:txBody>
      </p:sp>
      <p:sp>
        <p:nvSpPr>
          <p:cNvPr id="60" name="Titel 1">
            <a:extLst>
              <a:ext uri="{FF2B5EF4-FFF2-40B4-BE49-F238E27FC236}">
                <a16:creationId xmlns:a16="http://schemas.microsoft.com/office/drawing/2014/main" id="{044271C8-F119-F5A1-2B07-2B9F878795B4}"/>
              </a:ext>
            </a:extLst>
          </p:cNvPr>
          <p:cNvSpPr txBox="1">
            <a:spLocks/>
          </p:cNvSpPr>
          <p:nvPr/>
        </p:nvSpPr>
        <p:spPr>
          <a:xfrm>
            <a:off x="1899103" y="3932532"/>
            <a:ext cx="65359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-0,15</a:t>
            </a:r>
          </a:p>
        </p:txBody>
      </p:sp>
      <p:sp>
        <p:nvSpPr>
          <p:cNvPr id="61" name="Titel 1">
            <a:extLst>
              <a:ext uri="{FF2B5EF4-FFF2-40B4-BE49-F238E27FC236}">
                <a16:creationId xmlns:a16="http://schemas.microsoft.com/office/drawing/2014/main" id="{FE362211-E807-9F0A-4E71-05E13719A39B}"/>
              </a:ext>
            </a:extLst>
          </p:cNvPr>
          <p:cNvSpPr txBox="1">
            <a:spLocks/>
          </p:cNvSpPr>
          <p:nvPr/>
        </p:nvSpPr>
        <p:spPr>
          <a:xfrm>
            <a:off x="1988571" y="5042891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0,15</a:t>
            </a:r>
          </a:p>
        </p:txBody>
      </p:sp>
      <p:sp>
        <p:nvSpPr>
          <p:cNvPr id="62" name="Titel 1">
            <a:extLst>
              <a:ext uri="{FF2B5EF4-FFF2-40B4-BE49-F238E27FC236}">
                <a16:creationId xmlns:a16="http://schemas.microsoft.com/office/drawing/2014/main" id="{7B87A72A-C02E-4DE0-9053-8F999D5B7FAD}"/>
              </a:ext>
            </a:extLst>
          </p:cNvPr>
          <p:cNvSpPr txBox="1">
            <a:spLocks/>
          </p:cNvSpPr>
          <p:nvPr/>
        </p:nvSpPr>
        <p:spPr>
          <a:xfrm>
            <a:off x="1966738" y="5635375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0,3</a:t>
            </a:r>
          </a:p>
        </p:txBody>
      </p:sp>
      <p:sp>
        <p:nvSpPr>
          <p:cNvPr id="63" name="Titel 1">
            <a:extLst>
              <a:ext uri="{FF2B5EF4-FFF2-40B4-BE49-F238E27FC236}">
                <a16:creationId xmlns:a16="http://schemas.microsoft.com/office/drawing/2014/main" id="{900B38DB-9FF9-A1D2-F9A5-A862DC2CC5A2}"/>
              </a:ext>
            </a:extLst>
          </p:cNvPr>
          <p:cNvSpPr txBox="1">
            <a:spLocks/>
          </p:cNvSpPr>
          <p:nvPr/>
        </p:nvSpPr>
        <p:spPr>
          <a:xfrm>
            <a:off x="1962388" y="6152155"/>
            <a:ext cx="540542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0,15</a:t>
            </a:r>
          </a:p>
        </p:txBody>
      </p:sp>
      <p:sp>
        <p:nvSpPr>
          <p:cNvPr id="64" name="Titel 1">
            <a:extLst>
              <a:ext uri="{FF2B5EF4-FFF2-40B4-BE49-F238E27FC236}">
                <a16:creationId xmlns:a16="http://schemas.microsoft.com/office/drawing/2014/main" id="{FC90EAEB-255B-C1C0-8802-25EB32E0C358}"/>
              </a:ext>
            </a:extLst>
          </p:cNvPr>
          <p:cNvSpPr txBox="1">
            <a:spLocks/>
          </p:cNvSpPr>
          <p:nvPr/>
        </p:nvSpPr>
        <p:spPr>
          <a:xfrm>
            <a:off x="1914737" y="4475907"/>
            <a:ext cx="653595" cy="38369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1400" b="1" dirty="0">
                <a:latin typeface="Arial" panose="020B0604020202020204" pitchFamily="34" charset="0"/>
                <a:cs typeface="Arial" panose="020B0604020202020204" pitchFamily="34" charset="0"/>
              </a:rPr>
              <a:t>-0,15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55990379-D659-45DF-2E7B-6DA94BCFE85A}"/>
                  </a:ext>
                </a:extLst>
              </p:cNvPr>
              <p:cNvSpPr txBox="1"/>
              <p:nvPr/>
            </p:nvSpPr>
            <p:spPr>
              <a:xfrm>
                <a:off x="864825" y="1133025"/>
                <a:ext cx="968861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2400" b="1" dirty="0"/>
                  <a:t>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br>
                  <a:rPr lang="de-DE" sz="2400" b="1" i="1" dirty="0">
                    <a:latin typeface="Cambria Math" panose="02040503050406030204" pitchFamily="18" charset="0"/>
                  </a:rPr>
                </a:br>
                <a:r>
                  <a:rPr lang="de-DE" sz="2400" b="1" i="1" dirty="0">
                    <a:latin typeface="Cambria Math" panose="020405030504060302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de-DE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e-DE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</m:oMath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55990379-D659-45DF-2E7B-6DA94BCFE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25" y="1133025"/>
                <a:ext cx="9688614" cy="738664"/>
              </a:xfrm>
              <a:prstGeom prst="rect">
                <a:avLst/>
              </a:prstGeom>
              <a:blipFill>
                <a:blip r:embed="rId11"/>
                <a:stretch>
                  <a:fillRect l="-1951" t="-13223" b="-743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hteck 66">
            <a:extLst>
              <a:ext uri="{FF2B5EF4-FFF2-40B4-BE49-F238E27FC236}">
                <a16:creationId xmlns:a16="http://schemas.microsoft.com/office/drawing/2014/main" id="{6BDF9554-AECD-70BD-58CA-A36AB6792F64}"/>
              </a:ext>
            </a:extLst>
          </p:cNvPr>
          <p:cNvSpPr/>
          <p:nvPr/>
        </p:nvSpPr>
        <p:spPr>
          <a:xfrm>
            <a:off x="1768700" y="1543024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8" name="Rechteck 67">
            <a:extLst>
              <a:ext uri="{FF2B5EF4-FFF2-40B4-BE49-F238E27FC236}">
                <a16:creationId xmlns:a16="http://schemas.microsoft.com/office/drawing/2014/main" id="{590041D8-1F42-F692-25BB-81C7C59073B8}"/>
              </a:ext>
            </a:extLst>
          </p:cNvPr>
          <p:cNvSpPr/>
          <p:nvPr/>
        </p:nvSpPr>
        <p:spPr>
          <a:xfrm>
            <a:off x="2859787" y="1543024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AD8BFC52-49B8-A24F-61BC-211F87205E3E}"/>
              </a:ext>
            </a:extLst>
          </p:cNvPr>
          <p:cNvSpPr/>
          <p:nvPr/>
        </p:nvSpPr>
        <p:spPr>
          <a:xfrm>
            <a:off x="4026125" y="1543024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0" name="Rechteck 69">
            <a:extLst>
              <a:ext uri="{FF2B5EF4-FFF2-40B4-BE49-F238E27FC236}">
                <a16:creationId xmlns:a16="http://schemas.microsoft.com/office/drawing/2014/main" id="{FB69FE99-F4BE-DBF0-DD5A-6787DFF1D73A}"/>
              </a:ext>
            </a:extLst>
          </p:cNvPr>
          <p:cNvSpPr/>
          <p:nvPr/>
        </p:nvSpPr>
        <p:spPr>
          <a:xfrm>
            <a:off x="4823200" y="1543024"/>
            <a:ext cx="644487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" name="Rechteck 70">
            <a:extLst>
              <a:ext uri="{FF2B5EF4-FFF2-40B4-BE49-F238E27FC236}">
                <a16:creationId xmlns:a16="http://schemas.microsoft.com/office/drawing/2014/main" id="{AB0D09CF-A77A-E028-B200-C8D79263963A}"/>
              </a:ext>
            </a:extLst>
          </p:cNvPr>
          <p:cNvSpPr/>
          <p:nvPr/>
        </p:nvSpPr>
        <p:spPr>
          <a:xfrm>
            <a:off x="6009501" y="1543023"/>
            <a:ext cx="63928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2" name="Rechteck 71">
            <a:extLst>
              <a:ext uri="{FF2B5EF4-FFF2-40B4-BE49-F238E27FC236}">
                <a16:creationId xmlns:a16="http://schemas.microsoft.com/office/drawing/2014/main" id="{E40790D1-BBED-84CD-090C-EB1FE16FA7B0}"/>
              </a:ext>
            </a:extLst>
          </p:cNvPr>
          <p:cNvSpPr/>
          <p:nvPr/>
        </p:nvSpPr>
        <p:spPr>
          <a:xfrm>
            <a:off x="7365448" y="1543023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E3DC6F2E-3CB7-4837-E57E-B6EF24EC8487}"/>
              </a:ext>
            </a:extLst>
          </p:cNvPr>
          <p:cNvSpPr/>
          <p:nvPr/>
        </p:nvSpPr>
        <p:spPr>
          <a:xfrm>
            <a:off x="8531786" y="1543022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Rechteck 73">
            <a:extLst>
              <a:ext uri="{FF2B5EF4-FFF2-40B4-BE49-F238E27FC236}">
                <a16:creationId xmlns:a16="http://schemas.microsoft.com/office/drawing/2014/main" id="{D55DD765-36ED-7D4B-4804-D897B769E28B}"/>
              </a:ext>
            </a:extLst>
          </p:cNvPr>
          <p:cNvSpPr/>
          <p:nvPr/>
        </p:nvSpPr>
        <p:spPr>
          <a:xfrm>
            <a:off x="9656408" y="1562204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CF6AFDED-6EFA-BBE8-86D2-83E14B0499DD}"/>
              </a:ext>
            </a:extLst>
          </p:cNvPr>
          <p:cNvSpPr txBox="1"/>
          <p:nvPr/>
        </p:nvSpPr>
        <p:spPr>
          <a:xfrm>
            <a:off x="1671478" y="1487661"/>
            <a:ext cx="51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0,3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731EDD72-C16D-0235-E17C-35408DD7FDE8}"/>
              </a:ext>
            </a:extLst>
          </p:cNvPr>
          <p:cNvSpPr txBox="1"/>
          <p:nvPr/>
        </p:nvSpPr>
        <p:spPr>
          <a:xfrm>
            <a:off x="8440698" y="1487661"/>
            <a:ext cx="51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0,3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221B37F6-3F5F-533C-A7A3-104BAD9E0548}"/>
              </a:ext>
            </a:extLst>
          </p:cNvPr>
          <p:cNvSpPr txBox="1"/>
          <p:nvPr/>
        </p:nvSpPr>
        <p:spPr>
          <a:xfrm>
            <a:off x="3858774" y="1487661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0,15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9384D69E-8918-B438-9578-52E2EDE59D7A}"/>
              </a:ext>
            </a:extLst>
          </p:cNvPr>
          <p:cNvSpPr txBox="1"/>
          <p:nvPr/>
        </p:nvSpPr>
        <p:spPr>
          <a:xfrm>
            <a:off x="9497397" y="1492832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0,15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66F21A81-131C-9E95-C8CC-944D0E8BF318}"/>
              </a:ext>
            </a:extLst>
          </p:cNvPr>
          <p:cNvSpPr txBox="1"/>
          <p:nvPr/>
        </p:nvSpPr>
        <p:spPr>
          <a:xfrm>
            <a:off x="7254063" y="1489323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0,15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A4E1396F-F379-15F9-62CB-2B95FB147833}"/>
              </a:ext>
            </a:extLst>
          </p:cNvPr>
          <p:cNvSpPr txBox="1"/>
          <p:nvPr/>
        </p:nvSpPr>
        <p:spPr>
          <a:xfrm>
            <a:off x="2874249" y="1487661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72656B69-6077-14D0-49A3-9FC7A44A5855}"/>
              </a:ext>
            </a:extLst>
          </p:cNvPr>
          <p:cNvSpPr txBox="1"/>
          <p:nvPr/>
        </p:nvSpPr>
        <p:spPr>
          <a:xfrm>
            <a:off x="4748539" y="1483307"/>
            <a:ext cx="793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- 0,15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27CC6486-3283-8E72-3746-4FBBD4EEE872}"/>
              </a:ext>
            </a:extLst>
          </p:cNvPr>
          <p:cNvSpPr txBox="1"/>
          <p:nvPr/>
        </p:nvSpPr>
        <p:spPr>
          <a:xfrm>
            <a:off x="5918442" y="1487661"/>
            <a:ext cx="793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- 0,15</a:t>
            </a:r>
          </a:p>
        </p:txBody>
      </p:sp>
    </p:spTree>
    <p:extLst>
      <p:ext uri="{BB962C8B-B14F-4D97-AF65-F5344CB8AC3E}">
        <p14:creationId xmlns:p14="http://schemas.microsoft.com/office/powerpoint/2010/main" val="10816808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D77EB-E23F-5A1F-64FB-25D214F75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hteck 56">
            <a:extLst>
              <a:ext uri="{FF2B5EF4-FFF2-40B4-BE49-F238E27FC236}">
                <a16:creationId xmlns:a16="http://schemas.microsoft.com/office/drawing/2014/main" id="{C61D6BB4-CFD3-8FE2-4B9D-201E610E3A4E}"/>
              </a:ext>
            </a:extLst>
          </p:cNvPr>
          <p:cNvSpPr/>
          <p:nvPr/>
        </p:nvSpPr>
        <p:spPr>
          <a:xfrm>
            <a:off x="11124635" y="1522319"/>
            <a:ext cx="734398" cy="3240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2E473F71-7977-6488-9256-5BE51E2F944B}"/>
              </a:ext>
            </a:extLst>
          </p:cNvPr>
          <p:cNvSpPr/>
          <p:nvPr/>
        </p:nvSpPr>
        <p:spPr>
          <a:xfrm>
            <a:off x="9692588" y="1522319"/>
            <a:ext cx="734398" cy="32400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631755E1-BD54-3524-E40E-6A5DE93F7FEE}"/>
              </a:ext>
            </a:extLst>
          </p:cNvPr>
          <p:cNvSpPr/>
          <p:nvPr/>
        </p:nvSpPr>
        <p:spPr>
          <a:xfrm>
            <a:off x="8241074" y="1522319"/>
            <a:ext cx="734398" cy="3240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3820AFE3-4A25-25F4-E43F-E0997BBDDA8F}"/>
              </a:ext>
            </a:extLst>
          </p:cNvPr>
          <p:cNvSpPr/>
          <p:nvPr/>
        </p:nvSpPr>
        <p:spPr>
          <a:xfrm>
            <a:off x="6788707" y="1521280"/>
            <a:ext cx="734398" cy="32400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E75816A8-AAB0-6532-8B1A-773E37860BE2}"/>
              </a:ext>
            </a:extLst>
          </p:cNvPr>
          <p:cNvSpPr/>
          <p:nvPr/>
        </p:nvSpPr>
        <p:spPr>
          <a:xfrm>
            <a:off x="5363435" y="1521280"/>
            <a:ext cx="734398" cy="32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F5C7334C-156C-F3E5-AD50-635C73AC6977}"/>
              </a:ext>
            </a:extLst>
          </p:cNvPr>
          <p:cNvSpPr/>
          <p:nvPr/>
        </p:nvSpPr>
        <p:spPr>
          <a:xfrm>
            <a:off x="3911915" y="1521280"/>
            <a:ext cx="734398" cy="32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3" name="Rechteck 62">
            <a:extLst>
              <a:ext uri="{FF2B5EF4-FFF2-40B4-BE49-F238E27FC236}">
                <a16:creationId xmlns:a16="http://schemas.microsoft.com/office/drawing/2014/main" id="{06FB7F37-E794-02BC-D4E6-DABBEB1F338F}"/>
              </a:ext>
            </a:extLst>
          </p:cNvPr>
          <p:cNvSpPr/>
          <p:nvPr/>
        </p:nvSpPr>
        <p:spPr>
          <a:xfrm>
            <a:off x="2480718" y="1522319"/>
            <a:ext cx="734398" cy="3240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4" name="Rechteck 63">
            <a:extLst>
              <a:ext uri="{FF2B5EF4-FFF2-40B4-BE49-F238E27FC236}">
                <a16:creationId xmlns:a16="http://schemas.microsoft.com/office/drawing/2014/main" id="{F48305B3-C2A2-633D-A8AD-EE68DDA05503}"/>
              </a:ext>
            </a:extLst>
          </p:cNvPr>
          <p:cNvSpPr/>
          <p:nvPr/>
        </p:nvSpPr>
        <p:spPr>
          <a:xfrm>
            <a:off x="1065600" y="1521439"/>
            <a:ext cx="734398" cy="324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9CDFD226-9B36-6DDE-FF0B-E56CFEC4C6E8}"/>
                  </a:ext>
                </a:extLst>
              </p:cNvPr>
              <p:cNvSpPr txBox="1"/>
              <p:nvPr/>
            </p:nvSpPr>
            <p:spPr>
              <a:xfrm>
                <a:off x="1258065" y="17316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5" name="Textfeld 64">
                <a:extLst>
                  <a:ext uri="{FF2B5EF4-FFF2-40B4-BE49-F238E27FC236}">
                    <a16:creationId xmlns:a16="http://schemas.microsoft.com/office/drawing/2014/main" id="{9CDFD226-9B36-6DDE-FF0B-E56CFEC4C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1731600"/>
                <a:ext cx="436786" cy="369332"/>
              </a:xfrm>
              <a:prstGeom prst="rect">
                <a:avLst/>
              </a:prstGeom>
              <a:blipFill>
                <a:blip r:embed="rId4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24888912-DFDE-0148-BC9A-09B99535D3B7}"/>
                  </a:ext>
                </a:extLst>
              </p:cNvPr>
              <p:cNvSpPr txBox="1"/>
              <p:nvPr/>
            </p:nvSpPr>
            <p:spPr>
              <a:xfrm>
                <a:off x="1258065" y="24516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24888912-DFDE-0148-BC9A-09B99535D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2451600"/>
                <a:ext cx="436786" cy="369332"/>
              </a:xfrm>
              <a:prstGeom prst="rect">
                <a:avLst/>
              </a:prstGeom>
              <a:blipFill>
                <a:blip r:embed="rId5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F4A3A3DB-533C-C9AD-4280-6C0BFBC2C176}"/>
                  </a:ext>
                </a:extLst>
              </p:cNvPr>
              <p:cNvSpPr txBox="1"/>
              <p:nvPr/>
            </p:nvSpPr>
            <p:spPr>
              <a:xfrm>
                <a:off x="1258065" y="28116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F4A3A3DB-533C-C9AD-4280-6C0BFBC2C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2811600"/>
                <a:ext cx="436786" cy="369332"/>
              </a:xfrm>
              <a:prstGeom prst="rect">
                <a:avLst/>
              </a:prstGeom>
              <a:blipFill>
                <a:blip r:embed="rId6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2D7DDDC6-9EF3-6A29-C78C-42B1F9C59239}"/>
                  </a:ext>
                </a:extLst>
              </p:cNvPr>
              <p:cNvSpPr txBox="1"/>
              <p:nvPr/>
            </p:nvSpPr>
            <p:spPr>
              <a:xfrm>
                <a:off x="1260000" y="31716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8" name="Textfeld 67">
                <a:extLst>
                  <a:ext uri="{FF2B5EF4-FFF2-40B4-BE49-F238E27FC236}">
                    <a16:creationId xmlns:a16="http://schemas.microsoft.com/office/drawing/2014/main" id="{2D7DDDC6-9EF3-6A29-C78C-42B1F9C59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3171600"/>
                <a:ext cx="436786" cy="369332"/>
              </a:xfrm>
              <a:prstGeom prst="rect">
                <a:avLst/>
              </a:prstGeom>
              <a:blipFill>
                <a:blip r:embed="rId7"/>
                <a:stretch>
                  <a:fillRect l="-16901" r="-8451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F5DE566A-01E8-7A3A-10FC-DDB08F8EA503}"/>
                  </a:ext>
                </a:extLst>
              </p:cNvPr>
              <p:cNvSpPr txBox="1"/>
              <p:nvPr/>
            </p:nvSpPr>
            <p:spPr>
              <a:xfrm>
                <a:off x="1260000" y="42516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69" name="Textfeld 68">
                <a:extLst>
                  <a:ext uri="{FF2B5EF4-FFF2-40B4-BE49-F238E27FC236}">
                    <a16:creationId xmlns:a16="http://schemas.microsoft.com/office/drawing/2014/main" id="{F5DE566A-01E8-7A3A-10FC-DDB08F8EA5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00" y="4251600"/>
                <a:ext cx="436786" cy="369332"/>
              </a:xfrm>
              <a:prstGeom prst="rect">
                <a:avLst/>
              </a:prstGeom>
              <a:blipFill>
                <a:blip r:embed="rId8"/>
                <a:stretch>
                  <a:fillRect l="-16901" r="-8451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7D3F688E-C5C4-1F72-DCD2-B3B3B6C56942}"/>
                  </a:ext>
                </a:extLst>
              </p:cNvPr>
              <p:cNvSpPr txBox="1"/>
              <p:nvPr/>
            </p:nvSpPr>
            <p:spPr>
              <a:xfrm>
                <a:off x="2660720" y="20916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0" name="Textfeld 69">
                <a:extLst>
                  <a:ext uri="{FF2B5EF4-FFF2-40B4-BE49-F238E27FC236}">
                    <a16:creationId xmlns:a16="http://schemas.microsoft.com/office/drawing/2014/main" id="{7D3F688E-C5C4-1F72-DCD2-B3B3B6C56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2091600"/>
                <a:ext cx="433580" cy="369332"/>
              </a:xfrm>
              <a:prstGeom prst="rect">
                <a:avLst/>
              </a:prstGeom>
              <a:blipFill>
                <a:blip r:embed="rId9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49E11277-B00C-FADC-AAD2-5C34D6EE9334}"/>
                  </a:ext>
                </a:extLst>
              </p:cNvPr>
              <p:cNvSpPr txBox="1"/>
              <p:nvPr/>
            </p:nvSpPr>
            <p:spPr>
              <a:xfrm>
                <a:off x="2660720" y="31716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1" name="Textfeld 70">
                <a:extLst>
                  <a:ext uri="{FF2B5EF4-FFF2-40B4-BE49-F238E27FC236}">
                    <a16:creationId xmlns:a16="http://schemas.microsoft.com/office/drawing/2014/main" id="{49E11277-B00C-FADC-AAD2-5C34D6EE9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3171600"/>
                <a:ext cx="433580" cy="369332"/>
              </a:xfrm>
              <a:prstGeom prst="rect">
                <a:avLst/>
              </a:prstGeom>
              <a:blipFill>
                <a:blip r:embed="rId10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25A4CEF5-7ADB-0FA4-C004-EBBDB01BA069}"/>
                  </a:ext>
                </a:extLst>
              </p:cNvPr>
              <p:cNvSpPr txBox="1"/>
              <p:nvPr/>
            </p:nvSpPr>
            <p:spPr>
              <a:xfrm>
                <a:off x="2660720" y="38916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2" name="Textfeld 71">
                <a:extLst>
                  <a:ext uri="{FF2B5EF4-FFF2-40B4-BE49-F238E27FC236}">
                    <a16:creationId xmlns:a16="http://schemas.microsoft.com/office/drawing/2014/main" id="{25A4CEF5-7ADB-0FA4-C004-EBBDB01BA0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720" y="3891600"/>
                <a:ext cx="433580" cy="369332"/>
              </a:xfrm>
              <a:prstGeom prst="rect">
                <a:avLst/>
              </a:prstGeom>
              <a:blipFill>
                <a:blip r:embed="rId11"/>
                <a:stretch>
                  <a:fillRect l="-15278" r="-694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BFF1C0C7-C6FB-EDFC-94B8-328470DCE035}"/>
                  </a:ext>
                </a:extLst>
              </p:cNvPr>
              <p:cNvSpPr txBox="1"/>
              <p:nvPr/>
            </p:nvSpPr>
            <p:spPr>
              <a:xfrm>
                <a:off x="4102080" y="17316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3" name="Textfeld 72">
                <a:extLst>
                  <a:ext uri="{FF2B5EF4-FFF2-40B4-BE49-F238E27FC236}">
                    <a16:creationId xmlns:a16="http://schemas.microsoft.com/office/drawing/2014/main" id="{BFF1C0C7-C6FB-EDFC-94B8-328470DCE0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1731600"/>
                <a:ext cx="415948" cy="369332"/>
              </a:xfrm>
              <a:prstGeom prst="rect">
                <a:avLst/>
              </a:prstGeom>
              <a:blipFill>
                <a:blip r:embed="rId12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8FF1541F-8B38-6D32-6E11-7856E7CDBC2A}"/>
                  </a:ext>
                </a:extLst>
              </p:cNvPr>
              <p:cNvSpPr txBox="1"/>
              <p:nvPr/>
            </p:nvSpPr>
            <p:spPr>
              <a:xfrm>
                <a:off x="4102080" y="20916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4" name="Textfeld 73">
                <a:extLst>
                  <a:ext uri="{FF2B5EF4-FFF2-40B4-BE49-F238E27FC236}">
                    <a16:creationId xmlns:a16="http://schemas.microsoft.com/office/drawing/2014/main" id="{8FF1541F-8B38-6D32-6E11-7856E7CDB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2091600"/>
                <a:ext cx="415948" cy="369332"/>
              </a:xfrm>
              <a:prstGeom prst="rect">
                <a:avLst/>
              </a:prstGeom>
              <a:blipFill>
                <a:blip r:embed="rId13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ED8F3E8E-1846-D92F-CA7E-76974C1F4AF7}"/>
                  </a:ext>
                </a:extLst>
              </p:cNvPr>
              <p:cNvSpPr txBox="1"/>
              <p:nvPr/>
            </p:nvSpPr>
            <p:spPr>
              <a:xfrm>
                <a:off x="4102080" y="42516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5" name="Textfeld 74">
                <a:extLst>
                  <a:ext uri="{FF2B5EF4-FFF2-40B4-BE49-F238E27FC236}">
                    <a16:creationId xmlns:a16="http://schemas.microsoft.com/office/drawing/2014/main" id="{ED8F3E8E-1846-D92F-CA7E-76974C1F4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4251600"/>
                <a:ext cx="415948" cy="369332"/>
              </a:xfrm>
              <a:prstGeom prst="rect">
                <a:avLst/>
              </a:prstGeom>
              <a:blipFill>
                <a:blip r:embed="rId14"/>
                <a:stretch>
                  <a:fillRect l="-17647" r="-8824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3CED6609-0162-0256-490D-FC8694DD317E}"/>
                  </a:ext>
                </a:extLst>
              </p:cNvPr>
              <p:cNvSpPr txBox="1"/>
              <p:nvPr/>
            </p:nvSpPr>
            <p:spPr>
              <a:xfrm>
                <a:off x="5543440" y="28116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6" name="Textfeld 75">
                <a:extLst>
                  <a:ext uri="{FF2B5EF4-FFF2-40B4-BE49-F238E27FC236}">
                    <a16:creationId xmlns:a16="http://schemas.microsoft.com/office/drawing/2014/main" id="{3CED6609-0162-0256-490D-FC8694DD3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2811600"/>
                <a:ext cx="446404" cy="369332"/>
              </a:xfrm>
              <a:prstGeom prst="rect">
                <a:avLst/>
              </a:prstGeom>
              <a:blipFill>
                <a:blip r:embed="rId15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CEE8C693-6702-49AF-2E6B-6B63686A9FA0}"/>
                  </a:ext>
                </a:extLst>
              </p:cNvPr>
              <p:cNvSpPr txBox="1"/>
              <p:nvPr/>
            </p:nvSpPr>
            <p:spPr>
              <a:xfrm>
                <a:off x="5543440" y="38916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7" name="Textfeld 76">
                <a:extLst>
                  <a:ext uri="{FF2B5EF4-FFF2-40B4-BE49-F238E27FC236}">
                    <a16:creationId xmlns:a16="http://schemas.microsoft.com/office/drawing/2014/main" id="{CEE8C693-6702-49AF-2E6B-6B63686A9F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3891600"/>
                <a:ext cx="446404" cy="369332"/>
              </a:xfrm>
              <a:prstGeom prst="rect">
                <a:avLst/>
              </a:prstGeom>
              <a:blipFill>
                <a:blip r:embed="rId16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F65603F4-9F9A-8C64-003B-84C9CC77BEFE}"/>
                  </a:ext>
                </a:extLst>
              </p:cNvPr>
              <p:cNvSpPr txBox="1"/>
              <p:nvPr/>
            </p:nvSpPr>
            <p:spPr>
              <a:xfrm>
                <a:off x="5543440" y="42516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8" name="Textfeld 77">
                <a:extLst>
                  <a:ext uri="{FF2B5EF4-FFF2-40B4-BE49-F238E27FC236}">
                    <a16:creationId xmlns:a16="http://schemas.microsoft.com/office/drawing/2014/main" id="{F65603F4-9F9A-8C64-003B-84C9CC77BE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3440" y="4251600"/>
                <a:ext cx="446404" cy="369332"/>
              </a:xfrm>
              <a:prstGeom prst="rect">
                <a:avLst/>
              </a:prstGeom>
              <a:blipFill>
                <a:blip r:embed="rId17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01C8A4ED-FA5F-CC2C-6DD6-64C7158EA86E}"/>
                  </a:ext>
                </a:extLst>
              </p:cNvPr>
              <p:cNvSpPr txBox="1"/>
              <p:nvPr/>
            </p:nvSpPr>
            <p:spPr>
              <a:xfrm>
                <a:off x="6974640" y="17316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79" name="Textfeld 78">
                <a:extLst>
                  <a:ext uri="{FF2B5EF4-FFF2-40B4-BE49-F238E27FC236}">
                    <a16:creationId xmlns:a16="http://schemas.microsoft.com/office/drawing/2014/main" id="{01C8A4ED-FA5F-CC2C-6DD6-64C7158EA8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1731600"/>
                <a:ext cx="417550" cy="369332"/>
              </a:xfrm>
              <a:prstGeom prst="rect">
                <a:avLst/>
              </a:prstGeom>
              <a:blipFill>
                <a:blip r:embed="rId18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4F4EF0EE-969E-96A9-5805-59FAC1EAD784}"/>
                  </a:ext>
                </a:extLst>
              </p:cNvPr>
              <p:cNvSpPr txBox="1"/>
              <p:nvPr/>
            </p:nvSpPr>
            <p:spPr>
              <a:xfrm>
                <a:off x="6974640" y="24516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0" name="Textfeld 79">
                <a:extLst>
                  <a:ext uri="{FF2B5EF4-FFF2-40B4-BE49-F238E27FC236}">
                    <a16:creationId xmlns:a16="http://schemas.microsoft.com/office/drawing/2014/main" id="{4F4EF0EE-969E-96A9-5805-59FAC1EAD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2451600"/>
                <a:ext cx="417550" cy="369332"/>
              </a:xfrm>
              <a:prstGeom prst="rect">
                <a:avLst/>
              </a:prstGeom>
              <a:blipFill>
                <a:blip r:embed="rId19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91778D83-5030-4C30-ED47-D8D1DD9A8722}"/>
                  </a:ext>
                </a:extLst>
              </p:cNvPr>
              <p:cNvSpPr txBox="1"/>
              <p:nvPr/>
            </p:nvSpPr>
            <p:spPr>
              <a:xfrm>
                <a:off x="6974640" y="35316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1" name="Textfeld 80">
                <a:extLst>
                  <a:ext uri="{FF2B5EF4-FFF2-40B4-BE49-F238E27FC236}">
                    <a16:creationId xmlns:a16="http://schemas.microsoft.com/office/drawing/2014/main" id="{91778D83-5030-4C30-ED47-D8D1DD9A87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3531600"/>
                <a:ext cx="417550" cy="369332"/>
              </a:xfrm>
              <a:prstGeom prst="rect">
                <a:avLst/>
              </a:prstGeom>
              <a:blipFill>
                <a:blip r:embed="rId20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78C8AF0-B9EF-ECA6-AF58-A125075EFA13}"/>
                  </a:ext>
                </a:extLst>
              </p:cNvPr>
              <p:cNvSpPr txBox="1"/>
              <p:nvPr/>
            </p:nvSpPr>
            <p:spPr>
              <a:xfrm>
                <a:off x="6974640" y="31716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2" name="Textfeld 81">
                <a:extLst>
                  <a:ext uri="{FF2B5EF4-FFF2-40B4-BE49-F238E27FC236}">
                    <a16:creationId xmlns:a16="http://schemas.microsoft.com/office/drawing/2014/main" id="{178C8AF0-B9EF-ECA6-AF58-A125075EFA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640" y="3171600"/>
                <a:ext cx="417550" cy="369332"/>
              </a:xfrm>
              <a:prstGeom prst="rect">
                <a:avLst/>
              </a:prstGeom>
              <a:blipFill>
                <a:blip r:embed="rId21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210CE975-BB55-63FA-4806-1E4543CE3634}"/>
                  </a:ext>
                </a:extLst>
              </p:cNvPr>
              <p:cNvSpPr txBox="1"/>
              <p:nvPr/>
            </p:nvSpPr>
            <p:spPr>
              <a:xfrm>
                <a:off x="8426160" y="20916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3" name="Textfeld 82">
                <a:extLst>
                  <a:ext uri="{FF2B5EF4-FFF2-40B4-BE49-F238E27FC236}">
                    <a16:creationId xmlns:a16="http://schemas.microsoft.com/office/drawing/2014/main" id="{210CE975-BB55-63FA-4806-1E4543CE36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2091600"/>
                <a:ext cx="411138" cy="369332"/>
              </a:xfrm>
              <a:prstGeom prst="rect">
                <a:avLst/>
              </a:prstGeom>
              <a:blipFill>
                <a:blip r:embed="rId22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36F15ECC-47AB-9F03-09CB-4FFFFEBD6A34}"/>
                  </a:ext>
                </a:extLst>
              </p:cNvPr>
              <p:cNvSpPr txBox="1"/>
              <p:nvPr/>
            </p:nvSpPr>
            <p:spPr>
              <a:xfrm>
                <a:off x="8426160" y="28116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4" name="Textfeld 83">
                <a:extLst>
                  <a:ext uri="{FF2B5EF4-FFF2-40B4-BE49-F238E27FC236}">
                    <a16:creationId xmlns:a16="http://schemas.microsoft.com/office/drawing/2014/main" id="{36F15ECC-47AB-9F03-09CB-4FFFFEBD6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2811600"/>
                <a:ext cx="411138" cy="369332"/>
              </a:xfrm>
              <a:prstGeom prst="rect">
                <a:avLst/>
              </a:prstGeom>
              <a:blipFill>
                <a:blip r:embed="rId23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0D114C35-90FD-DB72-F378-9742460D873F}"/>
                  </a:ext>
                </a:extLst>
              </p:cNvPr>
              <p:cNvSpPr txBox="1"/>
              <p:nvPr/>
            </p:nvSpPr>
            <p:spPr>
              <a:xfrm>
                <a:off x="8426160" y="35316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5" name="Textfeld 84">
                <a:extLst>
                  <a:ext uri="{FF2B5EF4-FFF2-40B4-BE49-F238E27FC236}">
                    <a16:creationId xmlns:a16="http://schemas.microsoft.com/office/drawing/2014/main" id="{0D114C35-90FD-DB72-F378-9742460D87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3531600"/>
                <a:ext cx="411138" cy="369332"/>
              </a:xfrm>
              <a:prstGeom prst="rect">
                <a:avLst/>
              </a:prstGeom>
              <a:blipFill>
                <a:blip r:embed="rId24"/>
                <a:stretch>
                  <a:fillRect l="-16176" r="-7353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4FCB2755-E713-102C-9C2B-8F7E594D30D6}"/>
                  </a:ext>
                </a:extLst>
              </p:cNvPr>
              <p:cNvSpPr txBox="1"/>
              <p:nvPr/>
            </p:nvSpPr>
            <p:spPr>
              <a:xfrm>
                <a:off x="9887840" y="24516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6" name="Textfeld 85">
                <a:extLst>
                  <a:ext uri="{FF2B5EF4-FFF2-40B4-BE49-F238E27FC236}">
                    <a16:creationId xmlns:a16="http://schemas.microsoft.com/office/drawing/2014/main" id="{4FCB2755-E713-102C-9C2B-8F7E594D30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2451600"/>
                <a:ext cx="433580" cy="369332"/>
              </a:xfrm>
              <a:prstGeom prst="rect">
                <a:avLst/>
              </a:prstGeom>
              <a:blipFill>
                <a:blip r:embed="rId25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25FDB743-0DCE-F4C9-5A80-B43100978AE7}"/>
                  </a:ext>
                </a:extLst>
              </p:cNvPr>
              <p:cNvSpPr txBox="1"/>
              <p:nvPr/>
            </p:nvSpPr>
            <p:spPr>
              <a:xfrm>
                <a:off x="9887840" y="31716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7" name="Textfeld 86">
                <a:extLst>
                  <a:ext uri="{FF2B5EF4-FFF2-40B4-BE49-F238E27FC236}">
                    <a16:creationId xmlns:a16="http://schemas.microsoft.com/office/drawing/2014/main" id="{25FDB743-0DCE-F4C9-5A80-B43100978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3171600"/>
                <a:ext cx="433580" cy="369332"/>
              </a:xfrm>
              <a:prstGeom prst="rect">
                <a:avLst/>
              </a:prstGeom>
              <a:blipFill>
                <a:blip r:embed="rId26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79CE9FAF-6DA2-94FD-B520-9E6DD5AF4086}"/>
                  </a:ext>
                </a:extLst>
              </p:cNvPr>
              <p:cNvSpPr txBox="1"/>
              <p:nvPr/>
            </p:nvSpPr>
            <p:spPr>
              <a:xfrm>
                <a:off x="9887840" y="42516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8" name="Textfeld 87">
                <a:extLst>
                  <a:ext uri="{FF2B5EF4-FFF2-40B4-BE49-F238E27FC236}">
                    <a16:creationId xmlns:a16="http://schemas.microsoft.com/office/drawing/2014/main" id="{79CE9FAF-6DA2-94FD-B520-9E6DD5AF40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4251600"/>
                <a:ext cx="433580" cy="369332"/>
              </a:xfrm>
              <a:prstGeom prst="rect">
                <a:avLst/>
              </a:prstGeom>
              <a:blipFill>
                <a:blip r:embed="rId27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6A113A53-64C3-F64D-E390-768D5E652A6A}"/>
                  </a:ext>
                </a:extLst>
              </p:cNvPr>
              <p:cNvSpPr txBox="1"/>
              <p:nvPr/>
            </p:nvSpPr>
            <p:spPr>
              <a:xfrm>
                <a:off x="9887840" y="38916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89" name="Textfeld 88">
                <a:extLst>
                  <a:ext uri="{FF2B5EF4-FFF2-40B4-BE49-F238E27FC236}">
                    <a16:creationId xmlns:a16="http://schemas.microsoft.com/office/drawing/2014/main" id="{6A113A53-64C3-F64D-E390-768D5E652A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840" y="3891600"/>
                <a:ext cx="433580" cy="369332"/>
              </a:xfrm>
              <a:prstGeom prst="rect">
                <a:avLst/>
              </a:prstGeom>
              <a:blipFill>
                <a:blip r:embed="rId28"/>
                <a:stretch>
                  <a:fillRect l="-15493" r="-7042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D53FCB24-AA0B-4F92-36E1-533C2DF89F68}"/>
                  </a:ext>
                </a:extLst>
              </p:cNvPr>
              <p:cNvSpPr txBox="1"/>
              <p:nvPr/>
            </p:nvSpPr>
            <p:spPr>
              <a:xfrm>
                <a:off x="11329200" y="31716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0" name="Textfeld 89">
                <a:extLst>
                  <a:ext uri="{FF2B5EF4-FFF2-40B4-BE49-F238E27FC236}">
                    <a16:creationId xmlns:a16="http://schemas.microsoft.com/office/drawing/2014/main" id="{D53FCB24-AA0B-4F92-36E1-533C2DF89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3171600"/>
                <a:ext cx="449610" cy="369332"/>
              </a:xfrm>
              <a:prstGeom prst="rect">
                <a:avLst/>
              </a:prstGeom>
              <a:blipFill>
                <a:blip r:embed="rId29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86611A83-CA01-4F7C-CA2D-5D34CCAA3803}"/>
                  </a:ext>
                </a:extLst>
              </p:cNvPr>
              <p:cNvSpPr txBox="1"/>
              <p:nvPr/>
            </p:nvSpPr>
            <p:spPr>
              <a:xfrm>
                <a:off x="11329200" y="35316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1" name="Textfeld 90">
                <a:extLst>
                  <a:ext uri="{FF2B5EF4-FFF2-40B4-BE49-F238E27FC236}">
                    <a16:creationId xmlns:a16="http://schemas.microsoft.com/office/drawing/2014/main" id="{86611A83-CA01-4F7C-CA2D-5D34CCAA3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3531600"/>
                <a:ext cx="449610" cy="369332"/>
              </a:xfrm>
              <a:prstGeom prst="rect">
                <a:avLst/>
              </a:prstGeom>
              <a:blipFill>
                <a:blip r:embed="rId30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D82FA8A5-B867-3E67-A305-A59857D26FB5}"/>
                  </a:ext>
                </a:extLst>
              </p:cNvPr>
              <p:cNvSpPr txBox="1"/>
              <p:nvPr/>
            </p:nvSpPr>
            <p:spPr>
              <a:xfrm>
                <a:off x="11329200" y="38916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2" name="Textfeld 91">
                <a:extLst>
                  <a:ext uri="{FF2B5EF4-FFF2-40B4-BE49-F238E27FC236}">
                    <a16:creationId xmlns:a16="http://schemas.microsoft.com/office/drawing/2014/main" id="{D82FA8A5-B867-3E67-A305-A59857D26F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3891600"/>
                <a:ext cx="449610" cy="369332"/>
              </a:xfrm>
              <a:prstGeom prst="rect">
                <a:avLst/>
              </a:prstGeom>
              <a:blipFill>
                <a:blip r:embed="rId31"/>
                <a:stretch>
                  <a:fillRect l="-14865" r="-6757" b="-147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A4BD9A5D-444C-8D69-EDE3-AC0AA9358BF2}"/>
                  </a:ext>
                </a:extLst>
              </p:cNvPr>
              <p:cNvSpPr txBox="1"/>
              <p:nvPr/>
            </p:nvSpPr>
            <p:spPr>
              <a:xfrm>
                <a:off x="266400" y="1731600"/>
                <a:ext cx="40068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A4BD9A5D-444C-8D69-EDE3-AC0AA9358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00" y="1731600"/>
                <a:ext cx="400687" cy="369332"/>
              </a:xfrm>
              <a:prstGeom prst="rect">
                <a:avLst/>
              </a:prstGeom>
              <a:blipFill>
                <a:blip r:embed="rId32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051B247C-1FBD-C9C1-25C1-5808214F54CF}"/>
                  </a:ext>
                </a:extLst>
              </p:cNvPr>
              <p:cNvSpPr txBox="1"/>
              <p:nvPr/>
            </p:nvSpPr>
            <p:spPr>
              <a:xfrm>
                <a:off x="265680" y="20916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4" name="Textfeld 93">
                <a:extLst>
                  <a:ext uri="{FF2B5EF4-FFF2-40B4-BE49-F238E27FC236}">
                    <a16:creationId xmlns:a16="http://schemas.microsoft.com/office/drawing/2014/main" id="{051B247C-1FBD-C9C1-25C1-5808214F5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2091600"/>
                <a:ext cx="400686" cy="369332"/>
              </a:xfrm>
              <a:prstGeom prst="rect">
                <a:avLst/>
              </a:prstGeom>
              <a:blipFill>
                <a:blip r:embed="rId33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F47B7A79-973E-E6B4-6ECC-F1473FCC468D}"/>
                  </a:ext>
                </a:extLst>
              </p:cNvPr>
              <p:cNvSpPr txBox="1"/>
              <p:nvPr/>
            </p:nvSpPr>
            <p:spPr>
              <a:xfrm>
                <a:off x="265680" y="24516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5" name="Textfeld 94">
                <a:extLst>
                  <a:ext uri="{FF2B5EF4-FFF2-40B4-BE49-F238E27FC236}">
                    <a16:creationId xmlns:a16="http://schemas.microsoft.com/office/drawing/2014/main" id="{F47B7A79-973E-E6B4-6ECC-F1473FCC4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2451600"/>
                <a:ext cx="400686" cy="369332"/>
              </a:xfrm>
              <a:prstGeom prst="rect">
                <a:avLst/>
              </a:prstGeom>
              <a:blipFill>
                <a:blip r:embed="rId34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AE3C1E30-5B97-C3A8-0118-688B0A343B82}"/>
                  </a:ext>
                </a:extLst>
              </p:cNvPr>
              <p:cNvSpPr txBox="1"/>
              <p:nvPr/>
            </p:nvSpPr>
            <p:spPr>
              <a:xfrm>
                <a:off x="265680" y="28116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6" name="Textfeld 95">
                <a:extLst>
                  <a:ext uri="{FF2B5EF4-FFF2-40B4-BE49-F238E27FC236}">
                    <a16:creationId xmlns:a16="http://schemas.microsoft.com/office/drawing/2014/main" id="{AE3C1E30-5B97-C3A8-0118-688B0A343B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2811600"/>
                <a:ext cx="400686" cy="369332"/>
              </a:xfrm>
              <a:prstGeom prst="rect">
                <a:avLst/>
              </a:prstGeom>
              <a:blipFill>
                <a:blip r:embed="rId35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27D7CDF-C8CE-7542-C517-851931D9ECE3}"/>
                  </a:ext>
                </a:extLst>
              </p:cNvPr>
              <p:cNvSpPr txBox="1"/>
              <p:nvPr/>
            </p:nvSpPr>
            <p:spPr>
              <a:xfrm>
                <a:off x="265680" y="31716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7" name="Textfeld 96">
                <a:extLst>
                  <a:ext uri="{FF2B5EF4-FFF2-40B4-BE49-F238E27FC236}">
                    <a16:creationId xmlns:a16="http://schemas.microsoft.com/office/drawing/2014/main" id="{F27D7CDF-C8CE-7542-C517-851931D9EC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3171600"/>
                <a:ext cx="400686" cy="369332"/>
              </a:xfrm>
              <a:prstGeom prst="rect">
                <a:avLst/>
              </a:prstGeom>
              <a:blipFill>
                <a:blip r:embed="rId36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9EE23031-08C5-DD76-E610-6FD95A7422B8}"/>
                  </a:ext>
                </a:extLst>
              </p:cNvPr>
              <p:cNvSpPr txBox="1"/>
              <p:nvPr/>
            </p:nvSpPr>
            <p:spPr>
              <a:xfrm>
                <a:off x="265680" y="35316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8" name="Textfeld 97">
                <a:extLst>
                  <a:ext uri="{FF2B5EF4-FFF2-40B4-BE49-F238E27FC236}">
                    <a16:creationId xmlns:a16="http://schemas.microsoft.com/office/drawing/2014/main" id="{9EE23031-08C5-DD76-E610-6FD95A742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3531600"/>
                <a:ext cx="400686" cy="369332"/>
              </a:xfrm>
              <a:prstGeom prst="rect">
                <a:avLst/>
              </a:prstGeom>
              <a:blipFill>
                <a:blip r:embed="rId37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5C2991BC-3503-9297-2E65-39CD03DDF123}"/>
                  </a:ext>
                </a:extLst>
              </p:cNvPr>
              <p:cNvSpPr txBox="1"/>
              <p:nvPr/>
            </p:nvSpPr>
            <p:spPr>
              <a:xfrm>
                <a:off x="265680" y="38916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99" name="Textfeld 98">
                <a:extLst>
                  <a:ext uri="{FF2B5EF4-FFF2-40B4-BE49-F238E27FC236}">
                    <a16:creationId xmlns:a16="http://schemas.microsoft.com/office/drawing/2014/main" id="{5C2991BC-3503-9297-2E65-39CD03DDF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3891600"/>
                <a:ext cx="400686" cy="369332"/>
              </a:xfrm>
              <a:prstGeom prst="rect">
                <a:avLst/>
              </a:prstGeom>
              <a:blipFill>
                <a:blip r:embed="rId38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FF466E5A-0C8E-DC95-90CF-4E8081A9619C}"/>
                  </a:ext>
                </a:extLst>
              </p:cNvPr>
              <p:cNvSpPr txBox="1"/>
              <p:nvPr/>
            </p:nvSpPr>
            <p:spPr>
              <a:xfrm>
                <a:off x="265680" y="4251600"/>
                <a:ext cx="4006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0" name="Textfeld 99">
                <a:extLst>
                  <a:ext uri="{FF2B5EF4-FFF2-40B4-BE49-F238E27FC236}">
                    <a16:creationId xmlns:a16="http://schemas.microsoft.com/office/drawing/2014/main" id="{FF466E5A-0C8E-DC95-90CF-4E8081A96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680" y="4251600"/>
                <a:ext cx="400686" cy="369332"/>
              </a:xfrm>
              <a:prstGeom prst="rect">
                <a:avLst/>
              </a:prstGeom>
              <a:blipFill>
                <a:blip r:embed="rId39"/>
                <a:stretch>
                  <a:fillRect l="-20000" r="-9231" b="-2623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846DD32A-6C50-705A-5AB7-39A5BF443F54}"/>
                  </a:ext>
                </a:extLst>
              </p:cNvPr>
              <p:cNvSpPr txBox="1"/>
              <p:nvPr/>
            </p:nvSpPr>
            <p:spPr>
              <a:xfrm>
                <a:off x="641600" y="173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1" name="Textfeld 100">
                <a:extLst>
                  <a:ext uri="{FF2B5EF4-FFF2-40B4-BE49-F238E27FC236}">
                    <a16:creationId xmlns:a16="http://schemas.microsoft.com/office/drawing/2014/main" id="{846DD32A-6C50-705A-5AB7-39A5BF443F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1731600"/>
                <a:ext cx="299761" cy="369332"/>
              </a:xfrm>
              <a:prstGeom prst="rect">
                <a:avLst/>
              </a:prstGeom>
              <a:blipFill>
                <a:blip r:embed="rId40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20AC0604-0C10-32F9-82B7-972C6EA15BA3}"/>
                  </a:ext>
                </a:extLst>
              </p:cNvPr>
              <p:cNvSpPr txBox="1"/>
              <p:nvPr/>
            </p:nvSpPr>
            <p:spPr>
              <a:xfrm>
                <a:off x="641600" y="209024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2" name="Textfeld 101">
                <a:extLst>
                  <a:ext uri="{FF2B5EF4-FFF2-40B4-BE49-F238E27FC236}">
                    <a16:creationId xmlns:a16="http://schemas.microsoft.com/office/drawing/2014/main" id="{20AC0604-0C10-32F9-82B7-972C6EA15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2090240"/>
                <a:ext cx="299761" cy="369332"/>
              </a:xfrm>
              <a:prstGeom prst="rect">
                <a:avLst/>
              </a:prstGeom>
              <a:blipFill>
                <a:blip r:embed="rId41"/>
                <a:stretch>
                  <a:fillRect l="-22449" r="-24490" b="-11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0F2BBE97-D2F3-7BED-B0F1-3002978185BD}"/>
                  </a:ext>
                </a:extLst>
              </p:cNvPr>
              <p:cNvSpPr txBox="1"/>
              <p:nvPr/>
            </p:nvSpPr>
            <p:spPr>
              <a:xfrm>
                <a:off x="641600" y="245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3" name="Textfeld 102">
                <a:extLst>
                  <a:ext uri="{FF2B5EF4-FFF2-40B4-BE49-F238E27FC236}">
                    <a16:creationId xmlns:a16="http://schemas.microsoft.com/office/drawing/2014/main" id="{0F2BBE97-D2F3-7BED-B0F1-300297818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2451600"/>
                <a:ext cx="299761" cy="369332"/>
              </a:xfrm>
              <a:prstGeom prst="rect">
                <a:avLst/>
              </a:prstGeom>
              <a:blipFill>
                <a:blip r:embed="rId42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E4872A04-FB5C-2764-0901-BE9A6CD4DFA8}"/>
                  </a:ext>
                </a:extLst>
              </p:cNvPr>
              <p:cNvSpPr txBox="1"/>
              <p:nvPr/>
            </p:nvSpPr>
            <p:spPr>
              <a:xfrm>
                <a:off x="641600" y="281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4" name="Textfeld 103">
                <a:extLst>
                  <a:ext uri="{FF2B5EF4-FFF2-40B4-BE49-F238E27FC236}">
                    <a16:creationId xmlns:a16="http://schemas.microsoft.com/office/drawing/2014/main" id="{E4872A04-FB5C-2764-0901-BE9A6CD4D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2811600"/>
                <a:ext cx="299761" cy="369332"/>
              </a:xfrm>
              <a:prstGeom prst="rect">
                <a:avLst/>
              </a:prstGeom>
              <a:blipFill>
                <a:blip r:embed="rId43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E2AEB31B-1D76-C38D-0F38-4DD2DFA397B2}"/>
                  </a:ext>
                </a:extLst>
              </p:cNvPr>
              <p:cNvSpPr txBox="1"/>
              <p:nvPr/>
            </p:nvSpPr>
            <p:spPr>
              <a:xfrm>
                <a:off x="641600" y="317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5" name="Textfeld 104">
                <a:extLst>
                  <a:ext uri="{FF2B5EF4-FFF2-40B4-BE49-F238E27FC236}">
                    <a16:creationId xmlns:a16="http://schemas.microsoft.com/office/drawing/2014/main" id="{E2AEB31B-1D76-C38D-0F38-4DD2DFA39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3171600"/>
                <a:ext cx="299761" cy="369332"/>
              </a:xfrm>
              <a:prstGeom prst="rect">
                <a:avLst/>
              </a:prstGeom>
              <a:blipFill>
                <a:blip r:embed="rId44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70A98583-ECD1-82BC-695F-4E590E5FC052}"/>
                  </a:ext>
                </a:extLst>
              </p:cNvPr>
              <p:cNvSpPr txBox="1"/>
              <p:nvPr/>
            </p:nvSpPr>
            <p:spPr>
              <a:xfrm>
                <a:off x="641600" y="353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6" name="Textfeld 105">
                <a:extLst>
                  <a:ext uri="{FF2B5EF4-FFF2-40B4-BE49-F238E27FC236}">
                    <a16:creationId xmlns:a16="http://schemas.microsoft.com/office/drawing/2014/main" id="{70A98583-ECD1-82BC-695F-4E590E5FC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3531600"/>
                <a:ext cx="299761" cy="369332"/>
              </a:xfrm>
              <a:prstGeom prst="rect">
                <a:avLst/>
              </a:prstGeom>
              <a:blipFill>
                <a:blip r:embed="rId45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EE67637E-1DEF-5829-F700-19749F55C576}"/>
                  </a:ext>
                </a:extLst>
              </p:cNvPr>
              <p:cNvSpPr txBox="1"/>
              <p:nvPr/>
            </p:nvSpPr>
            <p:spPr>
              <a:xfrm>
                <a:off x="641600" y="389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7" name="Textfeld 106">
                <a:extLst>
                  <a:ext uri="{FF2B5EF4-FFF2-40B4-BE49-F238E27FC236}">
                    <a16:creationId xmlns:a16="http://schemas.microsoft.com/office/drawing/2014/main" id="{EE67637E-1DEF-5829-F700-19749F55C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3891600"/>
                <a:ext cx="299761" cy="369332"/>
              </a:xfrm>
              <a:prstGeom prst="rect">
                <a:avLst/>
              </a:prstGeom>
              <a:blipFill>
                <a:blip r:embed="rId46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FA593C93-DB0A-123B-DB5E-C3821A8C73B8}"/>
                  </a:ext>
                </a:extLst>
              </p:cNvPr>
              <p:cNvSpPr txBox="1"/>
              <p:nvPr/>
            </p:nvSpPr>
            <p:spPr>
              <a:xfrm>
                <a:off x="641600" y="42516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8" name="Textfeld 107">
                <a:extLst>
                  <a:ext uri="{FF2B5EF4-FFF2-40B4-BE49-F238E27FC236}">
                    <a16:creationId xmlns:a16="http://schemas.microsoft.com/office/drawing/2014/main" id="{FA593C93-DB0A-123B-DB5E-C3821A8C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600" y="4251600"/>
                <a:ext cx="299761" cy="369332"/>
              </a:xfrm>
              <a:prstGeom prst="rect">
                <a:avLst/>
              </a:prstGeom>
              <a:blipFill>
                <a:blip r:embed="rId47"/>
                <a:stretch>
                  <a:fillRect l="-22449" r="-24490" b="-1147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!!Textfeld 108">
                <a:extLst>
                  <a:ext uri="{FF2B5EF4-FFF2-40B4-BE49-F238E27FC236}">
                    <a16:creationId xmlns:a16="http://schemas.microsoft.com/office/drawing/2014/main" id="{315E0BD9-9D55-8592-279D-DDFC34B1632F}"/>
                  </a:ext>
                </a:extLst>
              </p:cNvPr>
              <p:cNvSpPr txBox="1"/>
              <p:nvPr/>
            </p:nvSpPr>
            <p:spPr>
              <a:xfrm>
                <a:off x="1992880" y="3171600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09" name="!!Textfeld 108">
                <a:extLst>
                  <a:ext uri="{FF2B5EF4-FFF2-40B4-BE49-F238E27FC236}">
                    <a16:creationId xmlns:a16="http://schemas.microsoft.com/office/drawing/2014/main" id="{315E0BD9-9D55-8592-279D-DDFC34B163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80" y="3171600"/>
                <a:ext cx="298159" cy="369332"/>
              </a:xfrm>
              <a:prstGeom prst="rect">
                <a:avLst/>
              </a:prstGeom>
              <a:blipFill>
                <a:blip r:embed="rId48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!!Textfeld 109">
                <a:extLst>
                  <a:ext uri="{FF2B5EF4-FFF2-40B4-BE49-F238E27FC236}">
                    <a16:creationId xmlns:a16="http://schemas.microsoft.com/office/drawing/2014/main" id="{559B636B-6D76-EA43-4749-6AA377271DF5}"/>
                  </a:ext>
                </a:extLst>
              </p:cNvPr>
              <p:cNvSpPr txBox="1"/>
              <p:nvPr/>
            </p:nvSpPr>
            <p:spPr>
              <a:xfrm>
                <a:off x="3405120" y="173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0" name="!!Textfeld 109">
                <a:extLst>
                  <a:ext uri="{FF2B5EF4-FFF2-40B4-BE49-F238E27FC236}">
                    <a16:creationId xmlns:a16="http://schemas.microsoft.com/office/drawing/2014/main" id="{559B636B-6D76-EA43-4749-6AA377271D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1731600"/>
                <a:ext cx="299761" cy="369332"/>
              </a:xfrm>
              <a:prstGeom prst="rect">
                <a:avLst/>
              </a:prstGeom>
              <a:blipFill>
                <a:blip r:embed="rId49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!!Textfeld 110">
                <a:extLst>
                  <a:ext uri="{FF2B5EF4-FFF2-40B4-BE49-F238E27FC236}">
                    <a16:creationId xmlns:a16="http://schemas.microsoft.com/office/drawing/2014/main" id="{C1D80685-09C8-4B1D-2574-2A7B5ECDCE2B}"/>
                  </a:ext>
                </a:extLst>
              </p:cNvPr>
              <p:cNvSpPr txBox="1"/>
              <p:nvPr/>
            </p:nvSpPr>
            <p:spPr>
              <a:xfrm>
                <a:off x="3405120" y="209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1" name="!!Textfeld 110">
                <a:extLst>
                  <a:ext uri="{FF2B5EF4-FFF2-40B4-BE49-F238E27FC236}">
                    <a16:creationId xmlns:a16="http://schemas.microsoft.com/office/drawing/2014/main" id="{C1D80685-09C8-4B1D-2574-2A7B5ECDCE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2091600"/>
                <a:ext cx="299761" cy="369332"/>
              </a:xfrm>
              <a:prstGeom prst="rect">
                <a:avLst/>
              </a:prstGeom>
              <a:blipFill>
                <a:blip r:embed="rId49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!!Textfeld 111">
                <a:extLst>
                  <a:ext uri="{FF2B5EF4-FFF2-40B4-BE49-F238E27FC236}">
                    <a16:creationId xmlns:a16="http://schemas.microsoft.com/office/drawing/2014/main" id="{BF1DEF8F-C3A6-0EEC-00E7-FC6BBAE10F1E}"/>
                  </a:ext>
                </a:extLst>
              </p:cNvPr>
              <p:cNvSpPr txBox="1"/>
              <p:nvPr/>
            </p:nvSpPr>
            <p:spPr>
              <a:xfrm>
                <a:off x="3405120" y="42516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2" name="!!Textfeld 111">
                <a:extLst>
                  <a:ext uri="{FF2B5EF4-FFF2-40B4-BE49-F238E27FC236}">
                    <a16:creationId xmlns:a16="http://schemas.microsoft.com/office/drawing/2014/main" id="{BF1DEF8F-C3A6-0EEC-00E7-FC6BBAE10F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4251600"/>
                <a:ext cx="299761" cy="369332"/>
              </a:xfrm>
              <a:prstGeom prst="rect">
                <a:avLst/>
              </a:prstGeom>
              <a:blipFill>
                <a:blip r:embed="rId50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!!Textfeld 112">
                <a:extLst>
                  <a:ext uri="{FF2B5EF4-FFF2-40B4-BE49-F238E27FC236}">
                    <a16:creationId xmlns:a16="http://schemas.microsoft.com/office/drawing/2014/main" id="{329F6F65-84B7-720B-F301-ABFE14512079}"/>
                  </a:ext>
                </a:extLst>
              </p:cNvPr>
              <p:cNvSpPr txBox="1"/>
              <p:nvPr/>
            </p:nvSpPr>
            <p:spPr>
              <a:xfrm>
                <a:off x="4847840" y="281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3" name="!!Textfeld 112">
                <a:extLst>
                  <a:ext uri="{FF2B5EF4-FFF2-40B4-BE49-F238E27FC236}">
                    <a16:creationId xmlns:a16="http://schemas.microsoft.com/office/drawing/2014/main" id="{329F6F65-84B7-720B-F301-ABFE14512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2811600"/>
                <a:ext cx="299761" cy="369332"/>
              </a:xfrm>
              <a:prstGeom prst="rect">
                <a:avLst/>
              </a:prstGeom>
              <a:blipFill>
                <a:blip r:embed="rId51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!!Textfeld 113">
                <a:extLst>
                  <a:ext uri="{FF2B5EF4-FFF2-40B4-BE49-F238E27FC236}">
                    <a16:creationId xmlns:a16="http://schemas.microsoft.com/office/drawing/2014/main" id="{86588B0F-CB8E-4CD2-9C3C-860943A72AD8}"/>
                  </a:ext>
                </a:extLst>
              </p:cNvPr>
              <p:cNvSpPr txBox="1"/>
              <p:nvPr/>
            </p:nvSpPr>
            <p:spPr>
              <a:xfrm>
                <a:off x="4847840" y="389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4" name="!!Textfeld 113">
                <a:extLst>
                  <a:ext uri="{FF2B5EF4-FFF2-40B4-BE49-F238E27FC236}">
                    <a16:creationId xmlns:a16="http://schemas.microsoft.com/office/drawing/2014/main" id="{86588B0F-CB8E-4CD2-9C3C-860943A72A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3891600"/>
                <a:ext cx="299761" cy="369332"/>
              </a:xfrm>
              <a:prstGeom prst="rect">
                <a:avLst/>
              </a:prstGeom>
              <a:blipFill>
                <a:blip r:embed="rId52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!!Textfeld 114">
                <a:extLst>
                  <a:ext uri="{FF2B5EF4-FFF2-40B4-BE49-F238E27FC236}">
                    <a16:creationId xmlns:a16="http://schemas.microsoft.com/office/drawing/2014/main" id="{6EDA5117-0F0C-5D68-2BF8-E8CDB309472A}"/>
                  </a:ext>
                </a:extLst>
              </p:cNvPr>
              <p:cNvSpPr txBox="1"/>
              <p:nvPr/>
            </p:nvSpPr>
            <p:spPr>
              <a:xfrm>
                <a:off x="4847840" y="42516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5" name="!!Textfeld 114">
                <a:extLst>
                  <a:ext uri="{FF2B5EF4-FFF2-40B4-BE49-F238E27FC236}">
                    <a16:creationId xmlns:a16="http://schemas.microsoft.com/office/drawing/2014/main" id="{6EDA5117-0F0C-5D68-2BF8-E8CDB30947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840" y="4251600"/>
                <a:ext cx="299761" cy="369332"/>
              </a:xfrm>
              <a:prstGeom prst="rect">
                <a:avLst/>
              </a:prstGeom>
              <a:blipFill>
                <a:blip r:embed="rId53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!!Textfeld 115">
                <a:extLst>
                  <a:ext uri="{FF2B5EF4-FFF2-40B4-BE49-F238E27FC236}">
                    <a16:creationId xmlns:a16="http://schemas.microsoft.com/office/drawing/2014/main" id="{6E48C978-EC46-31B1-3EDC-9F309ABAF222}"/>
                  </a:ext>
                </a:extLst>
              </p:cNvPr>
              <p:cNvSpPr txBox="1"/>
              <p:nvPr/>
            </p:nvSpPr>
            <p:spPr>
              <a:xfrm>
                <a:off x="6280400" y="173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6" name="!!Textfeld 115">
                <a:extLst>
                  <a:ext uri="{FF2B5EF4-FFF2-40B4-BE49-F238E27FC236}">
                    <a16:creationId xmlns:a16="http://schemas.microsoft.com/office/drawing/2014/main" id="{6E48C978-EC46-31B1-3EDC-9F309ABAF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1731600"/>
                <a:ext cx="299761" cy="369332"/>
              </a:xfrm>
              <a:prstGeom prst="rect">
                <a:avLst/>
              </a:prstGeom>
              <a:blipFill>
                <a:blip r:embed="rId54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!!Textfeld 116">
                <a:extLst>
                  <a:ext uri="{FF2B5EF4-FFF2-40B4-BE49-F238E27FC236}">
                    <a16:creationId xmlns:a16="http://schemas.microsoft.com/office/drawing/2014/main" id="{04A0E04F-E6EA-8F1D-9121-2EBE364A8641}"/>
                  </a:ext>
                </a:extLst>
              </p:cNvPr>
              <p:cNvSpPr txBox="1"/>
              <p:nvPr/>
            </p:nvSpPr>
            <p:spPr>
              <a:xfrm>
                <a:off x="6280400" y="245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7" name="!!Textfeld 116">
                <a:extLst>
                  <a:ext uri="{FF2B5EF4-FFF2-40B4-BE49-F238E27FC236}">
                    <a16:creationId xmlns:a16="http://schemas.microsoft.com/office/drawing/2014/main" id="{04A0E04F-E6EA-8F1D-9121-2EBE364A8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2451600"/>
                <a:ext cx="299761" cy="369332"/>
              </a:xfrm>
              <a:prstGeom prst="rect">
                <a:avLst/>
              </a:prstGeom>
              <a:blipFill>
                <a:blip r:embed="rId55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!!Textfeld 117">
                <a:extLst>
                  <a:ext uri="{FF2B5EF4-FFF2-40B4-BE49-F238E27FC236}">
                    <a16:creationId xmlns:a16="http://schemas.microsoft.com/office/drawing/2014/main" id="{9216E17A-62ED-C7EE-01FB-04BD30C06D2F}"/>
                  </a:ext>
                </a:extLst>
              </p:cNvPr>
              <p:cNvSpPr txBox="1"/>
              <p:nvPr/>
            </p:nvSpPr>
            <p:spPr>
              <a:xfrm>
                <a:off x="6280400" y="317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8" name="!!Textfeld 117">
                <a:extLst>
                  <a:ext uri="{FF2B5EF4-FFF2-40B4-BE49-F238E27FC236}">
                    <a16:creationId xmlns:a16="http://schemas.microsoft.com/office/drawing/2014/main" id="{9216E17A-62ED-C7EE-01FB-04BD30C06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00" y="3171600"/>
                <a:ext cx="299761" cy="369332"/>
              </a:xfrm>
              <a:prstGeom prst="rect">
                <a:avLst/>
              </a:prstGeom>
              <a:blipFill>
                <a:blip r:embed="rId56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!!Textfeld 118">
                <a:extLst>
                  <a:ext uri="{FF2B5EF4-FFF2-40B4-BE49-F238E27FC236}">
                    <a16:creationId xmlns:a16="http://schemas.microsoft.com/office/drawing/2014/main" id="{36F38F5B-1A9D-6DA1-F35C-549D985C1BD0}"/>
                  </a:ext>
                </a:extLst>
              </p:cNvPr>
              <p:cNvSpPr txBox="1"/>
              <p:nvPr/>
            </p:nvSpPr>
            <p:spPr>
              <a:xfrm>
                <a:off x="7712960" y="209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19" name="!!Textfeld 118">
                <a:extLst>
                  <a:ext uri="{FF2B5EF4-FFF2-40B4-BE49-F238E27FC236}">
                    <a16:creationId xmlns:a16="http://schemas.microsoft.com/office/drawing/2014/main" id="{36F38F5B-1A9D-6DA1-F35C-549D985C1B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2091600"/>
                <a:ext cx="299761" cy="369332"/>
              </a:xfrm>
              <a:prstGeom prst="rect">
                <a:avLst/>
              </a:prstGeom>
              <a:blipFill>
                <a:blip r:embed="rId54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!!Textfeld 119">
                <a:extLst>
                  <a:ext uri="{FF2B5EF4-FFF2-40B4-BE49-F238E27FC236}">
                    <a16:creationId xmlns:a16="http://schemas.microsoft.com/office/drawing/2014/main" id="{D55782D0-34CC-B045-EEA0-D783CEF4842D}"/>
                  </a:ext>
                </a:extLst>
              </p:cNvPr>
              <p:cNvSpPr txBox="1"/>
              <p:nvPr/>
            </p:nvSpPr>
            <p:spPr>
              <a:xfrm>
                <a:off x="7712960" y="281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0" name="!!Textfeld 119">
                <a:extLst>
                  <a:ext uri="{FF2B5EF4-FFF2-40B4-BE49-F238E27FC236}">
                    <a16:creationId xmlns:a16="http://schemas.microsoft.com/office/drawing/2014/main" id="{D55782D0-34CC-B045-EEA0-D783CEF48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2811600"/>
                <a:ext cx="299761" cy="369332"/>
              </a:xfrm>
              <a:prstGeom prst="rect">
                <a:avLst/>
              </a:prstGeom>
              <a:blipFill>
                <a:blip r:embed="rId51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!!Textfeld 120">
                <a:extLst>
                  <a:ext uri="{FF2B5EF4-FFF2-40B4-BE49-F238E27FC236}">
                    <a16:creationId xmlns:a16="http://schemas.microsoft.com/office/drawing/2014/main" id="{6105C05A-0A52-C7CE-5073-444166C9DCD3}"/>
                  </a:ext>
                </a:extLst>
              </p:cNvPr>
              <p:cNvSpPr txBox="1"/>
              <p:nvPr/>
            </p:nvSpPr>
            <p:spPr>
              <a:xfrm>
                <a:off x="7712960" y="353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1" name="!!Textfeld 120">
                <a:extLst>
                  <a:ext uri="{FF2B5EF4-FFF2-40B4-BE49-F238E27FC236}">
                    <a16:creationId xmlns:a16="http://schemas.microsoft.com/office/drawing/2014/main" id="{6105C05A-0A52-C7CE-5073-444166C9DC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3531600"/>
                <a:ext cx="299761" cy="369332"/>
              </a:xfrm>
              <a:prstGeom prst="rect">
                <a:avLst/>
              </a:prstGeom>
              <a:blipFill>
                <a:blip r:embed="rId56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!!Textfeld 121">
                <a:extLst>
                  <a:ext uri="{FF2B5EF4-FFF2-40B4-BE49-F238E27FC236}">
                    <a16:creationId xmlns:a16="http://schemas.microsoft.com/office/drawing/2014/main" id="{09DED840-2D2C-A834-963D-4045ADBE71CD}"/>
                  </a:ext>
                </a:extLst>
              </p:cNvPr>
              <p:cNvSpPr txBox="1"/>
              <p:nvPr/>
            </p:nvSpPr>
            <p:spPr>
              <a:xfrm>
                <a:off x="9216640" y="317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2" name="!!Textfeld 121">
                <a:extLst>
                  <a:ext uri="{FF2B5EF4-FFF2-40B4-BE49-F238E27FC236}">
                    <a16:creationId xmlns:a16="http://schemas.microsoft.com/office/drawing/2014/main" id="{09DED840-2D2C-A834-963D-4045ADBE71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3171600"/>
                <a:ext cx="299761" cy="369332"/>
              </a:xfrm>
              <a:prstGeom prst="rect">
                <a:avLst/>
              </a:prstGeom>
              <a:blipFill>
                <a:blip r:embed="rId48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!!Textfeld 122">
                <a:extLst>
                  <a:ext uri="{FF2B5EF4-FFF2-40B4-BE49-F238E27FC236}">
                    <a16:creationId xmlns:a16="http://schemas.microsoft.com/office/drawing/2014/main" id="{E69555C9-46DD-1458-6B62-E883D7A40E9C}"/>
                  </a:ext>
                </a:extLst>
              </p:cNvPr>
              <p:cNvSpPr txBox="1"/>
              <p:nvPr/>
            </p:nvSpPr>
            <p:spPr>
              <a:xfrm>
                <a:off x="9216640" y="245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3" name="!!Textfeld 122">
                <a:extLst>
                  <a:ext uri="{FF2B5EF4-FFF2-40B4-BE49-F238E27FC236}">
                    <a16:creationId xmlns:a16="http://schemas.microsoft.com/office/drawing/2014/main" id="{E69555C9-46DD-1458-6B62-E883D7A40E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2451600"/>
                <a:ext cx="299761" cy="369332"/>
              </a:xfrm>
              <a:prstGeom prst="rect">
                <a:avLst/>
              </a:prstGeom>
              <a:blipFill>
                <a:blip r:embed="rId57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!!Textfeld 123">
                <a:extLst>
                  <a:ext uri="{FF2B5EF4-FFF2-40B4-BE49-F238E27FC236}">
                    <a16:creationId xmlns:a16="http://schemas.microsoft.com/office/drawing/2014/main" id="{3BD97EEC-4B29-0773-57D2-521498772C7E}"/>
                  </a:ext>
                </a:extLst>
              </p:cNvPr>
              <p:cNvSpPr txBox="1"/>
              <p:nvPr/>
            </p:nvSpPr>
            <p:spPr>
              <a:xfrm>
                <a:off x="9216640" y="389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4" name="!!Textfeld 123">
                <a:extLst>
                  <a:ext uri="{FF2B5EF4-FFF2-40B4-BE49-F238E27FC236}">
                    <a16:creationId xmlns:a16="http://schemas.microsoft.com/office/drawing/2014/main" id="{3BD97EEC-4B29-0773-57D2-521498772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3891600"/>
                <a:ext cx="299761" cy="369332"/>
              </a:xfrm>
              <a:prstGeom prst="rect">
                <a:avLst/>
              </a:prstGeom>
              <a:blipFill>
                <a:blip r:embed="rId58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!!Textfeld 124">
                <a:extLst>
                  <a:ext uri="{FF2B5EF4-FFF2-40B4-BE49-F238E27FC236}">
                    <a16:creationId xmlns:a16="http://schemas.microsoft.com/office/drawing/2014/main" id="{6C5D433A-7344-B191-D968-1181C87588FE}"/>
                  </a:ext>
                </a:extLst>
              </p:cNvPr>
              <p:cNvSpPr txBox="1"/>
              <p:nvPr/>
            </p:nvSpPr>
            <p:spPr>
              <a:xfrm>
                <a:off x="9216640" y="42516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5" name="!!Textfeld 124">
                <a:extLst>
                  <a:ext uri="{FF2B5EF4-FFF2-40B4-BE49-F238E27FC236}">
                    <a16:creationId xmlns:a16="http://schemas.microsoft.com/office/drawing/2014/main" id="{6C5D433A-7344-B191-D968-1181C87588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40" y="4251600"/>
                <a:ext cx="299761" cy="369332"/>
              </a:xfrm>
              <a:prstGeom prst="rect">
                <a:avLst/>
              </a:prstGeom>
              <a:blipFill>
                <a:blip r:embed="rId59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!!Textfeld 125">
                <a:extLst>
                  <a:ext uri="{FF2B5EF4-FFF2-40B4-BE49-F238E27FC236}">
                    <a16:creationId xmlns:a16="http://schemas.microsoft.com/office/drawing/2014/main" id="{5B4FB627-A5B6-F478-3D81-CEB68A79E982}"/>
                  </a:ext>
                </a:extLst>
              </p:cNvPr>
              <p:cNvSpPr txBox="1"/>
              <p:nvPr/>
            </p:nvSpPr>
            <p:spPr>
              <a:xfrm>
                <a:off x="10608560" y="317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6" name="!!Textfeld 125">
                <a:extLst>
                  <a:ext uri="{FF2B5EF4-FFF2-40B4-BE49-F238E27FC236}">
                    <a16:creationId xmlns:a16="http://schemas.microsoft.com/office/drawing/2014/main" id="{5B4FB627-A5B6-F478-3D81-CEB68A79E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3171600"/>
                <a:ext cx="299761" cy="369332"/>
              </a:xfrm>
              <a:prstGeom prst="rect">
                <a:avLst/>
              </a:prstGeom>
              <a:blipFill>
                <a:blip r:embed="rId56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!!Textfeld 126">
                <a:extLst>
                  <a:ext uri="{FF2B5EF4-FFF2-40B4-BE49-F238E27FC236}">
                    <a16:creationId xmlns:a16="http://schemas.microsoft.com/office/drawing/2014/main" id="{5FE0F5BF-755D-7D6A-91A5-714B40D03ECE}"/>
                  </a:ext>
                </a:extLst>
              </p:cNvPr>
              <p:cNvSpPr txBox="1"/>
              <p:nvPr/>
            </p:nvSpPr>
            <p:spPr>
              <a:xfrm>
                <a:off x="10608560" y="353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7" name="!!Textfeld 126">
                <a:extLst>
                  <a:ext uri="{FF2B5EF4-FFF2-40B4-BE49-F238E27FC236}">
                    <a16:creationId xmlns:a16="http://schemas.microsoft.com/office/drawing/2014/main" id="{5FE0F5BF-755D-7D6A-91A5-714B40D03E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3531600"/>
                <a:ext cx="299761" cy="369332"/>
              </a:xfrm>
              <a:prstGeom prst="rect">
                <a:avLst/>
              </a:prstGeom>
              <a:blipFill>
                <a:blip r:embed="rId56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!!Textfeld 127">
                <a:extLst>
                  <a:ext uri="{FF2B5EF4-FFF2-40B4-BE49-F238E27FC236}">
                    <a16:creationId xmlns:a16="http://schemas.microsoft.com/office/drawing/2014/main" id="{80C6A6F3-8D86-DD92-5DAB-7AAF8180DCF1}"/>
                  </a:ext>
                </a:extLst>
              </p:cNvPr>
              <p:cNvSpPr txBox="1"/>
              <p:nvPr/>
            </p:nvSpPr>
            <p:spPr>
              <a:xfrm>
                <a:off x="10608560" y="389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8" name="!!Textfeld 127">
                <a:extLst>
                  <a:ext uri="{FF2B5EF4-FFF2-40B4-BE49-F238E27FC236}">
                    <a16:creationId xmlns:a16="http://schemas.microsoft.com/office/drawing/2014/main" id="{80C6A6F3-8D86-DD92-5DAB-7AAF8180D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3891600"/>
                <a:ext cx="299761" cy="369332"/>
              </a:xfrm>
              <a:prstGeom prst="rect">
                <a:avLst/>
              </a:prstGeom>
              <a:blipFill>
                <a:blip r:embed="rId52"/>
                <a:stretch>
                  <a:fillRect l="-20408" r="-20408" b="-4918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7B283A01-049E-26DD-7650-98B14D68F0D2}"/>
                  </a:ext>
                </a:extLst>
              </p:cNvPr>
              <p:cNvSpPr txBox="1"/>
              <p:nvPr/>
            </p:nvSpPr>
            <p:spPr>
              <a:xfrm>
                <a:off x="1258065" y="4971600"/>
                <a:ext cx="43678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𝐀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29" name="Textfeld 128">
                <a:extLst>
                  <a:ext uri="{FF2B5EF4-FFF2-40B4-BE49-F238E27FC236}">
                    <a16:creationId xmlns:a16="http://schemas.microsoft.com/office/drawing/2014/main" id="{7B283A01-049E-26DD-7650-98B14D68F0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065" y="4971600"/>
                <a:ext cx="436786" cy="369332"/>
              </a:xfrm>
              <a:prstGeom prst="rect">
                <a:avLst/>
              </a:prstGeom>
              <a:blipFill>
                <a:blip r:embed="rId60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!!Textfeld 129">
                <a:extLst>
                  <a:ext uri="{FF2B5EF4-FFF2-40B4-BE49-F238E27FC236}">
                    <a16:creationId xmlns:a16="http://schemas.microsoft.com/office/drawing/2014/main" id="{4E8CEAE8-6A0B-C1AB-3D2D-B8810877FC96}"/>
                  </a:ext>
                </a:extLst>
              </p:cNvPr>
              <p:cNvSpPr txBox="1"/>
              <p:nvPr/>
            </p:nvSpPr>
            <p:spPr>
              <a:xfrm>
                <a:off x="1992880" y="4971600"/>
                <a:ext cx="29815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0" name="!!Textfeld 129">
                <a:extLst>
                  <a:ext uri="{FF2B5EF4-FFF2-40B4-BE49-F238E27FC236}">
                    <a16:creationId xmlns:a16="http://schemas.microsoft.com/office/drawing/2014/main" id="{4E8CEAE8-6A0B-C1AB-3D2D-B8810877FC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80" y="4971600"/>
                <a:ext cx="298159" cy="369332"/>
              </a:xfrm>
              <a:prstGeom prst="rect">
                <a:avLst/>
              </a:prstGeom>
              <a:blipFill>
                <a:blip r:embed="rId61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feld 130">
                <a:extLst>
                  <a:ext uri="{FF2B5EF4-FFF2-40B4-BE49-F238E27FC236}">
                    <a16:creationId xmlns:a16="http://schemas.microsoft.com/office/drawing/2014/main" id="{DCE84934-ACF3-907C-9438-F964A9B4DDDC}"/>
                  </a:ext>
                </a:extLst>
              </p:cNvPr>
              <p:cNvSpPr txBox="1"/>
              <p:nvPr/>
            </p:nvSpPr>
            <p:spPr>
              <a:xfrm>
                <a:off x="2660400" y="49716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𝐁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1" name="Textfeld 130">
                <a:extLst>
                  <a:ext uri="{FF2B5EF4-FFF2-40B4-BE49-F238E27FC236}">
                    <a16:creationId xmlns:a16="http://schemas.microsoft.com/office/drawing/2014/main" id="{DCE84934-ACF3-907C-9438-F964A9B4DD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0400" y="4971600"/>
                <a:ext cx="433580" cy="369332"/>
              </a:xfrm>
              <a:prstGeom prst="rect">
                <a:avLst/>
              </a:prstGeom>
              <a:blipFill>
                <a:blip r:embed="rId62"/>
                <a:stretch>
                  <a:fillRect l="-15278" r="-694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!!Textfeld 131">
                <a:extLst>
                  <a:ext uri="{FF2B5EF4-FFF2-40B4-BE49-F238E27FC236}">
                    <a16:creationId xmlns:a16="http://schemas.microsoft.com/office/drawing/2014/main" id="{08C26FD9-CCF3-26F5-40C0-A3584FB56DB6}"/>
                  </a:ext>
                </a:extLst>
              </p:cNvPr>
              <p:cNvSpPr txBox="1"/>
              <p:nvPr/>
            </p:nvSpPr>
            <p:spPr>
              <a:xfrm>
                <a:off x="3405120" y="49716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2" name="!!Textfeld 131">
                <a:extLst>
                  <a:ext uri="{FF2B5EF4-FFF2-40B4-BE49-F238E27FC236}">
                    <a16:creationId xmlns:a16="http://schemas.microsoft.com/office/drawing/2014/main" id="{08C26FD9-CCF3-26F5-40C0-A3584FB56D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5120" y="4971600"/>
                <a:ext cx="299761" cy="369332"/>
              </a:xfrm>
              <a:prstGeom prst="rect">
                <a:avLst/>
              </a:prstGeom>
              <a:blipFill>
                <a:blip r:embed="rId63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feld 132">
                <a:extLst>
                  <a:ext uri="{FF2B5EF4-FFF2-40B4-BE49-F238E27FC236}">
                    <a16:creationId xmlns:a16="http://schemas.microsoft.com/office/drawing/2014/main" id="{E713FA4A-D2DC-9E2D-92A0-036BC51D386C}"/>
                  </a:ext>
                </a:extLst>
              </p:cNvPr>
              <p:cNvSpPr txBox="1"/>
              <p:nvPr/>
            </p:nvSpPr>
            <p:spPr>
              <a:xfrm>
                <a:off x="4102080" y="4971600"/>
                <a:ext cx="41594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𝐂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3" name="Textfeld 132">
                <a:extLst>
                  <a:ext uri="{FF2B5EF4-FFF2-40B4-BE49-F238E27FC236}">
                    <a16:creationId xmlns:a16="http://schemas.microsoft.com/office/drawing/2014/main" id="{E713FA4A-D2DC-9E2D-92A0-036BC51D3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080" y="4971600"/>
                <a:ext cx="415948" cy="369332"/>
              </a:xfrm>
              <a:prstGeom prst="rect">
                <a:avLst/>
              </a:prstGeom>
              <a:blipFill>
                <a:blip r:embed="rId64"/>
                <a:stretch>
                  <a:fillRect l="-17647" r="-882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!!Textfeld 133">
                <a:extLst>
                  <a:ext uri="{FF2B5EF4-FFF2-40B4-BE49-F238E27FC236}">
                    <a16:creationId xmlns:a16="http://schemas.microsoft.com/office/drawing/2014/main" id="{962E306E-7D44-8B46-7352-E2064E099654}"/>
                  </a:ext>
                </a:extLst>
              </p:cNvPr>
              <p:cNvSpPr txBox="1"/>
              <p:nvPr/>
            </p:nvSpPr>
            <p:spPr>
              <a:xfrm>
                <a:off x="4849200" y="49716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4" name="!!Textfeld 133">
                <a:extLst>
                  <a:ext uri="{FF2B5EF4-FFF2-40B4-BE49-F238E27FC236}">
                    <a16:creationId xmlns:a16="http://schemas.microsoft.com/office/drawing/2014/main" id="{962E306E-7D44-8B46-7352-E2064E099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9200" y="4971600"/>
                <a:ext cx="299761" cy="369332"/>
              </a:xfrm>
              <a:prstGeom prst="rect">
                <a:avLst/>
              </a:prstGeom>
              <a:blipFill>
                <a:blip r:embed="rId65"/>
                <a:stretch>
                  <a:fillRect l="-20000" r="-18000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feld 134">
                <a:extLst>
                  <a:ext uri="{FF2B5EF4-FFF2-40B4-BE49-F238E27FC236}">
                    <a16:creationId xmlns:a16="http://schemas.microsoft.com/office/drawing/2014/main" id="{62093106-08BF-25DE-9A47-0080E46B27DA}"/>
                  </a:ext>
                </a:extLst>
              </p:cNvPr>
              <p:cNvSpPr txBox="1"/>
              <p:nvPr/>
            </p:nvSpPr>
            <p:spPr>
              <a:xfrm>
                <a:off x="5544000" y="4971600"/>
                <a:ext cx="44640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𝐃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5" name="Textfeld 134">
                <a:extLst>
                  <a:ext uri="{FF2B5EF4-FFF2-40B4-BE49-F238E27FC236}">
                    <a16:creationId xmlns:a16="http://schemas.microsoft.com/office/drawing/2014/main" id="{62093106-08BF-25DE-9A47-0080E46B2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00" y="4971600"/>
                <a:ext cx="446404" cy="369332"/>
              </a:xfrm>
              <a:prstGeom prst="rect">
                <a:avLst/>
              </a:prstGeom>
              <a:blipFill>
                <a:blip r:embed="rId66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feld 135">
                <a:extLst>
                  <a:ext uri="{FF2B5EF4-FFF2-40B4-BE49-F238E27FC236}">
                    <a16:creationId xmlns:a16="http://schemas.microsoft.com/office/drawing/2014/main" id="{3E7541D7-6B35-333A-FCA2-3959A5C28688}"/>
                  </a:ext>
                </a:extLst>
              </p:cNvPr>
              <p:cNvSpPr txBox="1"/>
              <p:nvPr/>
            </p:nvSpPr>
            <p:spPr>
              <a:xfrm>
                <a:off x="6973200" y="4971600"/>
                <a:ext cx="41755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𝐄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6" name="Textfeld 135">
                <a:extLst>
                  <a:ext uri="{FF2B5EF4-FFF2-40B4-BE49-F238E27FC236}">
                    <a16:creationId xmlns:a16="http://schemas.microsoft.com/office/drawing/2014/main" id="{3E7541D7-6B35-333A-FCA2-3959A5C286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200" y="4971600"/>
                <a:ext cx="417550" cy="369332"/>
              </a:xfrm>
              <a:prstGeom prst="rect">
                <a:avLst/>
              </a:prstGeom>
              <a:blipFill>
                <a:blip r:embed="rId67"/>
                <a:stretch>
                  <a:fillRect l="-17647" r="-8824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!!Textfeld 136">
                <a:extLst>
                  <a:ext uri="{FF2B5EF4-FFF2-40B4-BE49-F238E27FC236}">
                    <a16:creationId xmlns:a16="http://schemas.microsoft.com/office/drawing/2014/main" id="{C79050DA-5587-476B-318A-0CEE1A8E759B}"/>
                  </a:ext>
                </a:extLst>
              </p:cNvPr>
              <p:cNvSpPr txBox="1"/>
              <p:nvPr/>
            </p:nvSpPr>
            <p:spPr>
              <a:xfrm>
                <a:off x="6280399" y="497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7" name="!!Textfeld 136">
                <a:extLst>
                  <a:ext uri="{FF2B5EF4-FFF2-40B4-BE49-F238E27FC236}">
                    <a16:creationId xmlns:a16="http://schemas.microsoft.com/office/drawing/2014/main" id="{C79050DA-5587-476B-318A-0CEE1A8E75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399" y="4971600"/>
                <a:ext cx="299761" cy="369332"/>
              </a:xfrm>
              <a:prstGeom prst="rect">
                <a:avLst/>
              </a:prstGeom>
              <a:blipFill>
                <a:blip r:embed="rId68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!!Textfeld 137">
                <a:extLst>
                  <a:ext uri="{FF2B5EF4-FFF2-40B4-BE49-F238E27FC236}">
                    <a16:creationId xmlns:a16="http://schemas.microsoft.com/office/drawing/2014/main" id="{F89ACDDC-86BD-4415-1011-F7EB1BA845A0}"/>
                  </a:ext>
                </a:extLst>
              </p:cNvPr>
              <p:cNvSpPr txBox="1"/>
              <p:nvPr/>
            </p:nvSpPr>
            <p:spPr>
              <a:xfrm>
                <a:off x="7712960" y="497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8" name="!!Textfeld 137">
                <a:extLst>
                  <a:ext uri="{FF2B5EF4-FFF2-40B4-BE49-F238E27FC236}">
                    <a16:creationId xmlns:a16="http://schemas.microsoft.com/office/drawing/2014/main" id="{F89ACDDC-86BD-4415-1011-F7EB1BA84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960" y="4971600"/>
                <a:ext cx="299761" cy="369332"/>
              </a:xfrm>
              <a:prstGeom prst="rect">
                <a:avLst/>
              </a:prstGeom>
              <a:blipFill>
                <a:blip r:embed="rId68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feld 138">
                <a:extLst>
                  <a:ext uri="{FF2B5EF4-FFF2-40B4-BE49-F238E27FC236}">
                    <a16:creationId xmlns:a16="http://schemas.microsoft.com/office/drawing/2014/main" id="{00661D46-A52F-4FEA-DCBD-4A71EC5BB970}"/>
                  </a:ext>
                </a:extLst>
              </p:cNvPr>
              <p:cNvSpPr txBox="1"/>
              <p:nvPr/>
            </p:nvSpPr>
            <p:spPr>
              <a:xfrm>
                <a:off x="8426160" y="4971600"/>
                <a:ext cx="4111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39" name="Textfeld 138">
                <a:extLst>
                  <a:ext uri="{FF2B5EF4-FFF2-40B4-BE49-F238E27FC236}">
                    <a16:creationId xmlns:a16="http://schemas.microsoft.com/office/drawing/2014/main" id="{00661D46-A52F-4FEA-DCBD-4A71EC5BB9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6160" y="4971600"/>
                <a:ext cx="411138" cy="369332"/>
              </a:xfrm>
              <a:prstGeom prst="rect">
                <a:avLst/>
              </a:prstGeom>
              <a:blipFill>
                <a:blip r:embed="rId69"/>
                <a:stretch>
                  <a:fillRect l="-16176" r="-7353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!!Textfeld 139">
                <a:extLst>
                  <a:ext uri="{FF2B5EF4-FFF2-40B4-BE49-F238E27FC236}">
                    <a16:creationId xmlns:a16="http://schemas.microsoft.com/office/drawing/2014/main" id="{FE105758-94F7-BE7F-4C8D-CB6EDE6D0CC7}"/>
                  </a:ext>
                </a:extLst>
              </p:cNvPr>
              <p:cNvSpPr txBox="1"/>
              <p:nvPr/>
            </p:nvSpPr>
            <p:spPr>
              <a:xfrm>
                <a:off x="9216639" y="49716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40" name="!!Textfeld 139">
                <a:extLst>
                  <a:ext uri="{FF2B5EF4-FFF2-40B4-BE49-F238E27FC236}">
                    <a16:creationId xmlns:a16="http://schemas.microsoft.com/office/drawing/2014/main" id="{FE105758-94F7-BE7F-4C8D-CB6EDE6D0C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6639" y="4971600"/>
                <a:ext cx="299761" cy="369332"/>
              </a:xfrm>
              <a:prstGeom prst="rect">
                <a:avLst/>
              </a:prstGeom>
              <a:blipFill>
                <a:blip r:embed="rId61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0293B6AA-B038-34D1-C772-10858548CC5A}"/>
                  </a:ext>
                </a:extLst>
              </p:cNvPr>
              <p:cNvSpPr txBox="1"/>
              <p:nvPr/>
            </p:nvSpPr>
            <p:spPr>
              <a:xfrm>
                <a:off x="9889200" y="4971600"/>
                <a:ext cx="4335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41" name="Textfeld 140">
                <a:extLst>
                  <a:ext uri="{FF2B5EF4-FFF2-40B4-BE49-F238E27FC236}">
                    <a16:creationId xmlns:a16="http://schemas.microsoft.com/office/drawing/2014/main" id="{0293B6AA-B038-34D1-C772-10858548CC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9200" y="4971600"/>
                <a:ext cx="433580" cy="369332"/>
              </a:xfrm>
              <a:prstGeom prst="rect">
                <a:avLst/>
              </a:prstGeom>
              <a:blipFill>
                <a:blip r:embed="rId70"/>
                <a:stretch>
                  <a:fillRect l="-15493" r="-7042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!!Textfeld 141">
                <a:extLst>
                  <a:ext uri="{FF2B5EF4-FFF2-40B4-BE49-F238E27FC236}">
                    <a16:creationId xmlns:a16="http://schemas.microsoft.com/office/drawing/2014/main" id="{AFEC38F9-9ACF-5B06-0187-BD954BD77237}"/>
                  </a:ext>
                </a:extLst>
              </p:cNvPr>
              <p:cNvSpPr txBox="1"/>
              <p:nvPr/>
            </p:nvSpPr>
            <p:spPr>
              <a:xfrm>
                <a:off x="10608560" y="4971600"/>
                <a:ext cx="29976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>
                          <a:latin typeface="Cambria Math" panose="02040503050406030204" pitchFamily="18" charset="0"/>
                        </a:rPr>
                        <m:t>+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42" name="!!Textfeld 141">
                <a:extLst>
                  <a:ext uri="{FF2B5EF4-FFF2-40B4-BE49-F238E27FC236}">
                    <a16:creationId xmlns:a16="http://schemas.microsoft.com/office/drawing/2014/main" id="{AFEC38F9-9ACF-5B06-0187-BD954BD77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8560" y="4971600"/>
                <a:ext cx="299761" cy="369332"/>
              </a:xfrm>
              <a:prstGeom prst="rect">
                <a:avLst/>
              </a:prstGeom>
              <a:blipFill>
                <a:blip r:embed="rId68"/>
                <a:stretch>
                  <a:fillRect l="-20408" r="-20408" b="-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Textfeld 142">
                <a:extLst>
                  <a:ext uri="{FF2B5EF4-FFF2-40B4-BE49-F238E27FC236}">
                    <a16:creationId xmlns:a16="http://schemas.microsoft.com/office/drawing/2014/main" id="{E194DB1E-BFCA-DE75-D318-FA4FD0BFCAC9}"/>
                  </a:ext>
                </a:extLst>
              </p:cNvPr>
              <p:cNvSpPr txBox="1"/>
              <p:nvPr/>
            </p:nvSpPr>
            <p:spPr>
              <a:xfrm>
                <a:off x="11329200" y="4971600"/>
                <a:ext cx="44961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𝐇</m:t>
                          </m:r>
                        </m:sub>
                      </m:sSub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43" name="Textfeld 142">
                <a:extLst>
                  <a:ext uri="{FF2B5EF4-FFF2-40B4-BE49-F238E27FC236}">
                    <a16:creationId xmlns:a16="http://schemas.microsoft.com/office/drawing/2014/main" id="{E194DB1E-BFCA-DE75-D318-FA4FD0BFCA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9200" y="4971600"/>
                <a:ext cx="449610" cy="369332"/>
              </a:xfrm>
              <a:prstGeom prst="rect">
                <a:avLst/>
              </a:prstGeom>
              <a:blipFill>
                <a:blip r:embed="rId71"/>
                <a:stretch>
                  <a:fillRect l="-14865" r="-6757" b="-166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4" name="Textfeld 143">
            <a:extLst>
              <a:ext uri="{FF2B5EF4-FFF2-40B4-BE49-F238E27FC236}">
                <a16:creationId xmlns:a16="http://schemas.microsoft.com/office/drawing/2014/main" id="{648D123C-ABEA-4103-F7E8-AF355AEB1107}"/>
              </a:ext>
            </a:extLst>
          </p:cNvPr>
          <p:cNvSpPr txBox="1"/>
          <p:nvPr/>
        </p:nvSpPr>
        <p:spPr>
          <a:xfrm>
            <a:off x="360000" y="4971600"/>
            <a:ext cx="155492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2400" b="1" dirty="0"/>
              <a:t>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Textfeld 144">
                <a:extLst>
                  <a:ext uri="{FF2B5EF4-FFF2-40B4-BE49-F238E27FC236}">
                    <a16:creationId xmlns:a16="http://schemas.microsoft.com/office/drawing/2014/main" id="{4937C5D5-9D7E-5733-AFE4-C1404743BD34}"/>
                  </a:ext>
                </a:extLst>
              </p:cNvPr>
              <p:cNvSpPr txBox="1"/>
              <p:nvPr/>
            </p:nvSpPr>
            <p:spPr>
              <a:xfrm>
                <a:off x="646596" y="4971600"/>
                <a:ext cx="299761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45" name="Textfeld 144">
                <a:extLst>
                  <a:ext uri="{FF2B5EF4-FFF2-40B4-BE49-F238E27FC236}">
                    <a16:creationId xmlns:a16="http://schemas.microsoft.com/office/drawing/2014/main" id="{4937C5D5-9D7E-5733-AFE4-C1404743B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596" y="4971600"/>
                <a:ext cx="299761" cy="369332"/>
              </a:xfrm>
              <a:prstGeom prst="rect">
                <a:avLst/>
              </a:prstGeom>
              <a:blipFill>
                <a:blip r:embed="rId72"/>
                <a:stretch>
                  <a:fillRect l="-10204" r="-1020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feld 145">
                <a:extLst>
                  <a:ext uri="{FF2B5EF4-FFF2-40B4-BE49-F238E27FC236}">
                    <a16:creationId xmlns:a16="http://schemas.microsoft.com/office/drawing/2014/main" id="{30E72C06-6555-D617-3EED-3D4BBEAC91D8}"/>
                  </a:ext>
                </a:extLst>
              </p:cNvPr>
              <p:cNvSpPr txBox="1"/>
              <p:nvPr/>
            </p:nvSpPr>
            <p:spPr>
              <a:xfrm>
                <a:off x="855939" y="5933569"/>
                <a:ext cx="85052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𝑩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𝑬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>
                              <a:latin typeface="Cambria Math" panose="02040503050406030204" pitchFamily="18" charset="0"/>
                            </a:rPr>
                            <m:t>𝐗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  <m:r>
                        <a:rPr lang="de-DE" sz="24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de-DE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b>
                      </m:sSub>
                      <m:r>
                        <a:rPr lang="de-DE" sz="2400" b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de-DE" sz="2400" b="1" i="0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146" name="Textfeld 145">
                <a:extLst>
                  <a:ext uri="{FF2B5EF4-FFF2-40B4-BE49-F238E27FC236}">
                    <a16:creationId xmlns:a16="http://schemas.microsoft.com/office/drawing/2014/main" id="{30E72C06-6555-D617-3EED-3D4BBEAC9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39" y="5933569"/>
                <a:ext cx="8505277" cy="369332"/>
              </a:xfrm>
              <a:prstGeom prst="rect">
                <a:avLst/>
              </a:prstGeom>
              <a:blipFill>
                <a:blip r:embed="rId73"/>
                <a:stretch>
                  <a:fillRect l="-143" r="-573" b="-34426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1E69AD0E-BB9F-DE68-7108-96547950D9B4}"/>
                  </a:ext>
                </a:extLst>
              </p:cNvPr>
              <p:cNvSpPr txBox="1"/>
              <p:nvPr/>
            </p:nvSpPr>
            <p:spPr>
              <a:xfrm>
                <a:off x="864825" y="361500"/>
                <a:ext cx="9688614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de-DE" sz="2400" b="1" dirty="0"/>
                  <a:t>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br>
                  <a:rPr lang="de-DE" sz="2400" b="1" i="1" dirty="0">
                    <a:latin typeface="Cambria Math" panose="02040503050406030204" pitchFamily="18" charset="0"/>
                  </a:rPr>
                </a:br>
                <a:r>
                  <a:rPr lang="de-DE" sz="2400" b="1" i="1" dirty="0">
                    <a:latin typeface="Cambria Math" panose="02040503050406030204" pitchFamily="18" charset="0"/>
                  </a:rPr>
                  <a:t>          </a:t>
                </a:r>
                <a14:m>
                  <m:oMath xmlns:m="http://schemas.openxmlformats.org/officeDocument/2006/math">
                    <m:r>
                      <a:rPr lang="de-DE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de-DE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𝐀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𝑪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𝑬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𝟔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𝟕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𝑮</m:t>
                        </m:r>
                      </m:sub>
                    </m:sSub>
                    <m:r>
                      <a:rPr lang="de-DE" sz="2400" b="1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 i="1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  <m:r>
                      <m:rPr>
                        <m:nor/>
                      </m:rPr>
                      <a:rPr lang="de-DE" sz="2400" b="1" dirty="0"/>
                      <m:t> </m:t>
                    </m:r>
                    <m:sSub>
                      <m:sSubPr>
                        <m:ctrlPr>
                          <a:rPr lang="de-DE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DE" sz="2400" b="1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b>
                        <m:r>
                          <a:rPr lang="de-DE" sz="2400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sub>
                    </m:sSub>
                  </m:oMath>
                </a14:m>
                <a:endParaRPr lang="de-DE" sz="2400" b="1" dirty="0"/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1E69AD0E-BB9F-DE68-7108-96547950D9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825" y="361500"/>
                <a:ext cx="9688614" cy="738664"/>
              </a:xfrm>
              <a:prstGeom prst="rect">
                <a:avLst/>
              </a:prstGeom>
              <a:blipFill>
                <a:blip r:embed="rId74"/>
                <a:stretch>
                  <a:fillRect l="-1951" t="-12397" b="-826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hteck 2">
            <a:extLst>
              <a:ext uri="{FF2B5EF4-FFF2-40B4-BE49-F238E27FC236}">
                <a16:creationId xmlns:a16="http://schemas.microsoft.com/office/drawing/2014/main" id="{22B10761-C482-DF82-099E-3E11FE7B271E}"/>
              </a:ext>
            </a:extLst>
          </p:cNvPr>
          <p:cNvSpPr/>
          <p:nvPr/>
        </p:nvSpPr>
        <p:spPr>
          <a:xfrm>
            <a:off x="1768700" y="771499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5C04F8B-BE41-DB4B-7E42-CB12380E5BCF}"/>
              </a:ext>
            </a:extLst>
          </p:cNvPr>
          <p:cNvSpPr/>
          <p:nvPr/>
        </p:nvSpPr>
        <p:spPr>
          <a:xfrm>
            <a:off x="2859787" y="771499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66B1929-0C25-67C0-ACFF-B6C212685F7E}"/>
              </a:ext>
            </a:extLst>
          </p:cNvPr>
          <p:cNvSpPr/>
          <p:nvPr/>
        </p:nvSpPr>
        <p:spPr>
          <a:xfrm>
            <a:off x="4026125" y="771499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9B6DD2D-93E3-C881-754C-847F6ECE4060}"/>
              </a:ext>
            </a:extLst>
          </p:cNvPr>
          <p:cNvSpPr/>
          <p:nvPr/>
        </p:nvSpPr>
        <p:spPr>
          <a:xfrm>
            <a:off x="4823200" y="771499"/>
            <a:ext cx="644487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3B034EC-9AC5-EF79-6C9B-B0D11EC787F8}"/>
              </a:ext>
            </a:extLst>
          </p:cNvPr>
          <p:cNvSpPr/>
          <p:nvPr/>
        </p:nvSpPr>
        <p:spPr>
          <a:xfrm>
            <a:off x="6009501" y="771498"/>
            <a:ext cx="63928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91A5789-7E1C-445E-AFE6-BC931BE61A32}"/>
              </a:ext>
            </a:extLst>
          </p:cNvPr>
          <p:cNvSpPr/>
          <p:nvPr/>
        </p:nvSpPr>
        <p:spPr>
          <a:xfrm>
            <a:off x="7365448" y="771498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8B5BBA8-E2E6-2029-5A45-242DA46D7A78}"/>
              </a:ext>
            </a:extLst>
          </p:cNvPr>
          <p:cNvSpPr/>
          <p:nvPr/>
        </p:nvSpPr>
        <p:spPr>
          <a:xfrm>
            <a:off x="8531786" y="771497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414CB9D3-B009-7F8C-EF72-3DA2D77BFF63}"/>
              </a:ext>
            </a:extLst>
          </p:cNvPr>
          <p:cNvSpPr/>
          <p:nvPr/>
        </p:nvSpPr>
        <p:spPr>
          <a:xfrm>
            <a:off x="9656408" y="790679"/>
            <a:ext cx="374425" cy="3286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46EF6CE-5034-64A9-7450-54A65B90079B}"/>
              </a:ext>
            </a:extLst>
          </p:cNvPr>
          <p:cNvSpPr txBox="1"/>
          <p:nvPr/>
        </p:nvSpPr>
        <p:spPr>
          <a:xfrm>
            <a:off x="1671478" y="716136"/>
            <a:ext cx="51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0,3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934B2ED-A584-42DE-B6B5-966901EE1B2D}"/>
              </a:ext>
            </a:extLst>
          </p:cNvPr>
          <p:cNvSpPr txBox="1"/>
          <p:nvPr/>
        </p:nvSpPr>
        <p:spPr>
          <a:xfrm>
            <a:off x="8440698" y="716136"/>
            <a:ext cx="5148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0,3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975039F6-09D5-ED05-AAFC-5CCEB0564826}"/>
              </a:ext>
            </a:extLst>
          </p:cNvPr>
          <p:cNvSpPr txBox="1"/>
          <p:nvPr/>
        </p:nvSpPr>
        <p:spPr>
          <a:xfrm>
            <a:off x="3858774" y="716136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0,15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D6C0B530-2410-38DC-10A6-0F674563DDCD}"/>
              </a:ext>
            </a:extLst>
          </p:cNvPr>
          <p:cNvSpPr txBox="1"/>
          <p:nvPr/>
        </p:nvSpPr>
        <p:spPr>
          <a:xfrm>
            <a:off x="9497397" y="721307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0,15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8F49F8E-DE84-1EDC-97E7-35B44CD6FBF8}"/>
              </a:ext>
            </a:extLst>
          </p:cNvPr>
          <p:cNvSpPr txBox="1"/>
          <p:nvPr/>
        </p:nvSpPr>
        <p:spPr>
          <a:xfrm>
            <a:off x="7254063" y="717798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0,15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7821777F-39F0-A465-15B9-0695E1DB7AA3}"/>
              </a:ext>
            </a:extLst>
          </p:cNvPr>
          <p:cNvSpPr txBox="1"/>
          <p:nvPr/>
        </p:nvSpPr>
        <p:spPr>
          <a:xfrm>
            <a:off x="2874249" y="716136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0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ED4E1FDC-6126-ABB4-A3C3-8211C32B4734}"/>
              </a:ext>
            </a:extLst>
          </p:cNvPr>
          <p:cNvSpPr txBox="1"/>
          <p:nvPr/>
        </p:nvSpPr>
        <p:spPr>
          <a:xfrm>
            <a:off x="4748539" y="711782"/>
            <a:ext cx="793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- 0,15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CDFAC335-A7BC-7471-4BA6-D358ED872725}"/>
              </a:ext>
            </a:extLst>
          </p:cNvPr>
          <p:cNvSpPr txBox="1"/>
          <p:nvPr/>
        </p:nvSpPr>
        <p:spPr>
          <a:xfrm>
            <a:off x="5918442" y="716136"/>
            <a:ext cx="7938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- 0,15</a:t>
            </a:r>
          </a:p>
        </p:txBody>
      </p:sp>
    </p:spTree>
    <p:extLst>
      <p:ext uri="{BB962C8B-B14F-4D97-AF65-F5344CB8AC3E}">
        <p14:creationId xmlns:p14="http://schemas.microsoft.com/office/powerpoint/2010/main" val="488562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935DC-650B-2DF4-F5BA-373482F6B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43F8F4-25D0-C02E-DA04-49573C8E1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355725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Lösen mit dem Online Linear </a:t>
            </a:r>
            <a:r>
              <a:rPr lang="de-DE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Programming</a:t>
            </a:r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 Solver von </a:t>
            </a:r>
            <a:r>
              <a:rPr lang="de-DE" sz="6000" b="1" dirty="0" err="1">
                <a:latin typeface="Arial" panose="020B0604020202020204" pitchFamily="34" charset="0"/>
                <a:cs typeface="Arial" panose="020B0604020202020204" pitchFamily="34" charset="0"/>
              </a:rPr>
              <a:t>ssclab</a:t>
            </a:r>
            <a:endParaRPr lang="de-DE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567463"/>
      </p:ext>
    </p:extLst>
  </p:cSld>
  <p:clrMapOvr>
    <a:masterClrMapping/>
  </p:clrMapOvr>
  <p:transition spd="slow">
    <p:push dir="u"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4D2E4-357B-7A93-B22E-32BD71E48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322E528D-DADE-6F89-DA66-F879250038F8}"/>
              </a:ext>
            </a:extLst>
          </p:cNvPr>
          <p:cNvSpPr/>
          <p:nvPr/>
        </p:nvSpPr>
        <p:spPr>
          <a:xfrm>
            <a:off x="838028" y="1266825"/>
            <a:ext cx="10591971" cy="4991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870999F-FA68-3B5E-3913-26DEE7B800AD}"/>
              </a:ext>
            </a:extLst>
          </p:cNvPr>
          <p:cNvSpPr txBox="1"/>
          <p:nvPr/>
        </p:nvSpPr>
        <p:spPr>
          <a:xfrm>
            <a:off x="360000" y="428175"/>
            <a:ext cx="3862917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600" b="1" dirty="0"/>
              <a:t>Input Formatierung: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6DA0C7B-12BF-92FF-62CA-918B1870459C}"/>
              </a:ext>
            </a:extLst>
          </p:cNvPr>
          <p:cNvSpPr txBox="1"/>
          <p:nvPr/>
        </p:nvSpPr>
        <p:spPr>
          <a:xfrm>
            <a:off x="1036275" y="1418775"/>
            <a:ext cx="10317696" cy="47089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b="1" dirty="0">
                <a:solidFill>
                  <a:srgbClr val="FFFF00"/>
                </a:solidFill>
              </a:rPr>
              <a:t>/* </a:t>
            </a:r>
            <a:r>
              <a:rPr lang="de-DE" b="1" dirty="0" err="1">
                <a:solidFill>
                  <a:srgbClr val="FFFF00"/>
                </a:solidFill>
              </a:rPr>
              <a:t>Objective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function</a:t>
            </a:r>
            <a:r>
              <a:rPr lang="de-DE" b="1" dirty="0">
                <a:solidFill>
                  <a:srgbClr val="FFFF00"/>
                </a:solidFill>
              </a:rPr>
              <a:t>: </a:t>
            </a:r>
            <a:r>
              <a:rPr lang="de-DE" b="1" dirty="0" err="1">
                <a:solidFill>
                  <a:srgbClr val="FFFF00"/>
                </a:solidFill>
              </a:rPr>
              <a:t>to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maximize</a:t>
            </a:r>
            <a:r>
              <a:rPr lang="de-DE" b="1" dirty="0">
                <a:solidFill>
                  <a:srgbClr val="FFFF00"/>
                </a:solidFill>
              </a:rPr>
              <a:t> */</a:t>
            </a:r>
          </a:p>
          <a:p>
            <a:r>
              <a:rPr lang="de-DE" b="1" dirty="0" err="1">
                <a:solidFill>
                  <a:srgbClr val="FFFF00"/>
                </a:solidFill>
              </a:rPr>
              <a:t>max</a:t>
            </a:r>
            <a:r>
              <a:rPr lang="de-DE" b="1" dirty="0">
                <a:solidFill>
                  <a:srgbClr val="FFFF00"/>
                </a:solidFill>
              </a:rPr>
              <a:t>: y1 +y2 + y3 + y4 + y5 + y6 + y7 + y8 + 0.3XA + 0XB + 0.15XC - 0.15XD - 0.15XE + 0.15XF + 0.3XG + 0.15XH</a:t>
            </a:r>
          </a:p>
          <a:p>
            <a:endParaRPr lang="de-DE" b="1" dirty="0">
              <a:solidFill>
                <a:srgbClr val="FFFF00"/>
              </a:solidFill>
            </a:endParaRPr>
          </a:p>
          <a:p>
            <a:r>
              <a:rPr lang="de-DE" b="1" dirty="0">
                <a:solidFill>
                  <a:srgbClr val="FFFF00"/>
                </a:solidFill>
              </a:rPr>
              <a:t>/* Constraints </a:t>
            </a:r>
            <a:r>
              <a:rPr lang="de-DE" b="1" dirty="0" err="1">
                <a:solidFill>
                  <a:srgbClr val="FFFF00"/>
                </a:solidFill>
              </a:rPr>
              <a:t>of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the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problem</a:t>
            </a:r>
            <a:r>
              <a:rPr lang="de-DE" b="1" dirty="0">
                <a:solidFill>
                  <a:srgbClr val="FFFF00"/>
                </a:solidFill>
              </a:rPr>
              <a:t> */</a:t>
            </a:r>
          </a:p>
          <a:p>
            <a:r>
              <a:rPr lang="de-DE" b="1" dirty="0">
                <a:solidFill>
                  <a:srgbClr val="FFFF00"/>
                </a:solidFill>
              </a:rPr>
              <a:t>y1 &lt;= XA +          XC +             XE</a:t>
            </a:r>
          </a:p>
          <a:p>
            <a:r>
              <a:rPr lang="de-DE" b="1" dirty="0">
                <a:solidFill>
                  <a:srgbClr val="FFFF00"/>
                </a:solidFill>
              </a:rPr>
              <a:t>y2 &lt;=          XB + XC +                      XF</a:t>
            </a:r>
          </a:p>
          <a:p>
            <a:r>
              <a:rPr lang="de-DE" b="1" dirty="0">
                <a:solidFill>
                  <a:srgbClr val="FFFF00"/>
                </a:solidFill>
              </a:rPr>
              <a:t>y3 &lt;= XA +                               XE +         XG</a:t>
            </a:r>
          </a:p>
          <a:p>
            <a:r>
              <a:rPr lang="de-DE" b="1" dirty="0">
                <a:solidFill>
                  <a:srgbClr val="FFFF00"/>
                </a:solidFill>
              </a:rPr>
              <a:t>y4 &lt;= XA +                     XD +           XF</a:t>
            </a:r>
          </a:p>
          <a:p>
            <a:r>
              <a:rPr lang="de-DE" b="1" dirty="0">
                <a:solidFill>
                  <a:srgbClr val="FFFF00"/>
                </a:solidFill>
              </a:rPr>
              <a:t>y5 &lt;= XA + XB +                     XE +          XG + XH</a:t>
            </a:r>
          </a:p>
          <a:p>
            <a:r>
              <a:rPr lang="de-DE" b="1" dirty="0">
                <a:solidFill>
                  <a:srgbClr val="FFFF00"/>
                </a:solidFill>
              </a:rPr>
              <a:t>y6 &lt;=                                        XE + XF +           XH</a:t>
            </a:r>
          </a:p>
          <a:p>
            <a:r>
              <a:rPr lang="de-DE" b="1" dirty="0">
                <a:solidFill>
                  <a:srgbClr val="FFFF00"/>
                </a:solidFill>
              </a:rPr>
              <a:t>y7 &lt;=          XB +           XD +                    XG + XH</a:t>
            </a:r>
          </a:p>
          <a:p>
            <a:r>
              <a:rPr lang="de-DE" b="1" dirty="0">
                <a:solidFill>
                  <a:srgbClr val="FFFF00"/>
                </a:solidFill>
              </a:rPr>
              <a:t>y8 &lt;= XA +          XC + XD +                    XG</a:t>
            </a:r>
          </a:p>
          <a:p>
            <a:endParaRPr lang="de-DE" b="1" dirty="0">
              <a:solidFill>
                <a:srgbClr val="FFFF00"/>
              </a:solidFill>
            </a:endParaRPr>
          </a:p>
          <a:p>
            <a:r>
              <a:rPr lang="de-DE" b="1" dirty="0">
                <a:solidFill>
                  <a:srgbClr val="FFFF00"/>
                </a:solidFill>
              </a:rPr>
              <a:t>3     = XA + XB + XC + XD + XE + XF + XG + XH</a:t>
            </a:r>
          </a:p>
          <a:p>
            <a:endParaRPr lang="de-DE" b="1" dirty="0">
              <a:solidFill>
                <a:srgbClr val="FFFF00"/>
              </a:solidFill>
            </a:endParaRPr>
          </a:p>
          <a:p>
            <a:r>
              <a:rPr lang="de-DE" b="1" dirty="0">
                <a:solidFill>
                  <a:srgbClr val="FFFF00"/>
                </a:solidFill>
              </a:rPr>
              <a:t>/* Declaration </a:t>
            </a:r>
            <a:r>
              <a:rPr lang="de-DE" b="1" dirty="0" err="1">
                <a:solidFill>
                  <a:srgbClr val="FFFF00"/>
                </a:solidFill>
              </a:rPr>
              <a:t>of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boolean</a:t>
            </a:r>
            <a:r>
              <a:rPr lang="de-DE" b="1" dirty="0">
                <a:solidFill>
                  <a:srgbClr val="FFFF00"/>
                </a:solidFill>
              </a:rPr>
              <a:t> variables. */</a:t>
            </a:r>
          </a:p>
          <a:p>
            <a:r>
              <a:rPr lang="de-DE" b="1" dirty="0">
                <a:solidFill>
                  <a:srgbClr val="FFFF00"/>
                </a:solidFill>
              </a:rPr>
              <a:t>bin  y1, y2,  y3,  y4,  y5,  y6,  y7,  y8, XA, XB, XC, XD, XE, XF, XG, XH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E98D05-EB50-84DC-0EB9-3F7B84D1D382}"/>
              </a:ext>
            </a:extLst>
          </p:cNvPr>
          <p:cNvSpPr txBox="1"/>
          <p:nvPr/>
        </p:nvSpPr>
        <p:spPr>
          <a:xfrm>
            <a:off x="12179531" y="1418775"/>
            <a:ext cx="5544723" cy="33239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b="1" dirty="0">
                <a:solidFill>
                  <a:srgbClr val="FFFF00"/>
                </a:solidFill>
              </a:rPr>
              <a:t>{ "</a:t>
            </a:r>
            <a:r>
              <a:rPr lang="de-DE" b="1" dirty="0" err="1">
                <a:solidFill>
                  <a:srgbClr val="FFFF00"/>
                </a:solidFill>
              </a:rPr>
              <a:t>objectiveType</a:t>
            </a:r>
            <a:r>
              <a:rPr lang="de-DE" b="1" dirty="0">
                <a:solidFill>
                  <a:srgbClr val="FFFF00"/>
                </a:solidFill>
              </a:rPr>
              <a:t>": "</a:t>
            </a:r>
            <a:r>
              <a:rPr lang="de-DE" b="1" dirty="0" err="1">
                <a:solidFill>
                  <a:srgbClr val="FFFF00"/>
                </a:solidFill>
              </a:rPr>
              <a:t>max</a:t>
            </a:r>
            <a:r>
              <a:rPr lang="de-DE" b="1" dirty="0">
                <a:solidFill>
                  <a:srgbClr val="FFFF00"/>
                </a:solidFill>
              </a:rPr>
              <a:t>", "</a:t>
            </a:r>
            <a:r>
              <a:rPr lang="de-DE" b="1" dirty="0" err="1">
                <a:solidFill>
                  <a:srgbClr val="FFFF00"/>
                </a:solidFill>
              </a:rPr>
              <a:t>status</a:t>
            </a:r>
            <a:r>
              <a:rPr lang="de-DE" b="1" dirty="0">
                <a:solidFill>
                  <a:srgbClr val="FFFF00"/>
                </a:solidFill>
              </a:rPr>
              <a:t>": "optimal", "</a:t>
            </a:r>
            <a:r>
              <a:rPr lang="de-DE" b="1" dirty="0" err="1">
                <a:solidFill>
                  <a:srgbClr val="FFFF00"/>
                </a:solidFill>
              </a:rPr>
              <a:t>solution</a:t>
            </a:r>
            <a:r>
              <a:rPr lang="de-DE" b="1" dirty="0">
                <a:solidFill>
                  <a:srgbClr val="FFFF00"/>
                </a:solidFill>
              </a:rPr>
              <a:t>": </a:t>
            </a:r>
            <a:br>
              <a:rPr lang="de-DE" b="1" dirty="0">
                <a:solidFill>
                  <a:srgbClr val="FFFF00"/>
                </a:solidFill>
              </a:rPr>
            </a:br>
            <a:r>
              <a:rPr lang="de-DE" b="1" dirty="0">
                <a:solidFill>
                  <a:srgbClr val="FFFF00"/>
                </a:solidFill>
              </a:rPr>
              <a:t>{ "</a:t>
            </a:r>
            <a:r>
              <a:rPr lang="de-DE" b="1" dirty="0" err="1">
                <a:solidFill>
                  <a:srgbClr val="FFFF00"/>
                </a:solidFill>
              </a:rPr>
              <a:t>objectiveValue</a:t>
            </a:r>
            <a:r>
              <a:rPr lang="de-DE" b="1" dirty="0">
                <a:solidFill>
                  <a:srgbClr val="FFFF00"/>
                </a:solidFill>
              </a:rPr>
              <a:t>": 8.75, </a:t>
            </a:r>
            <a:br>
              <a:rPr lang="de-DE" b="1" dirty="0">
                <a:solidFill>
                  <a:srgbClr val="FFFF00"/>
                </a:solidFill>
              </a:rPr>
            </a:br>
            <a:r>
              <a:rPr lang="de-DE" b="1" dirty="0">
                <a:solidFill>
                  <a:srgbClr val="FFFF00"/>
                </a:solidFill>
              </a:rPr>
              <a:t>"variables": { 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	       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"Y1":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"Y2":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"Y3":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"Y4":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"Y5":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"Y6":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"Y7":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"Y8":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 </a:t>
            </a:r>
          </a:p>
          <a:p>
            <a:r>
              <a:rPr lang="de-DE" b="1" dirty="0">
                <a:solidFill>
                  <a:srgbClr val="FFFF00"/>
                </a:solidFill>
              </a:rPr>
              <a:t>} } }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1DE61EE-1D6F-69DF-5689-D96EB0F732A9}"/>
              </a:ext>
            </a:extLst>
          </p:cNvPr>
          <p:cNvSpPr/>
          <p:nvPr/>
        </p:nvSpPr>
        <p:spPr>
          <a:xfrm>
            <a:off x="0" y="1057275"/>
            <a:ext cx="838028" cy="537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6A9A049-C3F5-726C-50BC-3B477B34424F}"/>
              </a:ext>
            </a:extLst>
          </p:cNvPr>
          <p:cNvSpPr/>
          <p:nvPr/>
        </p:nvSpPr>
        <p:spPr>
          <a:xfrm>
            <a:off x="13452338" y="1968499"/>
            <a:ext cx="4356102" cy="1351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rgbClr val="FFFF00"/>
                </a:solidFill>
              </a:rPr>
              <a:t>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43D6F20-34B0-7A7D-CB97-611DE51A2E28}"/>
              </a:ext>
            </a:extLst>
          </p:cNvPr>
          <p:cNvSpPr/>
          <p:nvPr/>
        </p:nvSpPr>
        <p:spPr>
          <a:xfrm>
            <a:off x="11429999" y="1057275"/>
            <a:ext cx="762001" cy="537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2251611"/>
      </p:ext>
    </p:extLst>
  </p:cSld>
  <p:clrMapOvr>
    <a:masterClrMapping/>
  </p:clrMapOvr>
  <p:transition spd="slow">
    <p:push dir="u"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73B39-8A86-F978-6092-271AFC6DD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54DB6D0A-A821-5BBC-F91E-42395099E56D}"/>
              </a:ext>
            </a:extLst>
          </p:cNvPr>
          <p:cNvSpPr/>
          <p:nvPr/>
        </p:nvSpPr>
        <p:spPr>
          <a:xfrm>
            <a:off x="838028" y="1266825"/>
            <a:ext cx="10591971" cy="4991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F34ED19-A935-92D4-478F-28D1AAE768A6}"/>
              </a:ext>
            </a:extLst>
          </p:cNvPr>
          <p:cNvSpPr txBox="1"/>
          <p:nvPr/>
        </p:nvSpPr>
        <p:spPr>
          <a:xfrm>
            <a:off x="360000" y="428175"/>
            <a:ext cx="4212372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600" b="1" dirty="0"/>
              <a:t>Output Formatierung: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536BD68-DB98-29E3-B79E-CC48D8DD3E77}"/>
              </a:ext>
            </a:extLst>
          </p:cNvPr>
          <p:cNvSpPr txBox="1"/>
          <p:nvPr/>
        </p:nvSpPr>
        <p:spPr>
          <a:xfrm>
            <a:off x="-10080939" y="1418775"/>
            <a:ext cx="10317696" cy="47089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b="1" dirty="0">
                <a:solidFill>
                  <a:srgbClr val="FFFF00"/>
                </a:solidFill>
              </a:rPr>
              <a:t>/* </a:t>
            </a:r>
            <a:r>
              <a:rPr lang="de-DE" b="1" dirty="0" err="1">
                <a:solidFill>
                  <a:srgbClr val="FFFF00"/>
                </a:solidFill>
              </a:rPr>
              <a:t>Objective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function</a:t>
            </a:r>
            <a:r>
              <a:rPr lang="de-DE" b="1" dirty="0">
                <a:solidFill>
                  <a:srgbClr val="FFFF00"/>
                </a:solidFill>
              </a:rPr>
              <a:t>: </a:t>
            </a:r>
            <a:r>
              <a:rPr lang="de-DE" b="1" dirty="0" err="1">
                <a:solidFill>
                  <a:srgbClr val="FFFF00"/>
                </a:solidFill>
              </a:rPr>
              <a:t>to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maximize</a:t>
            </a:r>
            <a:r>
              <a:rPr lang="de-DE" b="1" dirty="0">
                <a:solidFill>
                  <a:srgbClr val="FFFF00"/>
                </a:solidFill>
              </a:rPr>
              <a:t> */</a:t>
            </a:r>
          </a:p>
          <a:p>
            <a:r>
              <a:rPr lang="de-DE" b="1" dirty="0" err="1">
                <a:solidFill>
                  <a:srgbClr val="FFFF00"/>
                </a:solidFill>
              </a:rPr>
              <a:t>max</a:t>
            </a:r>
            <a:r>
              <a:rPr lang="de-DE" b="1" dirty="0">
                <a:solidFill>
                  <a:srgbClr val="FFFF00"/>
                </a:solidFill>
              </a:rPr>
              <a:t>: y1 +y2 + y3 + y4 + y5 + y6 + y7 + y8 + 0.3XA + 0XB + 0.15XC - 0.15XD - 0.15XE + 0.15XF + 0.3XG + 0.15XH</a:t>
            </a:r>
          </a:p>
          <a:p>
            <a:endParaRPr lang="de-DE" b="1" dirty="0">
              <a:solidFill>
                <a:srgbClr val="FFFF00"/>
              </a:solidFill>
            </a:endParaRPr>
          </a:p>
          <a:p>
            <a:r>
              <a:rPr lang="de-DE" b="1" dirty="0">
                <a:solidFill>
                  <a:srgbClr val="FFFF00"/>
                </a:solidFill>
              </a:rPr>
              <a:t>/* Constraints </a:t>
            </a:r>
            <a:r>
              <a:rPr lang="de-DE" b="1" dirty="0" err="1">
                <a:solidFill>
                  <a:srgbClr val="FFFF00"/>
                </a:solidFill>
              </a:rPr>
              <a:t>of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the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problem</a:t>
            </a:r>
            <a:r>
              <a:rPr lang="de-DE" b="1" dirty="0">
                <a:solidFill>
                  <a:srgbClr val="FFFF00"/>
                </a:solidFill>
              </a:rPr>
              <a:t> */</a:t>
            </a:r>
          </a:p>
          <a:p>
            <a:r>
              <a:rPr lang="de-DE" b="1" dirty="0">
                <a:solidFill>
                  <a:srgbClr val="FFFF00"/>
                </a:solidFill>
              </a:rPr>
              <a:t>y1 &lt;= XA +          XC +             XE</a:t>
            </a:r>
          </a:p>
          <a:p>
            <a:r>
              <a:rPr lang="de-DE" b="1" dirty="0">
                <a:solidFill>
                  <a:srgbClr val="FFFF00"/>
                </a:solidFill>
              </a:rPr>
              <a:t>y2 &lt;=          XB + XC +                      XF</a:t>
            </a:r>
          </a:p>
          <a:p>
            <a:r>
              <a:rPr lang="de-DE" b="1" dirty="0">
                <a:solidFill>
                  <a:srgbClr val="FFFF00"/>
                </a:solidFill>
              </a:rPr>
              <a:t>y3 &lt;= XA +                               XE +         XG</a:t>
            </a:r>
          </a:p>
          <a:p>
            <a:r>
              <a:rPr lang="de-DE" b="1" dirty="0">
                <a:solidFill>
                  <a:srgbClr val="FFFF00"/>
                </a:solidFill>
              </a:rPr>
              <a:t>y4 &lt;= XA +                     XD +           XF</a:t>
            </a:r>
          </a:p>
          <a:p>
            <a:r>
              <a:rPr lang="de-DE" b="1" dirty="0">
                <a:solidFill>
                  <a:srgbClr val="FFFF00"/>
                </a:solidFill>
              </a:rPr>
              <a:t>y5 &lt;= XA + XB +                     XE +          XG + XH</a:t>
            </a:r>
          </a:p>
          <a:p>
            <a:r>
              <a:rPr lang="de-DE" b="1" dirty="0">
                <a:solidFill>
                  <a:srgbClr val="FFFF00"/>
                </a:solidFill>
              </a:rPr>
              <a:t>y6 &lt;=                                        XE + XF +           XH</a:t>
            </a:r>
          </a:p>
          <a:p>
            <a:r>
              <a:rPr lang="de-DE" b="1" dirty="0">
                <a:solidFill>
                  <a:srgbClr val="FFFF00"/>
                </a:solidFill>
              </a:rPr>
              <a:t>y7 &lt;=          XB +           XD +                    XG + XH</a:t>
            </a:r>
          </a:p>
          <a:p>
            <a:r>
              <a:rPr lang="de-DE" b="1" dirty="0">
                <a:solidFill>
                  <a:srgbClr val="FFFF00"/>
                </a:solidFill>
              </a:rPr>
              <a:t>y8 &lt;= XA +          XC + XD +                    XG</a:t>
            </a:r>
          </a:p>
          <a:p>
            <a:endParaRPr lang="de-DE" b="1" dirty="0">
              <a:solidFill>
                <a:srgbClr val="FFFF00"/>
              </a:solidFill>
            </a:endParaRPr>
          </a:p>
          <a:p>
            <a:r>
              <a:rPr lang="de-DE" b="1" dirty="0">
                <a:solidFill>
                  <a:srgbClr val="FFFF00"/>
                </a:solidFill>
              </a:rPr>
              <a:t>3     = XA + XB + XC + XD + XE + XF + XG + XH</a:t>
            </a:r>
          </a:p>
          <a:p>
            <a:endParaRPr lang="de-DE" b="1" dirty="0">
              <a:solidFill>
                <a:srgbClr val="FFFF00"/>
              </a:solidFill>
            </a:endParaRPr>
          </a:p>
          <a:p>
            <a:r>
              <a:rPr lang="de-DE" b="1" dirty="0">
                <a:solidFill>
                  <a:srgbClr val="FFFF00"/>
                </a:solidFill>
              </a:rPr>
              <a:t>/* Declaration </a:t>
            </a:r>
            <a:r>
              <a:rPr lang="de-DE" b="1" dirty="0" err="1">
                <a:solidFill>
                  <a:srgbClr val="FFFF00"/>
                </a:solidFill>
              </a:rPr>
              <a:t>of</a:t>
            </a:r>
            <a:r>
              <a:rPr lang="de-DE" b="1" dirty="0">
                <a:solidFill>
                  <a:srgbClr val="FFFF00"/>
                </a:solidFill>
              </a:rPr>
              <a:t> </a:t>
            </a:r>
            <a:r>
              <a:rPr lang="de-DE" b="1" dirty="0" err="1">
                <a:solidFill>
                  <a:srgbClr val="FFFF00"/>
                </a:solidFill>
              </a:rPr>
              <a:t>boolean</a:t>
            </a:r>
            <a:r>
              <a:rPr lang="de-DE" b="1" dirty="0">
                <a:solidFill>
                  <a:srgbClr val="FFFF00"/>
                </a:solidFill>
              </a:rPr>
              <a:t> variables. */</a:t>
            </a:r>
          </a:p>
          <a:p>
            <a:r>
              <a:rPr lang="de-DE" b="1" dirty="0">
                <a:solidFill>
                  <a:srgbClr val="FFFF00"/>
                </a:solidFill>
              </a:rPr>
              <a:t>bin  y1, y2,  y3,  y4,  y5,  y6,  y7,  y8, XA, XB, XC, XD, XE, XF, XG, XH 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F090604-6EA3-2FF6-4205-CD115A80533D}"/>
              </a:ext>
            </a:extLst>
          </p:cNvPr>
          <p:cNvSpPr txBox="1"/>
          <p:nvPr/>
        </p:nvSpPr>
        <p:spPr>
          <a:xfrm>
            <a:off x="1062317" y="1418775"/>
            <a:ext cx="5544723" cy="33239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b="1" dirty="0">
                <a:solidFill>
                  <a:srgbClr val="FFFF00"/>
                </a:solidFill>
              </a:rPr>
              <a:t>{ "</a:t>
            </a:r>
            <a:r>
              <a:rPr lang="de-DE" b="1" dirty="0" err="1">
                <a:solidFill>
                  <a:srgbClr val="FFFF00"/>
                </a:solidFill>
              </a:rPr>
              <a:t>objectiveType</a:t>
            </a:r>
            <a:r>
              <a:rPr lang="de-DE" b="1" dirty="0">
                <a:solidFill>
                  <a:srgbClr val="FFFF00"/>
                </a:solidFill>
              </a:rPr>
              <a:t>": "</a:t>
            </a:r>
            <a:r>
              <a:rPr lang="de-DE" b="1" dirty="0" err="1">
                <a:solidFill>
                  <a:srgbClr val="FFFF00"/>
                </a:solidFill>
              </a:rPr>
              <a:t>max</a:t>
            </a:r>
            <a:r>
              <a:rPr lang="de-DE" b="1" dirty="0">
                <a:solidFill>
                  <a:srgbClr val="FFFF00"/>
                </a:solidFill>
              </a:rPr>
              <a:t>", "</a:t>
            </a:r>
            <a:r>
              <a:rPr lang="de-DE" b="1" dirty="0" err="1">
                <a:solidFill>
                  <a:srgbClr val="FFFF00"/>
                </a:solidFill>
              </a:rPr>
              <a:t>status</a:t>
            </a:r>
            <a:r>
              <a:rPr lang="de-DE" b="1" dirty="0">
                <a:solidFill>
                  <a:srgbClr val="FFFF00"/>
                </a:solidFill>
              </a:rPr>
              <a:t>": "optimal", "</a:t>
            </a:r>
            <a:r>
              <a:rPr lang="de-DE" b="1" dirty="0" err="1">
                <a:solidFill>
                  <a:srgbClr val="FFFF00"/>
                </a:solidFill>
              </a:rPr>
              <a:t>solution</a:t>
            </a:r>
            <a:r>
              <a:rPr lang="de-DE" b="1" dirty="0">
                <a:solidFill>
                  <a:srgbClr val="FFFF00"/>
                </a:solidFill>
              </a:rPr>
              <a:t>": </a:t>
            </a:r>
            <a:br>
              <a:rPr lang="de-DE" b="1" dirty="0">
                <a:solidFill>
                  <a:srgbClr val="FFFF00"/>
                </a:solidFill>
              </a:rPr>
            </a:br>
            <a:r>
              <a:rPr lang="de-DE" b="1" dirty="0">
                <a:solidFill>
                  <a:srgbClr val="FFFF00"/>
                </a:solidFill>
              </a:rPr>
              <a:t>{ "</a:t>
            </a:r>
            <a:r>
              <a:rPr lang="de-DE" b="1" dirty="0" err="1">
                <a:solidFill>
                  <a:srgbClr val="FFFF00"/>
                </a:solidFill>
              </a:rPr>
              <a:t>objectiveValue</a:t>
            </a:r>
            <a:r>
              <a:rPr lang="de-DE" b="1" dirty="0">
                <a:solidFill>
                  <a:srgbClr val="FFFF00"/>
                </a:solidFill>
              </a:rPr>
              <a:t>": 8.75, </a:t>
            </a:r>
            <a:br>
              <a:rPr lang="de-DE" b="1" dirty="0">
                <a:solidFill>
                  <a:srgbClr val="FFFF00"/>
                </a:solidFill>
              </a:rPr>
            </a:br>
            <a:r>
              <a:rPr lang="de-DE" b="1" dirty="0">
                <a:solidFill>
                  <a:srgbClr val="FFFF00"/>
                </a:solidFill>
              </a:rPr>
              <a:t>"variables": { 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	       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"Y1":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"Y2":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"Y3":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"Y4":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"Y5":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"Y6":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"Y7":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"Y8":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 </a:t>
            </a:r>
          </a:p>
          <a:p>
            <a:r>
              <a:rPr lang="de-DE" b="1" dirty="0">
                <a:solidFill>
                  <a:srgbClr val="FFFF00"/>
                </a:solidFill>
              </a:rPr>
              <a:t>} } }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A4782EF-228D-BB21-B99F-49F4F97C21E1}"/>
              </a:ext>
            </a:extLst>
          </p:cNvPr>
          <p:cNvSpPr/>
          <p:nvPr/>
        </p:nvSpPr>
        <p:spPr>
          <a:xfrm>
            <a:off x="0" y="1057275"/>
            <a:ext cx="838028" cy="537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330E7F4-B768-5BB4-2980-BA7279938D67}"/>
              </a:ext>
            </a:extLst>
          </p:cNvPr>
          <p:cNvSpPr/>
          <p:nvPr/>
        </p:nvSpPr>
        <p:spPr>
          <a:xfrm>
            <a:off x="2327138" y="1955799"/>
            <a:ext cx="4356102" cy="1351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rgbClr val="FFFF00"/>
                </a:solidFill>
              </a:rPr>
              <a:t>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4A91640-EFAA-EEA6-86A5-5C665E74A97B}"/>
              </a:ext>
            </a:extLst>
          </p:cNvPr>
          <p:cNvSpPr/>
          <p:nvPr/>
        </p:nvSpPr>
        <p:spPr>
          <a:xfrm>
            <a:off x="11429999" y="1057275"/>
            <a:ext cx="762001" cy="537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7075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D46A-1E10-6757-A92E-454413C910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0D155FB-82CC-B74B-B034-5D2DFB54DB66}"/>
              </a:ext>
            </a:extLst>
          </p:cNvPr>
          <p:cNvSpPr/>
          <p:nvPr/>
        </p:nvSpPr>
        <p:spPr>
          <a:xfrm>
            <a:off x="838028" y="1266825"/>
            <a:ext cx="10591971" cy="4991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4A8FD64-1D14-BA5D-4A34-4542DAC4665F}"/>
              </a:ext>
            </a:extLst>
          </p:cNvPr>
          <p:cNvSpPr txBox="1"/>
          <p:nvPr/>
        </p:nvSpPr>
        <p:spPr>
          <a:xfrm>
            <a:off x="360000" y="428175"/>
            <a:ext cx="4212372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600" b="1" dirty="0"/>
              <a:t>Output Formatierung: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4F76FE2-E938-72E4-1BFC-24572FA2A27A}"/>
              </a:ext>
            </a:extLst>
          </p:cNvPr>
          <p:cNvSpPr txBox="1"/>
          <p:nvPr/>
        </p:nvSpPr>
        <p:spPr>
          <a:xfrm>
            <a:off x="1062317" y="1418775"/>
            <a:ext cx="5544723" cy="33239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b="1" dirty="0">
                <a:solidFill>
                  <a:srgbClr val="FFFF00"/>
                </a:solidFill>
              </a:rPr>
              <a:t>{ "</a:t>
            </a:r>
            <a:r>
              <a:rPr lang="de-DE" b="1" dirty="0" err="1">
                <a:solidFill>
                  <a:srgbClr val="FFFF00"/>
                </a:solidFill>
              </a:rPr>
              <a:t>objectiveType</a:t>
            </a:r>
            <a:r>
              <a:rPr lang="de-DE" b="1" dirty="0">
                <a:solidFill>
                  <a:srgbClr val="FFFF00"/>
                </a:solidFill>
              </a:rPr>
              <a:t>": "</a:t>
            </a:r>
            <a:r>
              <a:rPr lang="de-DE" b="1" dirty="0" err="1">
                <a:solidFill>
                  <a:srgbClr val="FFFF00"/>
                </a:solidFill>
              </a:rPr>
              <a:t>max</a:t>
            </a:r>
            <a:r>
              <a:rPr lang="de-DE" b="1" dirty="0">
                <a:solidFill>
                  <a:srgbClr val="FFFF00"/>
                </a:solidFill>
              </a:rPr>
              <a:t>", "</a:t>
            </a:r>
            <a:r>
              <a:rPr lang="de-DE" b="1" dirty="0" err="1">
                <a:solidFill>
                  <a:srgbClr val="FFFF00"/>
                </a:solidFill>
              </a:rPr>
              <a:t>status</a:t>
            </a:r>
            <a:r>
              <a:rPr lang="de-DE" b="1" dirty="0">
                <a:solidFill>
                  <a:srgbClr val="FFFF00"/>
                </a:solidFill>
              </a:rPr>
              <a:t>": "optimal", "</a:t>
            </a:r>
            <a:r>
              <a:rPr lang="de-DE" b="1" dirty="0" err="1">
                <a:solidFill>
                  <a:srgbClr val="FFFF00"/>
                </a:solidFill>
              </a:rPr>
              <a:t>solution</a:t>
            </a:r>
            <a:r>
              <a:rPr lang="de-DE" b="1" dirty="0">
                <a:solidFill>
                  <a:srgbClr val="FFFF00"/>
                </a:solidFill>
              </a:rPr>
              <a:t>": </a:t>
            </a:r>
            <a:br>
              <a:rPr lang="de-DE" b="1" dirty="0">
                <a:solidFill>
                  <a:srgbClr val="FFFF00"/>
                </a:solidFill>
              </a:rPr>
            </a:br>
            <a:r>
              <a:rPr lang="de-DE" b="1" dirty="0">
                <a:solidFill>
                  <a:srgbClr val="FFFF00"/>
                </a:solidFill>
              </a:rPr>
              <a:t>{ "</a:t>
            </a:r>
            <a:r>
              <a:rPr lang="de-DE" b="1" dirty="0" err="1">
                <a:solidFill>
                  <a:srgbClr val="FFFF00"/>
                </a:solidFill>
              </a:rPr>
              <a:t>objectiveValue</a:t>
            </a:r>
            <a:r>
              <a:rPr lang="de-DE" b="1" dirty="0">
                <a:solidFill>
                  <a:srgbClr val="FFFF00"/>
                </a:solidFill>
              </a:rPr>
              <a:t>": 8.75, </a:t>
            </a:r>
            <a:br>
              <a:rPr lang="de-DE" b="1" dirty="0">
                <a:solidFill>
                  <a:srgbClr val="FFFF00"/>
                </a:solidFill>
              </a:rPr>
            </a:br>
            <a:r>
              <a:rPr lang="de-DE" b="1" dirty="0">
                <a:solidFill>
                  <a:srgbClr val="FFFF00"/>
                </a:solidFill>
              </a:rPr>
              <a:t>"variables": { 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	       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"Y1":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"Y2":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"Y3":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"Y4":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"Y5":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"Y6":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"Y7":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"Y8":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 </a:t>
            </a:r>
          </a:p>
          <a:p>
            <a:r>
              <a:rPr lang="de-DE" b="1" dirty="0">
                <a:solidFill>
                  <a:srgbClr val="FFFF00"/>
                </a:solidFill>
              </a:rPr>
              <a:t>} } }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23A179C-747D-28F1-8FB0-33F1349599DA}"/>
              </a:ext>
            </a:extLst>
          </p:cNvPr>
          <p:cNvSpPr/>
          <p:nvPr/>
        </p:nvSpPr>
        <p:spPr>
          <a:xfrm>
            <a:off x="11429999" y="1057275"/>
            <a:ext cx="762001" cy="537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5E8133C-4613-6F0D-DCFB-A6EFDF13A1A2}"/>
              </a:ext>
            </a:extLst>
          </p:cNvPr>
          <p:cNvSpPr/>
          <p:nvPr/>
        </p:nvSpPr>
        <p:spPr>
          <a:xfrm>
            <a:off x="0" y="1057275"/>
            <a:ext cx="838028" cy="537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E7C2DD5-8FE2-AA86-8E9B-949A40C183FB}"/>
              </a:ext>
            </a:extLst>
          </p:cNvPr>
          <p:cNvSpPr/>
          <p:nvPr/>
        </p:nvSpPr>
        <p:spPr>
          <a:xfrm>
            <a:off x="6686550" y="1980750"/>
            <a:ext cx="3595408" cy="8767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XA == 1 „Säule A wird gesetzt“</a:t>
            </a:r>
            <a:br>
              <a:rPr lang="de-DE" b="1" dirty="0"/>
            </a:br>
            <a:r>
              <a:rPr lang="de-DE" b="1" dirty="0"/>
              <a:t>XA == 0 „Säule A wird nicht gesetzt“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53EE05B0-146E-09DA-8093-9E9809885F33}"/>
              </a:ext>
            </a:extLst>
          </p:cNvPr>
          <p:cNvSpPr/>
          <p:nvPr/>
        </p:nvSpPr>
        <p:spPr>
          <a:xfrm>
            <a:off x="2327138" y="1955799"/>
            <a:ext cx="4356102" cy="1351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rgbClr val="FFFF00"/>
                </a:solidFill>
              </a:rPr>
              <a:t>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28165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CD744F-1ADD-C564-155C-753B38B6A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14A78A83-1650-8959-E0E1-ACA2AE9DD475}"/>
              </a:ext>
            </a:extLst>
          </p:cNvPr>
          <p:cNvSpPr/>
          <p:nvPr/>
        </p:nvSpPr>
        <p:spPr>
          <a:xfrm>
            <a:off x="838028" y="1266825"/>
            <a:ext cx="10591971" cy="49911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11D82C3-5645-8CD1-D924-B55491A33A0B}"/>
              </a:ext>
            </a:extLst>
          </p:cNvPr>
          <p:cNvSpPr txBox="1"/>
          <p:nvPr/>
        </p:nvSpPr>
        <p:spPr>
          <a:xfrm>
            <a:off x="360000" y="428175"/>
            <a:ext cx="4212372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3600" b="1" dirty="0"/>
              <a:t>Output Formatierung: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9B438F5-7182-02D2-2594-C5B7ACC063E6}"/>
              </a:ext>
            </a:extLst>
          </p:cNvPr>
          <p:cNvSpPr txBox="1"/>
          <p:nvPr/>
        </p:nvSpPr>
        <p:spPr>
          <a:xfrm>
            <a:off x="1062317" y="1418775"/>
            <a:ext cx="5544723" cy="33239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b="1" dirty="0">
                <a:solidFill>
                  <a:srgbClr val="FFFF00"/>
                </a:solidFill>
              </a:rPr>
              <a:t>{ "</a:t>
            </a:r>
            <a:r>
              <a:rPr lang="de-DE" b="1" dirty="0" err="1">
                <a:solidFill>
                  <a:srgbClr val="FFFF00"/>
                </a:solidFill>
              </a:rPr>
              <a:t>objectiveType</a:t>
            </a:r>
            <a:r>
              <a:rPr lang="de-DE" b="1" dirty="0">
                <a:solidFill>
                  <a:srgbClr val="FFFF00"/>
                </a:solidFill>
              </a:rPr>
              <a:t>": "</a:t>
            </a:r>
            <a:r>
              <a:rPr lang="de-DE" b="1" dirty="0" err="1">
                <a:solidFill>
                  <a:srgbClr val="FFFF00"/>
                </a:solidFill>
              </a:rPr>
              <a:t>max</a:t>
            </a:r>
            <a:r>
              <a:rPr lang="de-DE" b="1" dirty="0">
                <a:solidFill>
                  <a:srgbClr val="FFFF00"/>
                </a:solidFill>
              </a:rPr>
              <a:t>", "</a:t>
            </a:r>
            <a:r>
              <a:rPr lang="de-DE" b="1" dirty="0" err="1">
                <a:solidFill>
                  <a:srgbClr val="FFFF00"/>
                </a:solidFill>
              </a:rPr>
              <a:t>status</a:t>
            </a:r>
            <a:r>
              <a:rPr lang="de-DE" b="1" dirty="0">
                <a:solidFill>
                  <a:srgbClr val="FFFF00"/>
                </a:solidFill>
              </a:rPr>
              <a:t>": "optimal", "</a:t>
            </a:r>
            <a:r>
              <a:rPr lang="de-DE" b="1" dirty="0" err="1">
                <a:solidFill>
                  <a:srgbClr val="FFFF00"/>
                </a:solidFill>
              </a:rPr>
              <a:t>solution</a:t>
            </a:r>
            <a:r>
              <a:rPr lang="de-DE" b="1" dirty="0">
                <a:solidFill>
                  <a:srgbClr val="FFFF00"/>
                </a:solidFill>
              </a:rPr>
              <a:t>": </a:t>
            </a:r>
            <a:br>
              <a:rPr lang="de-DE" b="1" dirty="0">
                <a:solidFill>
                  <a:srgbClr val="FFFF00"/>
                </a:solidFill>
              </a:rPr>
            </a:br>
            <a:r>
              <a:rPr lang="de-DE" b="1" dirty="0">
                <a:solidFill>
                  <a:srgbClr val="FFFF00"/>
                </a:solidFill>
              </a:rPr>
              <a:t>{ "</a:t>
            </a:r>
            <a:r>
              <a:rPr lang="de-DE" b="1" dirty="0" err="1">
                <a:solidFill>
                  <a:srgbClr val="FFFF00"/>
                </a:solidFill>
              </a:rPr>
              <a:t>objectiveValue</a:t>
            </a:r>
            <a:r>
              <a:rPr lang="de-DE" b="1" dirty="0">
                <a:solidFill>
                  <a:srgbClr val="FFFF00"/>
                </a:solidFill>
              </a:rPr>
              <a:t>": 8.75, </a:t>
            </a:r>
            <a:br>
              <a:rPr lang="de-DE" b="1" dirty="0">
                <a:solidFill>
                  <a:srgbClr val="FFFF00"/>
                </a:solidFill>
              </a:rPr>
            </a:br>
            <a:r>
              <a:rPr lang="de-DE" b="1" dirty="0">
                <a:solidFill>
                  <a:srgbClr val="FFFF00"/>
                </a:solidFill>
              </a:rPr>
              <a:t>"variables": { 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	       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"Y1":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"Y2":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"Y3":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"Y4":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"Y5":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"Y6":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                          "Y7":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"Y8":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 </a:t>
            </a:r>
          </a:p>
          <a:p>
            <a:r>
              <a:rPr lang="de-DE" b="1" dirty="0">
                <a:solidFill>
                  <a:srgbClr val="FFFF00"/>
                </a:solidFill>
              </a:rPr>
              <a:t>} } }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D9102218-2E29-3FE9-D3AD-55055E683FE4}"/>
              </a:ext>
            </a:extLst>
          </p:cNvPr>
          <p:cNvSpPr/>
          <p:nvPr/>
        </p:nvSpPr>
        <p:spPr>
          <a:xfrm>
            <a:off x="11429999" y="1057275"/>
            <a:ext cx="762001" cy="537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E1C2369-988A-84E1-9644-27203075EBB5}"/>
              </a:ext>
            </a:extLst>
          </p:cNvPr>
          <p:cNvSpPr/>
          <p:nvPr/>
        </p:nvSpPr>
        <p:spPr>
          <a:xfrm>
            <a:off x="0" y="1057275"/>
            <a:ext cx="838028" cy="5372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A698BBB-B7C7-257A-D5EE-11E31C0FEF32}"/>
              </a:ext>
            </a:extLst>
          </p:cNvPr>
          <p:cNvSpPr/>
          <p:nvPr/>
        </p:nvSpPr>
        <p:spPr>
          <a:xfrm>
            <a:off x="6686550" y="1980750"/>
            <a:ext cx="3595408" cy="8767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XA == 1 „Säule A wird gesetzt“</a:t>
            </a:r>
            <a:br>
              <a:rPr lang="de-DE" b="1" dirty="0"/>
            </a:br>
            <a:r>
              <a:rPr lang="de-DE" b="1" dirty="0"/>
              <a:t>XA == 0 „Säule A wird nicht gesetzt“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EE4CC4BE-0C4E-858E-3358-23B3C7B3C0A5}"/>
              </a:ext>
            </a:extLst>
          </p:cNvPr>
          <p:cNvSpPr/>
          <p:nvPr/>
        </p:nvSpPr>
        <p:spPr>
          <a:xfrm>
            <a:off x="6686550" y="3429000"/>
            <a:ext cx="3595408" cy="8767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Abd = Y1 +Y2+ Y3 + Y4 + Y5 + Y6 + Y7 + Y8 = 8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5055434-DFB2-9460-A6A2-13A299771A21}"/>
              </a:ext>
            </a:extLst>
          </p:cNvPr>
          <p:cNvSpPr/>
          <p:nvPr/>
        </p:nvSpPr>
        <p:spPr>
          <a:xfrm>
            <a:off x="6686550" y="4877250"/>
            <a:ext cx="3595408" cy="876750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/>
              <a:t>Score = </a:t>
            </a:r>
            <a:br>
              <a:rPr lang="de-DE" b="1" dirty="0"/>
            </a:br>
            <a:r>
              <a:rPr lang="de-DE" b="1" dirty="0"/>
              <a:t>(</a:t>
            </a:r>
            <a:r>
              <a:rPr lang="de-DE" b="1" dirty="0" err="1"/>
              <a:t>ObjectiveValue</a:t>
            </a:r>
            <a:r>
              <a:rPr lang="de-DE" b="1" dirty="0"/>
              <a:t> - Abd) * (20/3)</a:t>
            </a:r>
            <a:br>
              <a:rPr lang="de-DE" b="1" dirty="0"/>
            </a:br>
            <a:r>
              <a:rPr lang="de-DE" b="1" dirty="0"/>
              <a:t>=5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DA0E2135-3A01-180F-5433-9F0A248E4170}"/>
              </a:ext>
            </a:extLst>
          </p:cNvPr>
          <p:cNvSpPr/>
          <p:nvPr/>
        </p:nvSpPr>
        <p:spPr>
          <a:xfrm>
            <a:off x="2327138" y="1955799"/>
            <a:ext cx="4356102" cy="1351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rgbClr val="FFFF00"/>
                </a:solidFill>
              </a:rPr>
              <a:t>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30019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127E7-1759-F1A6-7F84-E7154CCD0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!!Rechteck 174">
            <a:extLst>
              <a:ext uri="{FF2B5EF4-FFF2-40B4-BE49-F238E27FC236}">
                <a16:creationId xmlns:a16="http://schemas.microsoft.com/office/drawing/2014/main" id="{17D6D479-C707-6372-C944-DA9868CA814A}"/>
              </a:ext>
            </a:extLst>
          </p:cNvPr>
          <p:cNvSpPr/>
          <p:nvPr/>
        </p:nvSpPr>
        <p:spPr>
          <a:xfrm>
            <a:off x="4666123" y="3946771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!!Ellipse 170">
            <a:extLst>
              <a:ext uri="{FF2B5EF4-FFF2-40B4-BE49-F238E27FC236}">
                <a16:creationId xmlns:a16="http://schemas.microsoft.com/office/drawing/2014/main" id="{27E3110F-5612-43AC-3250-E91D0A6A2B3A}"/>
              </a:ext>
            </a:extLst>
          </p:cNvPr>
          <p:cNvSpPr>
            <a:spLocks noChangeAspect="1"/>
          </p:cNvSpPr>
          <p:nvPr/>
        </p:nvSpPr>
        <p:spPr>
          <a:xfrm>
            <a:off x="4759574" y="403677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2" name="!!Ellipse 171">
            <a:extLst>
              <a:ext uri="{FF2B5EF4-FFF2-40B4-BE49-F238E27FC236}">
                <a16:creationId xmlns:a16="http://schemas.microsoft.com/office/drawing/2014/main" id="{EB8871D2-B9FB-E66B-0EF6-EC46432F298D}"/>
              </a:ext>
            </a:extLst>
          </p:cNvPr>
          <p:cNvSpPr>
            <a:spLocks noChangeAspect="1"/>
          </p:cNvSpPr>
          <p:nvPr/>
        </p:nvSpPr>
        <p:spPr>
          <a:xfrm>
            <a:off x="5451822" y="40218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3" name="!!Ellipse 173">
            <a:extLst>
              <a:ext uri="{FF2B5EF4-FFF2-40B4-BE49-F238E27FC236}">
                <a16:creationId xmlns:a16="http://schemas.microsoft.com/office/drawing/2014/main" id="{44E15740-6ABE-1E5A-706A-AF5DDDAC483A}"/>
              </a:ext>
            </a:extLst>
          </p:cNvPr>
          <p:cNvSpPr>
            <a:spLocks noChangeAspect="1"/>
          </p:cNvSpPr>
          <p:nvPr/>
        </p:nvSpPr>
        <p:spPr>
          <a:xfrm>
            <a:off x="6180748" y="403200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927BF7E5-53B6-E670-50DB-AE8B3B23BC25}"/>
              </a:ext>
            </a:extLst>
          </p:cNvPr>
          <p:cNvSpPr txBox="1">
            <a:spLocks/>
          </p:cNvSpPr>
          <p:nvPr/>
        </p:nvSpPr>
        <p:spPr>
          <a:xfrm>
            <a:off x="3991572" y="-18700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30C085B-0EA2-66FE-F9D7-8F4FBE10E980}"/>
              </a:ext>
            </a:extLst>
          </p:cNvPr>
          <p:cNvSpPr/>
          <p:nvPr/>
        </p:nvSpPr>
        <p:spPr>
          <a:xfrm>
            <a:off x="4067038" y="2006599"/>
            <a:ext cx="4356102" cy="1351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rgbClr val="FFFF00"/>
                </a:solidFill>
              </a:rPr>
              <a:t>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pPr algn="ctr"/>
            <a:endParaRPr lang="de-DE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6F3A6353-88EC-5BA4-A1B4-E392C2491CB3}"/>
              </a:ext>
            </a:extLst>
          </p:cNvPr>
          <p:cNvSpPr txBox="1">
            <a:spLocks/>
          </p:cNvSpPr>
          <p:nvPr/>
        </p:nvSpPr>
        <p:spPr>
          <a:xfrm>
            <a:off x="1390967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de-DE" b="1" dirty="0"/>
              <a:t>: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6F667046-9123-4ABD-EF50-A712E96841CE}"/>
              </a:ext>
            </a:extLst>
          </p:cNvPr>
          <p:cNvSpPr txBox="1">
            <a:spLocks/>
          </p:cNvSpPr>
          <p:nvPr/>
        </p:nvSpPr>
        <p:spPr>
          <a:xfrm>
            <a:off x="13909675" y="150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Liefert immer optimales Ergebnis</a:t>
            </a:r>
            <a:endParaRPr lang="de-DE" sz="40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FBAB82D-528F-A478-37A4-4021D25CE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157" y1="45261" x2="46569" y2="576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905787" y="2590800"/>
            <a:ext cx="4357688" cy="435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85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C7EB9-360E-60AD-CF8E-C5794D88E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!!Rechteck 174">
            <a:extLst>
              <a:ext uri="{FF2B5EF4-FFF2-40B4-BE49-F238E27FC236}">
                <a16:creationId xmlns:a16="http://schemas.microsoft.com/office/drawing/2014/main" id="{75A11EB7-98B1-5DC4-2712-620476A06956}"/>
              </a:ext>
            </a:extLst>
          </p:cNvPr>
          <p:cNvSpPr/>
          <p:nvPr/>
        </p:nvSpPr>
        <p:spPr>
          <a:xfrm>
            <a:off x="-8611727" y="3946771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!!Ellipse 170">
            <a:extLst>
              <a:ext uri="{FF2B5EF4-FFF2-40B4-BE49-F238E27FC236}">
                <a16:creationId xmlns:a16="http://schemas.microsoft.com/office/drawing/2014/main" id="{5523B9CF-55A2-2C81-DB3D-16B3BE721BD4}"/>
              </a:ext>
            </a:extLst>
          </p:cNvPr>
          <p:cNvSpPr>
            <a:spLocks noChangeAspect="1"/>
          </p:cNvSpPr>
          <p:nvPr/>
        </p:nvSpPr>
        <p:spPr>
          <a:xfrm>
            <a:off x="-8518276" y="403677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2" name="!!Ellipse 171">
            <a:extLst>
              <a:ext uri="{FF2B5EF4-FFF2-40B4-BE49-F238E27FC236}">
                <a16:creationId xmlns:a16="http://schemas.microsoft.com/office/drawing/2014/main" id="{FF62EA46-8219-6184-3804-096D739C15E0}"/>
              </a:ext>
            </a:extLst>
          </p:cNvPr>
          <p:cNvSpPr>
            <a:spLocks noChangeAspect="1"/>
          </p:cNvSpPr>
          <p:nvPr/>
        </p:nvSpPr>
        <p:spPr>
          <a:xfrm>
            <a:off x="-7826028" y="40218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3" name="!!Ellipse 173">
            <a:extLst>
              <a:ext uri="{FF2B5EF4-FFF2-40B4-BE49-F238E27FC236}">
                <a16:creationId xmlns:a16="http://schemas.microsoft.com/office/drawing/2014/main" id="{B07E0DC9-7D15-198D-A7E7-1EA05CD9FCBE}"/>
              </a:ext>
            </a:extLst>
          </p:cNvPr>
          <p:cNvSpPr>
            <a:spLocks noChangeAspect="1"/>
          </p:cNvSpPr>
          <p:nvPr/>
        </p:nvSpPr>
        <p:spPr>
          <a:xfrm>
            <a:off x="-7097102" y="403200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3B63D570-2F9E-4963-BC89-F8E141CBEFAC}"/>
              </a:ext>
            </a:extLst>
          </p:cNvPr>
          <p:cNvSpPr txBox="1">
            <a:spLocks/>
          </p:cNvSpPr>
          <p:nvPr/>
        </p:nvSpPr>
        <p:spPr>
          <a:xfrm>
            <a:off x="-9286278" y="-18700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46C2D1B-752C-6C16-823E-07D51F0961F7}"/>
              </a:ext>
            </a:extLst>
          </p:cNvPr>
          <p:cNvSpPr/>
          <p:nvPr/>
        </p:nvSpPr>
        <p:spPr>
          <a:xfrm>
            <a:off x="-9210812" y="2006599"/>
            <a:ext cx="4356102" cy="1351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rgbClr val="FFFF00"/>
                </a:solidFill>
              </a:rPr>
              <a:t>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pPr algn="ctr"/>
            <a:endParaRPr lang="de-DE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BD7AF280-7E63-8C26-196D-39F5B232D50F}"/>
              </a:ext>
            </a:extLst>
          </p:cNvPr>
          <p:cNvSpPr txBox="1">
            <a:spLocks/>
          </p:cNvSpPr>
          <p:nvPr/>
        </p:nvSpPr>
        <p:spPr>
          <a:xfrm>
            <a:off x="63182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de-DE" b="1" dirty="0"/>
              <a:t>: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8B5B67E-6F62-7333-D147-2A5D2BB292A1}"/>
              </a:ext>
            </a:extLst>
          </p:cNvPr>
          <p:cNvSpPr txBox="1">
            <a:spLocks/>
          </p:cNvSpPr>
          <p:nvPr/>
        </p:nvSpPr>
        <p:spPr>
          <a:xfrm>
            <a:off x="631825" y="150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Liefert immer optimales Ergebnis</a:t>
            </a:r>
            <a:endParaRPr lang="de-DE" sz="40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2547D99-E5E4-DDAB-BEA7-72DF46D84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157" y1="45261" x2="46569" y2="576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27937" y="2590800"/>
            <a:ext cx="4357688" cy="4357688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6EA30E35-F85C-9C26-B14F-697098FC4C3B}"/>
              </a:ext>
            </a:extLst>
          </p:cNvPr>
          <p:cNvSpPr txBox="1">
            <a:spLocks/>
          </p:cNvSpPr>
          <p:nvPr/>
        </p:nvSpPr>
        <p:spPr>
          <a:xfrm>
            <a:off x="1427797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Contra</a:t>
            </a:r>
            <a:r>
              <a:rPr lang="de-DE" b="1" dirty="0"/>
              <a:t>: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59E799CB-4570-FC98-E4A3-2A2EAAABB4B3}"/>
              </a:ext>
            </a:extLst>
          </p:cNvPr>
          <p:cNvSpPr txBox="1">
            <a:spLocks/>
          </p:cNvSpPr>
          <p:nvPr/>
        </p:nvSpPr>
        <p:spPr>
          <a:xfrm>
            <a:off x="14277975" y="1508126"/>
            <a:ext cx="10515600" cy="1622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Sehr hohe Komplexität, der Solver bricht nach 10 Sekunden rechnen ab</a:t>
            </a:r>
            <a:endParaRPr lang="de-DE" sz="4000" b="1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702738F-9A67-9E37-382D-A4A118FC87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3481" y="3521610"/>
            <a:ext cx="2036093" cy="20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767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C177-76C3-6979-9F73-E0DC25D0B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!!Rechteck 174">
            <a:extLst>
              <a:ext uri="{FF2B5EF4-FFF2-40B4-BE49-F238E27FC236}">
                <a16:creationId xmlns:a16="http://schemas.microsoft.com/office/drawing/2014/main" id="{D3CA0391-A6B3-DD5F-391D-89F7CA033159}"/>
              </a:ext>
            </a:extLst>
          </p:cNvPr>
          <p:cNvSpPr/>
          <p:nvPr/>
        </p:nvSpPr>
        <p:spPr>
          <a:xfrm>
            <a:off x="-8611727" y="3946771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1" name="!!Ellipse 170">
            <a:extLst>
              <a:ext uri="{FF2B5EF4-FFF2-40B4-BE49-F238E27FC236}">
                <a16:creationId xmlns:a16="http://schemas.microsoft.com/office/drawing/2014/main" id="{022FFD76-A137-C935-C4FC-396A7FF8840F}"/>
              </a:ext>
            </a:extLst>
          </p:cNvPr>
          <p:cNvSpPr>
            <a:spLocks noChangeAspect="1"/>
          </p:cNvSpPr>
          <p:nvPr/>
        </p:nvSpPr>
        <p:spPr>
          <a:xfrm>
            <a:off x="-8518276" y="403677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52" name="!!Ellipse 171">
            <a:extLst>
              <a:ext uri="{FF2B5EF4-FFF2-40B4-BE49-F238E27FC236}">
                <a16:creationId xmlns:a16="http://schemas.microsoft.com/office/drawing/2014/main" id="{5785C0A6-0E9C-503B-8802-A55F1AF30388}"/>
              </a:ext>
            </a:extLst>
          </p:cNvPr>
          <p:cNvSpPr>
            <a:spLocks noChangeAspect="1"/>
          </p:cNvSpPr>
          <p:nvPr/>
        </p:nvSpPr>
        <p:spPr>
          <a:xfrm>
            <a:off x="-7826028" y="40218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53" name="!!Ellipse 173">
            <a:extLst>
              <a:ext uri="{FF2B5EF4-FFF2-40B4-BE49-F238E27FC236}">
                <a16:creationId xmlns:a16="http://schemas.microsoft.com/office/drawing/2014/main" id="{A44115E7-B4FD-EF74-FDB4-ACFABF8D59AD}"/>
              </a:ext>
            </a:extLst>
          </p:cNvPr>
          <p:cNvSpPr>
            <a:spLocks noChangeAspect="1"/>
          </p:cNvSpPr>
          <p:nvPr/>
        </p:nvSpPr>
        <p:spPr>
          <a:xfrm>
            <a:off x="-7097102" y="403200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9" name="Titel 1">
            <a:extLst>
              <a:ext uri="{FF2B5EF4-FFF2-40B4-BE49-F238E27FC236}">
                <a16:creationId xmlns:a16="http://schemas.microsoft.com/office/drawing/2014/main" id="{FE44ABB7-62BE-8765-66D6-086FDE960FB4}"/>
              </a:ext>
            </a:extLst>
          </p:cNvPr>
          <p:cNvSpPr txBox="1">
            <a:spLocks/>
          </p:cNvSpPr>
          <p:nvPr/>
        </p:nvSpPr>
        <p:spPr>
          <a:xfrm>
            <a:off x="-9286278" y="-187007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9BC2227-065E-06D8-EB59-19A15AB193A3}"/>
              </a:ext>
            </a:extLst>
          </p:cNvPr>
          <p:cNvSpPr/>
          <p:nvPr/>
        </p:nvSpPr>
        <p:spPr>
          <a:xfrm>
            <a:off x="-9210812" y="2006599"/>
            <a:ext cx="4356102" cy="13514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b="1" dirty="0">
                <a:solidFill>
                  <a:srgbClr val="FFFF00"/>
                </a:solidFill>
              </a:rPr>
              <a:t>"XA":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"XB":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r>
              <a:rPr lang="de-DE" b="1" dirty="0">
                <a:solidFill>
                  <a:srgbClr val="FFFF00"/>
                </a:solidFill>
              </a:rPr>
              <a:t>"XC":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"XD":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"XE":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 "XF":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</a:t>
            </a:r>
          </a:p>
          <a:p>
            <a:r>
              <a:rPr lang="de-DE" b="1" dirty="0">
                <a:solidFill>
                  <a:srgbClr val="FFFF00"/>
                </a:solidFill>
              </a:rPr>
              <a:t>"XG":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1.0 }, "XH": { "</a:t>
            </a:r>
            <a:r>
              <a:rPr lang="de-DE" b="1" dirty="0" err="1">
                <a:solidFill>
                  <a:srgbClr val="FFFF00"/>
                </a:solidFill>
              </a:rPr>
              <a:t>value</a:t>
            </a:r>
            <a:r>
              <a:rPr lang="de-DE" b="1" dirty="0">
                <a:solidFill>
                  <a:srgbClr val="FFFF00"/>
                </a:solidFill>
              </a:rPr>
              <a:t>": 0.0 },</a:t>
            </a:r>
          </a:p>
          <a:p>
            <a:pPr algn="ctr"/>
            <a:endParaRPr lang="de-DE" dirty="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9F326734-EC00-B079-456C-4DDA07C7B635}"/>
              </a:ext>
            </a:extLst>
          </p:cNvPr>
          <p:cNvSpPr txBox="1">
            <a:spLocks/>
          </p:cNvSpPr>
          <p:nvPr/>
        </p:nvSpPr>
        <p:spPr>
          <a:xfrm>
            <a:off x="-1304607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Pro</a:t>
            </a:r>
            <a:r>
              <a:rPr lang="de-DE" b="1" dirty="0"/>
              <a:t>: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03FCE1A-C8FF-876C-DBF1-BFA03C9621F9}"/>
              </a:ext>
            </a:extLst>
          </p:cNvPr>
          <p:cNvSpPr txBox="1">
            <a:spLocks/>
          </p:cNvSpPr>
          <p:nvPr/>
        </p:nvSpPr>
        <p:spPr>
          <a:xfrm>
            <a:off x="-13046075" y="1508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Liefert immer optimales Ergebnis</a:t>
            </a:r>
            <a:endParaRPr lang="de-DE" sz="4000" b="1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C53B56C-D199-6680-929A-0327F3166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2157" y1="45261" x2="46569" y2="576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6049963" y="2590800"/>
            <a:ext cx="4357688" cy="4357688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5394A0F9-2E80-07A7-6410-56C03425D871}"/>
              </a:ext>
            </a:extLst>
          </p:cNvPr>
          <p:cNvSpPr txBox="1">
            <a:spLocks/>
          </p:cNvSpPr>
          <p:nvPr/>
        </p:nvSpPr>
        <p:spPr>
          <a:xfrm>
            <a:off x="600075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de-DE" b="1" dirty="0">
                <a:latin typeface="Arial" panose="020B0604020202020204" pitchFamily="34" charset="0"/>
                <a:cs typeface="Arial" panose="020B0604020202020204" pitchFamily="34" charset="0"/>
              </a:rPr>
              <a:t>Contra</a:t>
            </a:r>
            <a:r>
              <a:rPr lang="de-DE" b="1" dirty="0"/>
              <a:t>: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F7C65A7D-1B3E-0D04-5264-6FD6E54EE379}"/>
              </a:ext>
            </a:extLst>
          </p:cNvPr>
          <p:cNvSpPr txBox="1">
            <a:spLocks/>
          </p:cNvSpPr>
          <p:nvPr/>
        </p:nvSpPr>
        <p:spPr>
          <a:xfrm>
            <a:off x="600075" y="1508126"/>
            <a:ext cx="10515600" cy="1622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000" b="1" dirty="0">
                <a:latin typeface="Arial" panose="020B0604020202020204" pitchFamily="34" charset="0"/>
                <a:cs typeface="Arial" panose="020B0604020202020204" pitchFamily="34" charset="0"/>
              </a:rPr>
              <a:t>Sehr hohe Komplexität, der Solver bricht nach 10 Sekunden rechnen ab</a:t>
            </a:r>
            <a:endParaRPr lang="de-DE" sz="4000" b="1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CE83EF9-68F9-9827-A833-14170CF1D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5581" y="3521610"/>
            <a:ext cx="2036093" cy="2036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44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8D2D8-344D-1666-AD0E-931DCD541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97251B-3DDE-1DCA-7F52-28BB271F4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1355725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Vergleich mit dem Brute Force Besten Ergebnis</a:t>
            </a:r>
          </a:p>
        </p:txBody>
      </p:sp>
    </p:spTree>
    <p:extLst>
      <p:ext uri="{BB962C8B-B14F-4D97-AF65-F5344CB8AC3E}">
        <p14:creationId xmlns:p14="http://schemas.microsoft.com/office/powerpoint/2010/main" val="1279954264"/>
      </p:ext>
    </p:extLst>
  </p:cSld>
  <p:clrMapOvr>
    <a:masterClrMapping/>
  </p:clrMapOvr>
  <p:transition spd="slow">
    <p:push dir="u"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2565C-C1C4-70FF-A62E-F0A1E07CC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31E071DE-B89B-2A88-1837-0C0969FA3404}"/>
              </a:ext>
            </a:extLst>
          </p:cNvPr>
          <p:cNvSpPr/>
          <p:nvPr/>
        </p:nvSpPr>
        <p:spPr>
          <a:xfrm>
            <a:off x="349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874FB83-CDB3-323D-6203-B92B98DFAFB5}"/>
              </a:ext>
            </a:extLst>
          </p:cNvPr>
          <p:cNvSpPr/>
          <p:nvPr/>
        </p:nvSpPr>
        <p:spPr>
          <a:xfrm>
            <a:off x="349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0 0 0 0 1 0 1 1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0455D71-E959-F5CE-4746-2A0D544E9330}"/>
              </a:ext>
            </a:extLst>
          </p:cNvPr>
          <p:cNvSpPr/>
          <p:nvPr/>
        </p:nvSpPr>
        <p:spPr>
          <a:xfrm>
            <a:off x="349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9C8C6747-F7F7-E295-13D3-8B5451B65EF2}"/>
              </a:ext>
            </a:extLst>
          </p:cNvPr>
          <p:cNvSpPr/>
          <p:nvPr/>
        </p:nvSpPr>
        <p:spPr>
          <a:xfrm>
            <a:off x="349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F471A182-2C68-7A36-64CD-25999238A1AC}"/>
              </a:ext>
            </a:extLst>
          </p:cNvPr>
          <p:cNvSpPr/>
          <p:nvPr/>
        </p:nvSpPr>
        <p:spPr>
          <a:xfrm>
            <a:off x="349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0 0 0 1 0 0 1 1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C2D6EFE-20AD-F8A7-FD7C-90BEA5652719}"/>
              </a:ext>
            </a:extLst>
          </p:cNvPr>
          <p:cNvSpPr/>
          <p:nvPr/>
        </p:nvSpPr>
        <p:spPr>
          <a:xfrm>
            <a:off x="349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EBA4326-B167-C2DA-55F6-CC8772D360E0}"/>
              </a:ext>
            </a:extLst>
          </p:cNvPr>
          <p:cNvSpPr/>
          <p:nvPr/>
        </p:nvSpPr>
        <p:spPr>
          <a:xfrm>
            <a:off x="349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6C015FF-4531-09BF-E7AC-B0DB2DFD238C}"/>
              </a:ext>
            </a:extLst>
          </p:cNvPr>
          <p:cNvSpPr/>
          <p:nvPr/>
        </p:nvSpPr>
        <p:spPr>
          <a:xfrm>
            <a:off x="349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0 0 0 1 1 0 0 1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9E65803E-56A6-56D7-6ED6-C301A749EAEC}"/>
              </a:ext>
            </a:extLst>
          </p:cNvPr>
          <p:cNvSpPr/>
          <p:nvPr/>
        </p:nvSpPr>
        <p:spPr>
          <a:xfrm>
            <a:off x="349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0 0 0 1 1 0 1 0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5461583-EC79-DB86-1B12-62AB36B03E19}"/>
              </a:ext>
            </a:extLst>
          </p:cNvPr>
          <p:cNvSpPr/>
          <p:nvPr/>
        </p:nvSpPr>
        <p:spPr>
          <a:xfrm>
            <a:off x="349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0 0 0 1 1 1 0 0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C0B0FCD-3C5F-5D44-EB21-01022ADBBC60}"/>
              </a:ext>
            </a:extLst>
          </p:cNvPr>
          <p:cNvSpPr/>
          <p:nvPr/>
        </p:nvSpPr>
        <p:spPr>
          <a:xfrm>
            <a:off x="349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A699530-604B-B054-17AC-6E1A96DDBBC3}"/>
              </a:ext>
            </a:extLst>
          </p:cNvPr>
          <p:cNvSpPr/>
          <p:nvPr/>
        </p:nvSpPr>
        <p:spPr>
          <a:xfrm>
            <a:off x="2725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11CE062-F086-3E46-BC31-BA44D69A304C}"/>
              </a:ext>
            </a:extLst>
          </p:cNvPr>
          <p:cNvSpPr/>
          <p:nvPr/>
        </p:nvSpPr>
        <p:spPr>
          <a:xfrm>
            <a:off x="2725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AAF3787-E379-449C-B79F-8A1404ADECC0}"/>
              </a:ext>
            </a:extLst>
          </p:cNvPr>
          <p:cNvSpPr/>
          <p:nvPr/>
        </p:nvSpPr>
        <p:spPr>
          <a:xfrm>
            <a:off x="2725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FF65155A-7EB5-000D-D3A3-3DAD70005CB2}"/>
              </a:ext>
            </a:extLst>
          </p:cNvPr>
          <p:cNvSpPr/>
          <p:nvPr/>
        </p:nvSpPr>
        <p:spPr>
          <a:xfrm>
            <a:off x="2725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46D59345-77FC-4C07-733E-84D6759D7A5D}"/>
              </a:ext>
            </a:extLst>
          </p:cNvPr>
          <p:cNvSpPr/>
          <p:nvPr/>
        </p:nvSpPr>
        <p:spPr>
          <a:xfrm>
            <a:off x="2725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65D7CA41-34C4-57BD-9E6D-069492D2C6DC}"/>
              </a:ext>
            </a:extLst>
          </p:cNvPr>
          <p:cNvSpPr/>
          <p:nvPr/>
        </p:nvSpPr>
        <p:spPr>
          <a:xfrm>
            <a:off x="2725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0 0 1 1 0 0 0 1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6188404-7873-D4EB-8D6C-334E37479022}"/>
              </a:ext>
            </a:extLst>
          </p:cNvPr>
          <p:cNvSpPr/>
          <p:nvPr/>
        </p:nvSpPr>
        <p:spPr>
          <a:xfrm>
            <a:off x="2725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B60E41F-FDCD-FAC8-1BAF-DA2903F9283C}"/>
              </a:ext>
            </a:extLst>
          </p:cNvPr>
          <p:cNvSpPr/>
          <p:nvPr/>
        </p:nvSpPr>
        <p:spPr>
          <a:xfrm>
            <a:off x="2725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26A65EE0-3C88-3B2D-5C9C-F279F1F5B049}"/>
              </a:ext>
            </a:extLst>
          </p:cNvPr>
          <p:cNvSpPr/>
          <p:nvPr/>
        </p:nvSpPr>
        <p:spPr>
          <a:xfrm>
            <a:off x="2725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0 0 1 1 1 0 0 0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C74E3E1B-F118-DA34-3E32-70984510BE6A}"/>
              </a:ext>
            </a:extLst>
          </p:cNvPr>
          <p:cNvSpPr/>
          <p:nvPr/>
        </p:nvSpPr>
        <p:spPr>
          <a:xfrm>
            <a:off x="2725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0 1 0 0 0 0 1 1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6EACA01-0CA5-3FD9-E271-846D16F9E46E}"/>
              </a:ext>
            </a:extLst>
          </p:cNvPr>
          <p:cNvSpPr/>
          <p:nvPr/>
        </p:nvSpPr>
        <p:spPr>
          <a:xfrm>
            <a:off x="2725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6C350A-3236-1043-51EC-8BF9D9391AA1}"/>
              </a:ext>
            </a:extLst>
          </p:cNvPr>
          <p:cNvSpPr/>
          <p:nvPr/>
        </p:nvSpPr>
        <p:spPr>
          <a:xfrm>
            <a:off x="5101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A29DF01E-D600-F3E1-76B8-B932797B883C}"/>
              </a:ext>
            </a:extLst>
          </p:cNvPr>
          <p:cNvSpPr/>
          <p:nvPr/>
        </p:nvSpPr>
        <p:spPr>
          <a:xfrm>
            <a:off x="5101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0 1 0 0 1 0 0 1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525AB3D-A0C8-82D2-B0A1-9B6E26E2E310}"/>
              </a:ext>
            </a:extLst>
          </p:cNvPr>
          <p:cNvSpPr/>
          <p:nvPr/>
        </p:nvSpPr>
        <p:spPr>
          <a:xfrm>
            <a:off x="5101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0 1 0 0 1 0 1 0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A42B4ED2-A389-638B-F811-F3F3374262E3}"/>
              </a:ext>
            </a:extLst>
          </p:cNvPr>
          <p:cNvSpPr/>
          <p:nvPr/>
        </p:nvSpPr>
        <p:spPr>
          <a:xfrm>
            <a:off x="5101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0 1 0 0 1 1 0 0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75E56D8-4D87-1B14-CABC-EFA5B22B4FB6}"/>
              </a:ext>
            </a:extLst>
          </p:cNvPr>
          <p:cNvSpPr/>
          <p:nvPr/>
        </p:nvSpPr>
        <p:spPr>
          <a:xfrm>
            <a:off x="5101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0 1 0 1 0 0 0 1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50819298-F695-01B2-57E1-C2025720A90C}"/>
              </a:ext>
            </a:extLst>
          </p:cNvPr>
          <p:cNvSpPr/>
          <p:nvPr/>
        </p:nvSpPr>
        <p:spPr>
          <a:xfrm>
            <a:off x="5101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0 1 0 1 0 0 1 0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6E08E830-85DE-A9AE-ED0D-766591EC50D7}"/>
              </a:ext>
            </a:extLst>
          </p:cNvPr>
          <p:cNvSpPr/>
          <p:nvPr/>
        </p:nvSpPr>
        <p:spPr>
          <a:xfrm>
            <a:off x="5101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0 1 0 1 0 1 0 0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C9F24BE4-580E-52B0-5609-630A9C6B74E4}"/>
              </a:ext>
            </a:extLst>
          </p:cNvPr>
          <p:cNvSpPr/>
          <p:nvPr/>
        </p:nvSpPr>
        <p:spPr>
          <a:xfrm>
            <a:off x="5101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0 1 0 1 1 0 0 0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18A37B2B-62F7-6A5F-1EE9-729EE7175BEE}"/>
              </a:ext>
            </a:extLst>
          </p:cNvPr>
          <p:cNvSpPr/>
          <p:nvPr/>
        </p:nvSpPr>
        <p:spPr>
          <a:xfrm>
            <a:off x="5101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9BD1C815-9FF5-0156-E5E9-EAA4E7177609}"/>
              </a:ext>
            </a:extLst>
          </p:cNvPr>
          <p:cNvSpPr/>
          <p:nvPr/>
        </p:nvSpPr>
        <p:spPr>
          <a:xfrm>
            <a:off x="5101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7ABD3-2AA2-D007-5AEB-7CE7E0E54CA0}"/>
              </a:ext>
            </a:extLst>
          </p:cNvPr>
          <p:cNvSpPr/>
          <p:nvPr/>
        </p:nvSpPr>
        <p:spPr>
          <a:xfrm>
            <a:off x="5101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AF1DC69F-931F-FB41-9A9C-4B605408A826}"/>
              </a:ext>
            </a:extLst>
          </p:cNvPr>
          <p:cNvSpPr/>
          <p:nvPr/>
        </p:nvSpPr>
        <p:spPr>
          <a:xfrm>
            <a:off x="7477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0 1 1 0 1 0 0 0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148F1EE2-1B40-7C4A-4358-C4FEACE73EFB}"/>
              </a:ext>
            </a:extLst>
          </p:cNvPr>
          <p:cNvSpPr/>
          <p:nvPr/>
        </p:nvSpPr>
        <p:spPr>
          <a:xfrm>
            <a:off x="7477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0 1 1 1 0 0 0 0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AB86F134-9ABE-462B-6B74-969BDA780721}"/>
              </a:ext>
            </a:extLst>
          </p:cNvPr>
          <p:cNvSpPr/>
          <p:nvPr/>
        </p:nvSpPr>
        <p:spPr>
          <a:xfrm>
            <a:off x="7477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F7D03344-2CF7-B775-6207-6C2AF8885FF5}"/>
              </a:ext>
            </a:extLst>
          </p:cNvPr>
          <p:cNvSpPr/>
          <p:nvPr/>
        </p:nvSpPr>
        <p:spPr>
          <a:xfrm>
            <a:off x="7477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BE8BF254-F460-ED7C-BB39-BF1FCB48E77C}"/>
              </a:ext>
            </a:extLst>
          </p:cNvPr>
          <p:cNvSpPr/>
          <p:nvPr/>
        </p:nvSpPr>
        <p:spPr>
          <a:xfrm>
            <a:off x="7477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5411179E-883E-2E0C-935E-FF46CD22019B}"/>
              </a:ext>
            </a:extLst>
          </p:cNvPr>
          <p:cNvSpPr/>
          <p:nvPr/>
        </p:nvSpPr>
        <p:spPr>
          <a:xfrm>
            <a:off x="7477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034A0117-05E3-89E0-526C-0CA5F5DCE5FF}"/>
              </a:ext>
            </a:extLst>
          </p:cNvPr>
          <p:cNvSpPr/>
          <p:nvPr/>
        </p:nvSpPr>
        <p:spPr>
          <a:xfrm>
            <a:off x="7477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C70A6256-48FD-3896-01A5-79F43B7C97BF}"/>
              </a:ext>
            </a:extLst>
          </p:cNvPr>
          <p:cNvSpPr/>
          <p:nvPr/>
        </p:nvSpPr>
        <p:spPr>
          <a:xfrm>
            <a:off x="7477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2CB7BE5A-2CF5-1DA4-06F7-96EADE79D342}"/>
              </a:ext>
            </a:extLst>
          </p:cNvPr>
          <p:cNvSpPr/>
          <p:nvPr/>
        </p:nvSpPr>
        <p:spPr>
          <a:xfrm>
            <a:off x="7477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ABAB8EA4-C1B2-B088-4EED-EAC6AB859B41}"/>
              </a:ext>
            </a:extLst>
          </p:cNvPr>
          <p:cNvSpPr/>
          <p:nvPr/>
        </p:nvSpPr>
        <p:spPr>
          <a:xfrm>
            <a:off x="7477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52DADCD-E5B1-3152-1709-54439167F2A3}"/>
              </a:ext>
            </a:extLst>
          </p:cNvPr>
          <p:cNvSpPr/>
          <p:nvPr/>
        </p:nvSpPr>
        <p:spPr>
          <a:xfrm>
            <a:off x="7477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7A2064E1-A5AD-6B85-D6D1-BAF207BDBF1C}"/>
              </a:ext>
            </a:extLst>
          </p:cNvPr>
          <p:cNvSpPr/>
          <p:nvPr/>
        </p:nvSpPr>
        <p:spPr>
          <a:xfrm>
            <a:off x="9853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1 0 0 1 1 0 0 0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775FF909-DECC-D43F-0655-D03B9DDCBA03}"/>
              </a:ext>
            </a:extLst>
          </p:cNvPr>
          <p:cNvSpPr/>
          <p:nvPr/>
        </p:nvSpPr>
        <p:spPr>
          <a:xfrm>
            <a:off x="9853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ED6C2D2B-6F31-8C44-A1A5-EA7EE89415CE}"/>
              </a:ext>
            </a:extLst>
          </p:cNvPr>
          <p:cNvSpPr/>
          <p:nvPr/>
        </p:nvSpPr>
        <p:spPr>
          <a:xfrm>
            <a:off x="9853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567D0465-B84D-1F1D-9B11-87068E187131}"/>
              </a:ext>
            </a:extLst>
          </p:cNvPr>
          <p:cNvSpPr/>
          <p:nvPr/>
        </p:nvSpPr>
        <p:spPr>
          <a:xfrm>
            <a:off x="9853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30BDD1E-E5BE-F39E-A32A-932D19B0679D}"/>
              </a:ext>
            </a:extLst>
          </p:cNvPr>
          <p:cNvSpPr/>
          <p:nvPr/>
        </p:nvSpPr>
        <p:spPr>
          <a:xfrm>
            <a:off x="9853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6D019400-8BB8-5A53-CE9F-DB61ED1CD5B8}"/>
              </a:ext>
            </a:extLst>
          </p:cNvPr>
          <p:cNvSpPr/>
          <p:nvPr/>
        </p:nvSpPr>
        <p:spPr>
          <a:xfrm>
            <a:off x="9853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1F28B25D-01EA-7C0F-EF1A-AFAAB8826DBC}"/>
              </a:ext>
            </a:extLst>
          </p:cNvPr>
          <p:cNvSpPr/>
          <p:nvPr/>
        </p:nvSpPr>
        <p:spPr>
          <a:xfrm>
            <a:off x="9853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DF651B6-88BF-C4CF-FA06-2606455A0AC6}"/>
              </a:ext>
            </a:extLst>
          </p:cNvPr>
          <p:cNvSpPr/>
          <p:nvPr/>
        </p:nvSpPr>
        <p:spPr>
          <a:xfrm>
            <a:off x="9853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BE8A857A-758B-758C-B050-3601CA9ADC0F}"/>
              </a:ext>
            </a:extLst>
          </p:cNvPr>
          <p:cNvSpPr/>
          <p:nvPr/>
        </p:nvSpPr>
        <p:spPr>
          <a:xfrm>
            <a:off x="9853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EA243C35-23C7-415D-3ECC-A4B582D5FE71}"/>
              </a:ext>
            </a:extLst>
          </p:cNvPr>
          <p:cNvSpPr/>
          <p:nvPr/>
        </p:nvSpPr>
        <p:spPr>
          <a:xfrm>
            <a:off x="9853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14E35F55-4357-6EED-E8A8-299B360C3FCA}"/>
              </a:ext>
            </a:extLst>
          </p:cNvPr>
          <p:cNvSpPr/>
          <p:nvPr/>
        </p:nvSpPr>
        <p:spPr>
          <a:xfrm>
            <a:off x="9853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1 1 0 1 0 0 0 0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228C3BF1-F782-F1B7-5F2E-2B2831149600}"/>
              </a:ext>
            </a:extLst>
          </p:cNvPr>
          <p:cNvSpPr/>
          <p:nvPr/>
        </p:nvSpPr>
        <p:spPr>
          <a:xfrm>
            <a:off x="9853840" y="62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48FB03B6-1D81-1CC9-D4B4-B2909F915382}"/>
              </a:ext>
            </a:extLst>
          </p:cNvPr>
          <p:cNvSpPr txBox="1"/>
          <p:nvPr/>
        </p:nvSpPr>
        <p:spPr>
          <a:xfrm>
            <a:off x="-80086" y="297148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1.)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4AF0D479-15E7-706C-ACA0-91BFDB76B4E6}"/>
              </a:ext>
            </a:extLst>
          </p:cNvPr>
          <p:cNvSpPr txBox="1"/>
          <p:nvPr/>
        </p:nvSpPr>
        <p:spPr>
          <a:xfrm>
            <a:off x="-80086" y="804880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2.)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BFAFA94B-4D0D-EC08-6062-2106B6EEF4E9}"/>
              </a:ext>
            </a:extLst>
          </p:cNvPr>
          <p:cNvSpPr txBox="1"/>
          <p:nvPr/>
        </p:nvSpPr>
        <p:spPr>
          <a:xfrm>
            <a:off x="2168234" y="2971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12.)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BBB70407-94F9-1C5C-68BB-762C6A096B15}"/>
              </a:ext>
            </a:extLst>
          </p:cNvPr>
          <p:cNvSpPr txBox="1"/>
          <p:nvPr/>
        </p:nvSpPr>
        <p:spPr>
          <a:xfrm>
            <a:off x="4528314" y="28922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23.)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3B73BD4E-2F16-8A72-9625-01199184A4AD}"/>
              </a:ext>
            </a:extLst>
          </p:cNvPr>
          <p:cNvSpPr txBox="1"/>
          <p:nvPr/>
        </p:nvSpPr>
        <p:spPr>
          <a:xfrm>
            <a:off x="6936154" y="3296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34.)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ED49CB40-1044-73C0-E176-3646EE8E6EB1}"/>
              </a:ext>
            </a:extLst>
          </p:cNvPr>
          <p:cNvSpPr txBox="1"/>
          <p:nvPr/>
        </p:nvSpPr>
        <p:spPr>
          <a:xfrm>
            <a:off x="2168234" y="8564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13.)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B13FCCC9-30DD-1E72-1180-50074C09B0FD}"/>
              </a:ext>
            </a:extLst>
          </p:cNvPr>
          <p:cNvSpPr txBox="1"/>
          <p:nvPr/>
        </p:nvSpPr>
        <p:spPr>
          <a:xfrm>
            <a:off x="4528314" y="8564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24.)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A5A739C1-D9CE-A131-A4FC-FD5513442D85}"/>
              </a:ext>
            </a:extLst>
          </p:cNvPr>
          <p:cNvSpPr txBox="1"/>
          <p:nvPr/>
        </p:nvSpPr>
        <p:spPr>
          <a:xfrm>
            <a:off x="6920234" y="8564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35.)</a:t>
            </a:r>
          </a:p>
        </p:txBody>
      </p:sp>
      <p:sp>
        <p:nvSpPr>
          <p:cNvPr id="69" name="Textfeld 68">
            <a:extLst>
              <a:ext uri="{FF2B5EF4-FFF2-40B4-BE49-F238E27FC236}">
                <a16:creationId xmlns:a16="http://schemas.microsoft.com/office/drawing/2014/main" id="{587A8563-3231-3523-2048-BBC27CD18CE4}"/>
              </a:ext>
            </a:extLst>
          </p:cNvPr>
          <p:cNvSpPr txBox="1"/>
          <p:nvPr/>
        </p:nvSpPr>
        <p:spPr>
          <a:xfrm>
            <a:off x="9354400" y="28701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45.)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63DB0EA8-E2A5-0ABB-52D9-D5F88A2FF0E0}"/>
              </a:ext>
            </a:extLst>
          </p:cNvPr>
          <p:cNvSpPr txBox="1"/>
          <p:nvPr/>
        </p:nvSpPr>
        <p:spPr>
          <a:xfrm>
            <a:off x="9370320" y="82397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46.)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DF75C1E6-0D3B-DE6E-F1BD-EBEA057FB599}"/>
              </a:ext>
            </a:extLst>
          </p:cNvPr>
          <p:cNvSpPr txBox="1"/>
          <p:nvPr/>
        </p:nvSpPr>
        <p:spPr>
          <a:xfrm>
            <a:off x="-64166" y="1421816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3.)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F9D81A0D-01AF-0AC2-DF3B-E9D48810F6A2}"/>
              </a:ext>
            </a:extLst>
          </p:cNvPr>
          <p:cNvSpPr txBox="1"/>
          <p:nvPr/>
        </p:nvSpPr>
        <p:spPr>
          <a:xfrm>
            <a:off x="-64166" y="1929548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4.)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62EAE562-867E-B8DB-EE8D-C7E893FCA96E}"/>
              </a:ext>
            </a:extLst>
          </p:cNvPr>
          <p:cNvSpPr txBox="1"/>
          <p:nvPr/>
        </p:nvSpPr>
        <p:spPr>
          <a:xfrm>
            <a:off x="2184154" y="142181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14.)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0985FB1C-99BE-CB05-2342-67222D7D0517}"/>
              </a:ext>
            </a:extLst>
          </p:cNvPr>
          <p:cNvSpPr txBox="1"/>
          <p:nvPr/>
        </p:nvSpPr>
        <p:spPr>
          <a:xfrm>
            <a:off x="4544234" y="1413896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25.)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A10E69E-6402-026E-6669-6AD869C96A28}"/>
              </a:ext>
            </a:extLst>
          </p:cNvPr>
          <p:cNvSpPr txBox="1"/>
          <p:nvPr/>
        </p:nvSpPr>
        <p:spPr>
          <a:xfrm>
            <a:off x="6952074" y="14543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36.)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F1C0BC7D-01DF-9722-03D3-2089B912E309}"/>
              </a:ext>
            </a:extLst>
          </p:cNvPr>
          <p:cNvSpPr txBox="1"/>
          <p:nvPr/>
        </p:nvSpPr>
        <p:spPr>
          <a:xfrm>
            <a:off x="2184154" y="19811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15.)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BCAB1318-2BC0-9089-3710-EB78BA215728}"/>
              </a:ext>
            </a:extLst>
          </p:cNvPr>
          <p:cNvSpPr txBox="1"/>
          <p:nvPr/>
        </p:nvSpPr>
        <p:spPr>
          <a:xfrm>
            <a:off x="4544234" y="19811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26.)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C9AC75FE-6814-3866-2B51-13D7F6D7085C}"/>
              </a:ext>
            </a:extLst>
          </p:cNvPr>
          <p:cNvSpPr txBox="1"/>
          <p:nvPr/>
        </p:nvSpPr>
        <p:spPr>
          <a:xfrm>
            <a:off x="6936154" y="19811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37.)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3122BB6D-8D23-EC2D-C405-066D203982FC}"/>
              </a:ext>
            </a:extLst>
          </p:cNvPr>
          <p:cNvSpPr txBox="1"/>
          <p:nvPr/>
        </p:nvSpPr>
        <p:spPr>
          <a:xfrm>
            <a:off x="9370320" y="14116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47.)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FE025F89-40C3-CB9D-3C2F-BD96B647D08E}"/>
              </a:ext>
            </a:extLst>
          </p:cNvPr>
          <p:cNvSpPr txBox="1"/>
          <p:nvPr/>
        </p:nvSpPr>
        <p:spPr>
          <a:xfrm>
            <a:off x="9386240" y="194864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48.)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5FE71EA9-12A3-F11A-7A81-7752186503D1}"/>
              </a:ext>
            </a:extLst>
          </p:cNvPr>
          <p:cNvSpPr txBox="1"/>
          <p:nvPr/>
        </p:nvSpPr>
        <p:spPr>
          <a:xfrm>
            <a:off x="-64166" y="2484948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5.)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5C800CDD-12A2-414D-B884-1701015F7CDB}"/>
              </a:ext>
            </a:extLst>
          </p:cNvPr>
          <p:cNvSpPr txBox="1"/>
          <p:nvPr/>
        </p:nvSpPr>
        <p:spPr>
          <a:xfrm>
            <a:off x="-64166" y="2992680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6.)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9C616773-6A7A-2E93-7D4F-22EC9CBC3015}"/>
              </a:ext>
            </a:extLst>
          </p:cNvPr>
          <p:cNvSpPr txBox="1"/>
          <p:nvPr/>
        </p:nvSpPr>
        <p:spPr>
          <a:xfrm>
            <a:off x="2184154" y="24849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16.)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873E1C8C-D4CC-D47C-5D8B-C07AA8D2E7FB}"/>
              </a:ext>
            </a:extLst>
          </p:cNvPr>
          <p:cNvSpPr txBox="1"/>
          <p:nvPr/>
        </p:nvSpPr>
        <p:spPr>
          <a:xfrm>
            <a:off x="4544234" y="247702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27.)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F584BEDF-691A-1254-1C8E-0510B7FF5D21}"/>
              </a:ext>
            </a:extLst>
          </p:cNvPr>
          <p:cNvSpPr txBox="1"/>
          <p:nvPr/>
        </p:nvSpPr>
        <p:spPr>
          <a:xfrm>
            <a:off x="6952074" y="25174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38.)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1AD3DF3F-6FAD-8175-D4E2-2D7566210D66}"/>
              </a:ext>
            </a:extLst>
          </p:cNvPr>
          <p:cNvSpPr txBox="1"/>
          <p:nvPr/>
        </p:nvSpPr>
        <p:spPr>
          <a:xfrm>
            <a:off x="2184154" y="30442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17.)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BE08E604-D4A2-BA29-D941-9F56CAC669B2}"/>
              </a:ext>
            </a:extLst>
          </p:cNvPr>
          <p:cNvSpPr txBox="1"/>
          <p:nvPr/>
        </p:nvSpPr>
        <p:spPr>
          <a:xfrm>
            <a:off x="4544234" y="30442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28.)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0D0F7CDF-1A71-F1EB-3D1D-E3978BEB7854}"/>
              </a:ext>
            </a:extLst>
          </p:cNvPr>
          <p:cNvSpPr txBox="1"/>
          <p:nvPr/>
        </p:nvSpPr>
        <p:spPr>
          <a:xfrm>
            <a:off x="6936154" y="30442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39.)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A4B87106-CED8-A4D5-7DE4-9F563EFB8697}"/>
              </a:ext>
            </a:extLst>
          </p:cNvPr>
          <p:cNvSpPr txBox="1"/>
          <p:nvPr/>
        </p:nvSpPr>
        <p:spPr>
          <a:xfrm>
            <a:off x="9370320" y="247481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49.)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4BEDDE2C-6C52-BD03-09D2-13C280713F36}"/>
              </a:ext>
            </a:extLst>
          </p:cNvPr>
          <p:cNvSpPr txBox="1"/>
          <p:nvPr/>
        </p:nvSpPr>
        <p:spPr>
          <a:xfrm>
            <a:off x="9386240" y="301177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50.)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495BD415-720F-9728-5C39-34174E82A4DF}"/>
              </a:ext>
            </a:extLst>
          </p:cNvPr>
          <p:cNvSpPr txBox="1"/>
          <p:nvPr/>
        </p:nvSpPr>
        <p:spPr>
          <a:xfrm>
            <a:off x="-64166" y="3558429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7.)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F25580E5-2916-6CEE-B710-FB4D94D06CE4}"/>
              </a:ext>
            </a:extLst>
          </p:cNvPr>
          <p:cNvSpPr txBox="1"/>
          <p:nvPr/>
        </p:nvSpPr>
        <p:spPr>
          <a:xfrm>
            <a:off x="-64166" y="4066161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8.)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6DCF9C2E-A0AF-0B23-CC21-B539444E83A0}"/>
              </a:ext>
            </a:extLst>
          </p:cNvPr>
          <p:cNvSpPr txBox="1"/>
          <p:nvPr/>
        </p:nvSpPr>
        <p:spPr>
          <a:xfrm>
            <a:off x="2184154" y="3558429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18.)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269A7CFF-C1EB-D240-97BE-25B975D3BA1C}"/>
              </a:ext>
            </a:extLst>
          </p:cNvPr>
          <p:cNvSpPr txBox="1"/>
          <p:nvPr/>
        </p:nvSpPr>
        <p:spPr>
          <a:xfrm>
            <a:off x="4544234" y="3550509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29.)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2D4EFEA0-F42E-B49B-D28C-43A2F23E2E94}"/>
              </a:ext>
            </a:extLst>
          </p:cNvPr>
          <p:cNvSpPr txBox="1"/>
          <p:nvPr/>
        </p:nvSpPr>
        <p:spPr>
          <a:xfrm>
            <a:off x="6952074" y="359096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40.)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C01DA407-4705-1B4A-6AE4-597D12B0EA00}"/>
              </a:ext>
            </a:extLst>
          </p:cNvPr>
          <p:cNvSpPr txBox="1"/>
          <p:nvPr/>
        </p:nvSpPr>
        <p:spPr>
          <a:xfrm>
            <a:off x="2184154" y="411776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19.)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2E13916A-8429-5873-BCD9-52EE039D4ED0}"/>
              </a:ext>
            </a:extLst>
          </p:cNvPr>
          <p:cNvSpPr txBox="1"/>
          <p:nvPr/>
        </p:nvSpPr>
        <p:spPr>
          <a:xfrm>
            <a:off x="4544234" y="411776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30.)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5C94EFAF-96F5-5EF1-D59C-876446DAACAB}"/>
              </a:ext>
            </a:extLst>
          </p:cNvPr>
          <p:cNvSpPr txBox="1"/>
          <p:nvPr/>
        </p:nvSpPr>
        <p:spPr>
          <a:xfrm>
            <a:off x="6936154" y="4117761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41.)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5AB82A51-3BA5-3266-D225-C9D6B09BC903}"/>
              </a:ext>
            </a:extLst>
          </p:cNvPr>
          <p:cNvSpPr txBox="1"/>
          <p:nvPr/>
        </p:nvSpPr>
        <p:spPr>
          <a:xfrm>
            <a:off x="9370320" y="3548293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51.)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18257961-F052-F0C2-EF20-BE6530C764B3}"/>
              </a:ext>
            </a:extLst>
          </p:cNvPr>
          <p:cNvSpPr txBox="1"/>
          <p:nvPr/>
        </p:nvSpPr>
        <p:spPr>
          <a:xfrm>
            <a:off x="9386240" y="4085253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52.)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CD3C2288-00B4-DCAE-DAE0-A3DB3B931711}"/>
              </a:ext>
            </a:extLst>
          </p:cNvPr>
          <p:cNvSpPr txBox="1"/>
          <p:nvPr/>
        </p:nvSpPr>
        <p:spPr>
          <a:xfrm>
            <a:off x="-64166" y="4617148"/>
            <a:ext cx="4299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9.)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B8ACEA1F-D101-0BA0-89FD-6C0DC23926CE}"/>
              </a:ext>
            </a:extLst>
          </p:cNvPr>
          <p:cNvSpPr txBox="1"/>
          <p:nvPr/>
        </p:nvSpPr>
        <p:spPr>
          <a:xfrm>
            <a:off x="-175926" y="51248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10.)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73BA5B1B-0776-12E7-A075-5AAB72AF2161}"/>
              </a:ext>
            </a:extLst>
          </p:cNvPr>
          <p:cNvSpPr txBox="1"/>
          <p:nvPr/>
        </p:nvSpPr>
        <p:spPr>
          <a:xfrm>
            <a:off x="2184154" y="46171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20.)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91F66316-573A-E874-ADC0-3E13F405B03E}"/>
              </a:ext>
            </a:extLst>
          </p:cNvPr>
          <p:cNvSpPr txBox="1"/>
          <p:nvPr/>
        </p:nvSpPr>
        <p:spPr>
          <a:xfrm>
            <a:off x="4544234" y="460922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31.)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4A8EE4CE-B34F-1EB2-AA6F-92663E2E296C}"/>
              </a:ext>
            </a:extLst>
          </p:cNvPr>
          <p:cNvSpPr txBox="1"/>
          <p:nvPr/>
        </p:nvSpPr>
        <p:spPr>
          <a:xfrm>
            <a:off x="6952074" y="46496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42.)</a:t>
            </a: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B5EC9158-8394-CFCF-87BA-2ED3EDAC0433}"/>
              </a:ext>
            </a:extLst>
          </p:cNvPr>
          <p:cNvSpPr txBox="1"/>
          <p:nvPr/>
        </p:nvSpPr>
        <p:spPr>
          <a:xfrm>
            <a:off x="2184154" y="51764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21.)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21E1B7BC-133F-7C8C-956D-FCC10CBA7003}"/>
              </a:ext>
            </a:extLst>
          </p:cNvPr>
          <p:cNvSpPr txBox="1"/>
          <p:nvPr/>
        </p:nvSpPr>
        <p:spPr>
          <a:xfrm>
            <a:off x="4544234" y="51764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32.)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E9B2AABE-8CE4-C8F1-7A1F-035DDEDF5B21}"/>
              </a:ext>
            </a:extLst>
          </p:cNvPr>
          <p:cNvSpPr txBox="1"/>
          <p:nvPr/>
        </p:nvSpPr>
        <p:spPr>
          <a:xfrm>
            <a:off x="6936154" y="51764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43.)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ABC2D471-330A-E975-AF01-D3B08E8ED8FC}"/>
              </a:ext>
            </a:extLst>
          </p:cNvPr>
          <p:cNvSpPr txBox="1"/>
          <p:nvPr/>
        </p:nvSpPr>
        <p:spPr>
          <a:xfrm>
            <a:off x="9370320" y="460701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53.)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1FF37BA4-2EE9-DF02-0D4E-9E5B3D033E91}"/>
              </a:ext>
            </a:extLst>
          </p:cNvPr>
          <p:cNvSpPr txBox="1"/>
          <p:nvPr/>
        </p:nvSpPr>
        <p:spPr>
          <a:xfrm>
            <a:off x="9386240" y="514397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54.)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DC61F4FB-6C65-B897-6191-29112D2D849E}"/>
              </a:ext>
            </a:extLst>
          </p:cNvPr>
          <p:cNvSpPr txBox="1"/>
          <p:nvPr/>
        </p:nvSpPr>
        <p:spPr>
          <a:xfrm>
            <a:off x="-175926" y="56971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11.)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CA023BC7-5760-A3C0-DE83-C5B91E73CCFE}"/>
              </a:ext>
            </a:extLst>
          </p:cNvPr>
          <p:cNvSpPr txBox="1"/>
          <p:nvPr/>
        </p:nvSpPr>
        <p:spPr>
          <a:xfrm>
            <a:off x="2184154" y="569714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22.)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687D8037-B73D-B910-DBAD-0EE5BE078ED7}"/>
              </a:ext>
            </a:extLst>
          </p:cNvPr>
          <p:cNvSpPr txBox="1"/>
          <p:nvPr/>
        </p:nvSpPr>
        <p:spPr>
          <a:xfrm>
            <a:off x="4544234" y="5689228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33.)</a:t>
            </a:r>
          </a:p>
        </p:txBody>
      </p:sp>
      <p:sp>
        <p:nvSpPr>
          <p:cNvPr id="115" name="Textfeld 114">
            <a:extLst>
              <a:ext uri="{FF2B5EF4-FFF2-40B4-BE49-F238E27FC236}">
                <a16:creationId xmlns:a16="http://schemas.microsoft.com/office/drawing/2014/main" id="{53952A8A-8DC8-E2EB-B628-BD3CFDEA0CBB}"/>
              </a:ext>
            </a:extLst>
          </p:cNvPr>
          <p:cNvSpPr txBox="1"/>
          <p:nvPr/>
        </p:nvSpPr>
        <p:spPr>
          <a:xfrm>
            <a:off x="6952074" y="5729680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44.)</a:t>
            </a:r>
          </a:p>
        </p:txBody>
      </p:sp>
      <p:sp>
        <p:nvSpPr>
          <p:cNvPr id="119" name="Textfeld 118">
            <a:extLst>
              <a:ext uri="{FF2B5EF4-FFF2-40B4-BE49-F238E27FC236}">
                <a16:creationId xmlns:a16="http://schemas.microsoft.com/office/drawing/2014/main" id="{0C3BBCD4-21D5-474D-7750-F36509877C08}"/>
              </a:ext>
            </a:extLst>
          </p:cNvPr>
          <p:cNvSpPr txBox="1"/>
          <p:nvPr/>
        </p:nvSpPr>
        <p:spPr>
          <a:xfrm>
            <a:off x="9370320" y="568701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55.)</a:t>
            </a:r>
          </a:p>
        </p:txBody>
      </p:sp>
      <p:sp>
        <p:nvSpPr>
          <p:cNvPr id="120" name="Textfeld 119">
            <a:extLst>
              <a:ext uri="{FF2B5EF4-FFF2-40B4-BE49-F238E27FC236}">
                <a16:creationId xmlns:a16="http://schemas.microsoft.com/office/drawing/2014/main" id="{1DC6A3C7-856F-7FA9-4739-996C1E563FA4}"/>
              </a:ext>
            </a:extLst>
          </p:cNvPr>
          <p:cNvSpPr txBox="1"/>
          <p:nvPr/>
        </p:nvSpPr>
        <p:spPr>
          <a:xfrm>
            <a:off x="9386240" y="6223972"/>
            <a:ext cx="546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56.)</a:t>
            </a:r>
          </a:p>
        </p:txBody>
      </p:sp>
    </p:spTree>
    <p:extLst>
      <p:ext uri="{BB962C8B-B14F-4D97-AF65-F5344CB8AC3E}">
        <p14:creationId xmlns:p14="http://schemas.microsoft.com/office/powerpoint/2010/main" val="1273183668"/>
      </p:ext>
    </p:extLst>
  </p:cSld>
  <p:clrMapOvr>
    <a:masterClrMapping/>
  </p:clrMapOvr>
  <p:transition spd="slow">
    <p:push dir="u"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C5306-1D9D-8150-9B3F-95E76A0C5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55D34F0A-05E4-1B77-DBA3-7C8CCB4D7A8F}"/>
              </a:ext>
            </a:extLst>
          </p:cNvPr>
          <p:cNvSpPr/>
          <p:nvPr/>
        </p:nvSpPr>
        <p:spPr>
          <a:xfrm>
            <a:off x="349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9D8E298-A6A1-D0AE-E37B-E45558519511}"/>
              </a:ext>
            </a:extLst>
          </p:cNvPr>
          <p:cNvSpPr/>
          <p:nvPr/>
        </p:nvSpPr>
        <p:spPr>
          <a:xfrm>
            <a:off x="349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0 0 0 0 1 0 1 1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87E6C09-668A-ABEB-D578-8DE807E5D2B8}"/>
              </a:ext>
            </a:extLst>
          </p:cNvPr>
          <p:cNvSpPr/>
          <p:nvPr/>
        </p:nvSpPr>
        <p:spPr>
          <a:xfrm>
            <a:off x="349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44BD410-4764-ABA2-4CE4-0F5745E52052}"/>
              </a:ext>
            </a:extLst>
          </p:cNvPr>
          <p:cNvSpPr/>
          <p:nvPr/>
        </p:nvSpPr>
        <p:spPr>
          <a:xfrm>
            <a:off x="349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7BA564C7-557A-C37D-ADA6-62ED1AB5BC87}"/>
              </a:ext>
            </a:extLst>
          </p:cNvPr>
          <p:cNvSpPr/>
          <p:nvPr/>
        </p:nvSpPr>
        <p:spPr>
          <a:xfrm>
            <a:off x="349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0 0 0 1 0 0 1 1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BB31966-06E5-0FAD-E33A-37E02F726C8C}"/>
              </a:ext>
            </a:extLst>
          </p:cNvPr>
          <p:cNvSpPr/>
          <p:nvPr/>
        </p:nvSpPr>
        <p:spPr>
          <a:xfrm>
            <a:off x="349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C600010-72F9-84A5-8DCD-98E1C6C521F0}"/>
              </a:ext>
            </a:extLst>
          </p:cNvPr>
          <p:cNvSpPr/>
          <p:nvPr/>
        </p:nvSpPr>
        <p:spPr>
          <a:xfrm>
            <a:off x="349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D593CD20-54D7-9336-FB04-AF076CE75537}"/>
              </a:ext>
            </a:extLst>
          </p:cNvPr>
          <p:cNvSpPr/>
          <p:nvPr/>
        </p:nvSpPr>
        <p:spPr>
          <a:xfrm>
            <a:off x="349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0 0 0 1 1 0 0 1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38E39645-10E1-8871-FEE8-C66D22238793}"/>
              </a:ext>
            </a:extLst>
          </p:cNvPr>
          <p:cNvSpPr/>
          <p:nvPr/>
        </p:nvSpPr>
        <p:spPr>
          <a:xfrm>
            <a:off x="349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0 0 0 1 1 0 1 0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D3663F86-DEED-BA1E-6F7C-A8916491ABA0}"/>
              </a:ext>
            </a:extLst>
          </p:cNvPr>
          <p:cNvSpPr/>
          <p:nvPr/>
        </p:nvSpPr>
        <p:spPr>
          <a:xfrm>
            <a:off x="349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0 0 0 1 1 1 0 0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20F8BB47-4A23-CA7F-2829-8419D35C6925}"/>
              </a:ext>
            </a:extLst>
          </p:cNvPr>
          <p:cNvSpPr/>
          <p:nvPr/>
        </p:nvSpPr>
        <p:spPr>
          <a:xfrm>
            <a:off x="349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39F6D679-E458-34BE-CDE5-CE21EB5EF62A}"/>
              </a:ext>
            </a:extLst>
          </p:cNvPr>
          <p:cNvSpPr/>
          <p:nvPr/>
        </p:nvSpPr>
        <p:spPr>
          <a:xfrm>
            <a:off x="2725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C81444A-3EE8-85BB-B8F7-74E26C23E089}"/>
              </a:ext>
            </a:extLst>
          </p:cNvPr>
          <p:cNvSpPr/>
          <p:nvPr/>
        </p:nvSpPr>
        <p:spPr>
          <a:xfrm>
            <a:off x="2725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EE042FB-BED3-BE04-26B2-F54161A868DE}"/>
              </a:ext>
            </a:extLst>
          </p:cNvPr>
          <p:cNvSpPr/>
          <p:nvPr/>
        </p:nvSpPr>
        <p:spPr>
          <a:xfrm>
            <a:off x="2725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89B6D2A0-2A09-B768-B008-4CCD62300A98}"/>
              </a:ext>
            </a:extLst>
          </p:cNvPr>
          <p:cNvSpPr/>
          <p:nvPr/>
        </p:nvSpPr>
        <p:spPr>
          <a:xfrm>
            <a:off x="2725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9675F20E-A6C5-84DA-85F2-3640021449C2}"/>
              </a:ext>
            </a:extLst>
          </p:cNvPr>
          <p:cNvSpPr/>
          <p:nvPr/>
        </p:nvSpPr>
        <p:spPr>
          <a:xfrm>
            <a:off x="2725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941BEB3-BA4E-934F-0066-BB5E9065CB41}"/>
              </a:ext>
            </a:extLst>
          </p:cNvPr>
          <p:cNvSpPr/>
          <p:nvPr/>
        </p:nvSpPr>
        <p:spPr>
          <a:xfrm>
            <a:off x="2725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0 0 1 1 0 0 0 1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A067B3E0-D2EA-2894-CD08-6A925469D76F}"/>
              </a:ext>
            </a:extLst>
          </p:cNvPr>
          <p:cNvSpPr/>
          <p:nvPr/>
        </p:nvSpPr>
        <p:spPr>
          <a:xfrm>
            <a:off x="2725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C437493-B9EE-4944-B9C8-ACB1174CA329}"/>
              </a:ext>
            </a:extLst>
          </p:cNvPr>
          <p:cNvSpPr/>
          <p:nvPr/>
        </p:nvSpPr>
        <p:spPr>
          <a:xfrm>
            <a:off x="2725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5FC70281-58AB-3F8A-CD46-499DBA0C6574}"/>
              </a:ext>
            </a:extLst>
          </p:cNvPr>
          <p:cNvSpPr/>
          <p:nvPr/>
        </p:nvSpPr>
        <p:spPr>
          <a:xfrm>
            <a:off x="2725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0 0 1 1 1 0 0 0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215A73D1-3937-7620-48AE-C5A35415BF8B}"/>
              </a:ext>
            </a:extLst>
          </p:cNvPr>
          <p:cNvSpPr/>
          <p:nvPr/>
        </p:nvSpPr>
        <p:spPr>
          <a:xfrm>
            <a:off x="2725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0 1 0 0 0 0 1 1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6371FCDB-3761-D34E-347C-94B9235A6592}"/>
              </a:ext>
            </a:extLst>
          </p:cNvPr>
          <p:cNvSpPr/>
          <p:nvPr/>
        </p:nvSpPr>
        <p:spPr>
          <a:xfrm>
            <a:off x="2725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1F80FE9-F789-237E-3103-5746AF06D6BA}"/>
              </a:ext>
            </a:extLst>
          </p:cNvPr>
          <p:cNvSpPr/>
          <p:nvPr/>
        </p:nvSpPr>
        <p:spPr>
          <a:xfrm>
            <a:off x="5101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41499DD3-95F8-7259-C88E-008E69DA5BBB}"/>
              </a:ext>
            </a:extLst>
          </p:cNvPr>
          <p:cNvSpPr/>
          <p:nvPr/>
        </p:nvSpPr>
        <p:spPr>
          <a:xfrm>
            <a:off x="5101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0 1 0 0 1 0 0 1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D3282F98-934C-2838-CFFB-46F2D21B0DE8}"/>
              </a:ext>
            </a:extLst>
          </p:cNvPr>
          <p:cNvSpPr/>
          <p:nvPr/>
        </p:nvSpPr>
        <p:spPr>
          <a:xfrm>
            <a:off x="5101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0 1 0 0 1 0 1 0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BA186043-9A79-ADA7-29ED-E8ADAC3DBB4C}"/>
              </a:ext>
            </a:extLst>
          </p:cNvPr>
          <p:cNvSpPr/>
          <p:nvPr/>
        </p:nvSpPr>
        <p:spPr>
          <a:xfrm>
            <a:off x="5101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0 1 0 0 1 1 0 0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92892647-D9DC-B252-68C0-725B360E6C24}"/>
              </a:ext>
            </a:extLst>
          </p:cNvPr>
          <p:cNvSpPr/>
          <p:nvPr/>
        </p:nvSpPr>
        <p:spPr>
          <a:xfrm>
            <a:off x="5101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0 1 0 1 0 0 0 1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A028CDAC-881F-0BE9-FECF-860310B01151}"/>
              </a:ext>
            </a:extLst>
          </p:cNvPr>
          <p:cNvSpPr/>
          <p:nvPr/>
        </p:nvSpPr>
        <p:spPr>
          <a:xfrm>
            <a:off x="5101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0 1 0 1 0 0 1 0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228B195E-E8F4-AA6B-EFAF-13BB3DF56844}"/>
              </a:ext>
            </a:extLst>
          </p:cNvPr>
          <p:cNvSpPr/>
          <p:nvPr/>
        </p:nvSpPr>
        <p:spPr>
          <a:xfrm>
            <a:off x="5101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0 1 0 1 0 1 0 0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432A2B6-7ED7-E313-7BAE-3A3E1B9FCAB7}"/>
              </a:ext>
            </a:extLst>
          </p:cNvPr>
          <p:cNvSpPr/>
          <p:nvPr/>
        </p:nvSpPr>
        <p:spPr>
          <a:xfrm>
            <a:off x="5101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0 1 0 1 1 0 0 0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A0DB5B8-9C13-C867-84F7-F2E2FE9B18BC}"/>
              </a:ext>
            </a:extLst>
          </p:cNvPr>
          <p:cNvSpPr/>
          <p:nvPr/>
        </p:nvSpPr>
        <p:spPr>
          <a:xfrm>
            <a:off x="5101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0FA19AAC-1515-BE85-9097-63E677601EF5}"/>
              </a:ext>
            </a:extLst>
          </p:cNvPr>
          <p:cNvSpPr/>
          <p:nvPr/>
        </p:nvSpPr>
        <p:spPr>
          <a:xfrm>
            <a:off x="5101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10086881-C117-8AFC-9935-CB23C4B4A504}"/>
              </a:ext>
            </a:extLst>
          </p:cNvPr>
          <p:cNvSpPr/>
          <p:nvPr/>
        </p:nvSpPr>
        <p:spPr>
          <a:xfrm>
            <a:off x="5101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41648BF4-4F7E-5F9F-2EC9-1A4F3A1E1163}"/>
              </a:ext>
            </a:extLst>
          </p:cNvPr>
          <p:cNvSpPr/>
          <p:nvPr/>
        </p:nvSpPr>
        <p:spPr>
          <a:xfrm>
            <a:off x="7477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0 1 1 0 1 0 0 0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7785228C-BBBE-C8CA-7D14-5F9E99286481}"/>
              </a:ext>
            </a:extLst>
          </p:cNvPr>
          <p:cNvSpPr/>
          <p:nvPr/>
        </p:nvSpPr>
        <p:spPr>
          <a:xfrm>
            <a:off x="7477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0 1 1 1 0 0 0 0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18341D19-8A48-A2FE-6608-C698B666F25E}"/>
              </a:ext>
            </a:extLst>
          </p:cNvPr>
          <p:cNvSpPr/>
          <p:nvPr/>
        </p:nvSpPr>
        <p:spPr>
          <a:xfrm>
            <a:off x="7477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A2E0B09F-D4CD-9C6E-578C-CBAEB8E1E3F8}"/>
              </a:ext>
            </a:extLst>
          </p:cNvPr>
          <p:cNvSpPr/>
          <p:nvPr/>
        </p:nvSpPr>
        <p:spPr>
          <a:xfrm>
            <a:off x="7477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44C750A0-E492-8353-40E7-FAA2A2E939E1}"/>
              </a:ext>
            </a:extLst>
          </p:cNvPr>
          <p:cNvSpPr/>
          <p:nvPr/>
        </p:nvSpPr>
        <p:spPr>
          <a:xfrm>
            <a:off x="7477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FF7917F1-9CCF-AF61-85C0-ABBB349A4FC5}"/>
              </a:ext>
            </a:extLst>
          </p:cNvPr>
          <p:cNvSpPr/>
          <p:nvPr/>
        </p:nvSpPr>
        <p:spPr>
          <a:xfrm>
            <a:off x="7477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8B37F67A-2B3E-363B-D656-A2CBB9E9A9CE}"/>
              </a:ext>
            </a:extLst>
          </p:cNvPr>
          <p:cNvSpPr/>
          <p:nvPr/>
        </p:nvSpPr>
        <p:spPr>
          <a:xfrm>
            <a:off x="7477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73DE7016-CB8E-B3A1-3DB9-8CE37DE0ED0D}"/>
              </a:ext>
            </a:extLst>
          </p:cNvPr>
          <p:cNvSpPr/>
          <p:nvPr/>
        </p:nvSpPr>
        <p:spPr>
          <a:xfrm>
            <a:off x="7477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C936EC59-83FA-8C32-24CA-F2693189D395}"/>
              </a:ext>
            </a:extLst>
          </p:cNvPr>
          <p:cNvSpPr/>
          <p:nvPr/>
        </p:nvSpPr>
        <p:spPr>
          <a:xfrm>
            <a:off x="7477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7F1C8FE-1ECA-F7C9-1B38-CB82C8179778}"/>
              </a:ext>
            </a:extLst>
          </p:cNvPr>
          <p:cNvSpPr/>
          <p:nvPr/>
        </p:nvSpPr>
        <p:spPr>
          <a:xfrm>
            <a:off x="7477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4EBFAACB-8314-10DD-7504-8C46BA917757}"/>
              </a:ext>
            </a:extLst>
          </p:cNvPr>
          <p:cNvSpPr/>
          <p:nvPr/>
        </p:nvSpPr>
        <p:spPr>
          <a:xfrm>
            <a:off x="7477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6F21D9AE-5401-0CF4-2E2E-34436028574D}"/>
              </a:ext>
            </a:extLst>
          </p:cNvPr>
          <p:cNvSpPr/>
          <p:nvPr/>
        </p:nvSpPr>
        <p:spPr>
          <a:xfrm>
            <a:off x="9853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1 0 0 1 1 0 0 0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2FD2BA0-C478-97D7-95B8-908C5D1D61AA}"/>
              </a:ext>
            </a:extLst>
          </p:cNvPr>
          <p:cNvSpPr/>
          <p:nvPr/>
        </p:nvSpPr>
        <p:spPr>
          <a:xfrm>
            <a:off x="9853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A1F91F89-49AB-7C4F-E57A-00A36AA7479C}"/>
              </a:ext>
            </a:extLst>
          </p:cNvPr>
          <p:cNvSpPr/>
          <p:nvPr/>
        </p:nvSpPr>
        <p:spPr>
          <a:xfrm>
            <a:off x="9853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EDECEF99-3348-5464-7E77-0FE3864BF8AF}"/>
              </a:ext>
            </a:extLst>
          </p:cNvPr>
          <p:cNvSpPr/>
          <p:nvPr/>
        </p:nvSpPr>
        <p:spPr>
          <a:xfrm>
            <a:off x="9853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C8B1FCF-A8F7-D6E9-5F3A-BBAE0B8291E3}"/>
              </a:ext>
            </a:extLst>
          </p:cNvPr>
          <p:cNvSpPr/>
          <p:nvPr/>
        </p:nvSpPr>
        <p:spPr>
          <a:xfrm>
            <a:off x="9853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FADD7F88-CB97-9873-F47C-0743DA990A01}"/>
              </a:ext>
            </a:extLst>
          </p:cNvPr>
          <p:cNvSpPr/>
          <p:nvPr/>
        </p:nvSpPr>
        <p:spPr>
          <a:xfrm>
            <a:off x="9853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EB360779-48FF-9FC0-17D2-F85DF5EF7974}"/>
              </a:ext>
            </a:extLst>
          </p:cNvPr>
          <p:cNvSpPr/>
          <p:nvPr/>
        </p:nvSpPr>
        <p:spPr>
          <a:xfrm>
            <a:off x="9853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1089FB5A-4233-6603-636A-5610E1701226}"/>
              </a:ext>
            </a:extLst>
          </p:cNvPr>
          <p:cNvSpPr/>
          <p:nvPr/>
        </p:nvSpPr>
        <p:spPr>
          <a:xfrm>
            <a:off x="9853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086167E5-6841-B639-8A78-11543344CFD5}"/>
              </a:ext>
            </a:extLst>
          </p:cNvPr>
          <p:cNvSpPr/>
          <p:nvPr/>
        </p:nvSpPr>
        <p:spPr>
          <a:xfrm>
            <a:off x="9853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4CB43C2E-7D60-3B59-9628-C767AB113E38}"/>
              </a:ext>
            </a:extLst>
          </p:cNvPr>
          <p:cNvSpPr/>
          <p:nvPr/>
        </p:nvSpPr>
        <p:spPr>
          <a:xfrm>
            <a:off x="9853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83D1B5BF-14BF-77F8-8D33-F10AF3D3C1F4}"/>
              </a:ext>
            </a:extLst>
          </p:cNvPr>
          <p:cNvSpPr/>
          <p:nvPr/>
        </p:nvSpPr>
        <p:spPr>
          <a:xfrm>
            <a:off x="9853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1 1 0 1 0 0 0 0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E45666B3-1EB4-19C4-9138-FE4770A70146}"/>
              </a:ext>
            </a:extLst>
          </p:cNvPr>
          <p:cNvSpPr/>
          <p:nvPr/>
        </p:nvSpPr>
        <p:spPr>
          <a:xfrm>
            <a:off x="9853840" y="62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</p:spTree>
    <p:extLst>
      <p:ext uri="{BB962C8B-B14F-4D97-AF65-F5344CB8AC3E}">
        <p14:creationId xmlns:p14="http://schemas.microsoft.com/office/powerpoint/2010/main" val="1410781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E8B4B-E251-4535-DD4F-E11CA8E78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59205EB-9D12-564B-FA56-CCB1D1E6600C}"/>
              </a:ext>
            </a:extLst>
          </p:cNvPr>
          <p:cNvSpPr/>
          <p:nvPr/>
        </p:nvSpPr>
        <p:spPr>
          <a:xfrm>
            <a:off x="349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460B006-BDC0-9139-B13B-558162CCCC60}"/>
              </a:ext>
            </a:extLst>
          </p:cNvPr>
          <p:cNvSpPr/>
          <p:nvPr/>
        </p:nvSpPr>
        <p:spPr>
          <a:xfrm>
            <a:off x="349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0 0 0 0 1 0 1 1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BD60E05-BF10-A723-8626-B2E52D8B1839}"/>
              </a:ext>
            </a:extLst>
          </p:cNvPr>
          <p:cNvSpPr/>
          <p:nvPr/>
        </p:nvSpPr>
        <p:spPr>
          <a:xfrm>
            <a:off x="349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3DEC234F-111B-16AA-C7EC-96E1A360F601}"/>
              </a:ext>
            </a:extLst>
          </p:cNvPr>
          <p:cNvSpPr/>
          <p:nvPr/>
        </p:nvSpPr>
        <p:spPr>
          <a:xfrm>
            <a:off x="349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90D26C9E-BC65-8EAB-38E2-75148EE0608C}"/>
              </a:ext>
            </a:extLst>
          </p:cNvPr>
          <p:cNvSpPr/>
          <p:nvPr/>
        </p:nvSpPr>
        <p:spPr>
          <a:xfrm>
            <a:off x="349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0 0 0 1 0 0 1 1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F40BDE22-23B4-CED2-62DD-B29AF849433A}"/>
              </a:ext>
            </a:extLst>
          </p:cNvPr>
          <p:cNvSpPr/>
          <p:nvPr/>
        </p:nvSpPr>
        <p:spPr>
          <a:xfrm>
            <a:off x="349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D22A186A-6A4D-8D38-400F-D49834AA0930}"/>
              </a:ext>
            </a:extLst>
          </p:cNvPr>
          <p:cNvSpPr/>
          <p:nvPr/>
        </p:nvSpPr>
        <p:spPr>
          <a:xfrm>
            <a:off x="349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E44C2FC8-163F-B7F8-6DE8-77A9EE3BCAD0}"/>
              </a:ext>
            </a:extLst>
          </p:cNvPr>
          <p:cNvSpPr/>
          <p:nvPr/>
        </p:nvSpPr>
        <p:spPr>
          <a:xfrm>
            <a:off x="349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0 0 0 1 1 0 0 1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3404463-FA1B-8FA7-3A9D-AF5546A73A5C}"/>
              </a:ext>
            </a:extLst>
          </p:cNvPr>
          <p:cNvSpPr/>
          <p:nvPr/>
        </p:nvSpPr>
        <p:spPr>
          <a:xfrm>
            <a:off x="349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0 0 0 1 1 0 1 0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1E6F7E4-F8A0-AAB8-DC90-91DFB5FD1EDB}"/>
              </a:ext>
            </a:extLst>
          </p:cNvPr>
          <p:cNvSpPr/>
          <p:nvPr/>
        </p:nvSpPr>
        <p:spPr>
          <a:xfrm>
            <a:off x="349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0 0 0 1 1 1 0 0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4EBCFDCE-4A44-727F-A4DF-17FAC044C196}"/>
              </a:ext>
            </a:extLst>
          </p:cNvPr>
          <p:cNvSpPr/>
          <p:nvPr/>
        </p:nvSpPr>
        <p:spPr>
          <a:xfrm>
            <a:off x="349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E9B8AD2-0320-64C1-FEC0-9E0078F12CFC}"/>
              </a:ext>
            </a:extLst>
          </p:cNvPr>
          <p:cNvSpPr/>
          <p:nvPr/>
        </p:nvSpPr>
        <p:spPr>
          <a:xfrm>
            <a:off x="2725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CC1160EB-FDE9-61BB-2C3D-F90D63E11B6D}"/>
              </a:ext>
            </a:extLst>
          </p:cNvPr>
          <p:cNvSpPr/>
          <p:nvPr/>
        </p:nvSpPr>
        <p:spPr>
          <a:xfrm>
            <a:off x="2725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1857EB3-25CE-F4E6-6D8F-FB0A5F7AC37D}"/>
              </a:ext>
            </a:extLst>
          </p:cNvPr>
          <p:cNvSpPr/>
          <p:nvPr/>
        </p:nvSpPr>
        <p:spPr>
          <a:xfrm>
            <a:off x="2725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B9D0A8E-8DE2-260D-A3B8-B2ECDD5F525E}"/>
              </a:ext>
            </a:extLst>
          </p:cNvPr>
          <p:cNvSpPr/>
          <p:nvPr/>
        </p:nvSpPr>
        <p:spPr>
          <a:xfrm>
            <a:off x="2725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F54F897D-4B7E-9BD6-BB61-A1E9BAABAAA7}"/>
              </a:ext>
            </a:extLst>
          </p:cNvPr>
          <p:cNvSpPr/>
          <p:nvPr/>
        </p:nvSpPr>
        <p:spPr>
          <a:xfrm>
            <a:off x="2725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07A25F2-058A-6804-CA34-E30CA34CFF7E}"/>
              </a:ext>
            </a:extLst>
          </p:cNvPr>
          <p:cNvSpPr/>
          <p:nvPr/>
        </p:nvSpPr>
        <p:spPr>
          <a:xfrm>
            <a:off x="2725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0 0 1 1 0 0 0 1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E9B9C93-431D-00B0-BEBE-B3C7712C9145}"/>
              </a:ext>
            </a:extLst>
          </p:cNvPr>
          <p:cNvSpPr/>
          <p:nvPr/>
        </p:nvSpPr>
        <p:spPr>
          <a:xfrm>
            <a:off x="2725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2704286-0E92-1F59-3E37-E79BA4BD8425}"/>
              </a:ext>
            </a:extLst>
          </p:cNvPr>
          <p:cNvSpPr/>
          <p:nvPr/>
        </p:nvSpPr>
        <p:spPr>
          <a:xfrm>
            <a:off x="2725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965781A7-6D53-F116-F5EC-3AF0A943B7C6}"/>
              </a:ext>
            </a:extLst>
          </p:cNvPr>
          <p:cNvSpPr/>
          <p:nvPr/>
        </p:nvSpPr>
        <p:spPr>
          <a:xfrm>
            <a:off x="2725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0 0 1 1 1 0 0 0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0955E60-734C-461F-9822-565E67C138E4}"/>
              </a:ext>
            </a:extLst>
          </p:cNvPr>
          <p:cNvSpPr/>
          <p:nvPr/>
        </p:nvSpPr>
        <p:spPr>
          <a:xfrm>
            <a:off x="2725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0 1 0 0 0 0 1 1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933323BE-1BB2-8E6F-264F-595D7B028184}"/>
              </a:ext>
            </a:extLst>
          </p:cNvPr>
          <p:cNvSpPr/>
          <p:nvPr/>
        </p:nvSpPr>
        <p:spPr>
          <a:xfrm>
            <a:off x="2725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8F7BCCF3-6A7B-D205-6149-108EAC891DB8}"/>
              </a:ext>
            </a:extLst>
          </p:cNvPr>
          <p:cNvSpPr/>
          <p:nvPr/>
        </p:nvSpPr>
        <p:spPr>
          <a:xfrm>
            <a:off x="5101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38CB6790-98A1-B169-4DB5-F43D50B3E87E}"/>
              </a:ext>
            </a:extLst>
          </p:cNvPr>
          <p:cNvSpPr/>
          <p:nvPr/>
        </p:nvSpPr>
        <p:spPr>
          <a:xfrm>
            <a:off x="5101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0 1 0 0 1 0 0 1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0BBA539F-C807-676E-C80D-C726F147D343}"/>
              </a:ext>
            </a:extLst>
          </p:cNvPr>
          <p:cNvSpPr/>
          <p:nvPr/>
        </p:nvSpPr>
        <p:spPr>
          <a:xfrm>
            <a:off x="5101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0 1 0 0 1 0 1 0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86E44A7D-B38C-11C2-93BF-6FCC6E5BA7EF}"/>
              </a:ext>
            </a:extLst>
          </p:cNvPr>
          <p:cNvSpPr/>
          <p:nvPr/>
        </p:nvSpPr>
        <p:spPr>
          <a:xfrm>
            <a:off x="5101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0 1 0 0 1 1 0 0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C7749EAE-ACCE-6B41-FB46-2F0D804A04E8}"/>
              </a:ext>
            </a:extLst>
          </p:cNvPr>
          <p:cNvSpPr/>
          <p:nvPr/>
        </p:nvSpPr>
        <p:spPr>
          <a:xfrm>
            <a:off x="5101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0 1 0 1 0 0 0 1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3E1C66A8-EA45-82EB-3ADA-82C3479BC9E8}"/>
              </a:ext>
            </a:extLst>
          </p:cNvPr>
          <p:cNvSpPr/>
          <p:nvPr/>
        </p:nvSpPr>
        <p:spPr>
          <a:xfrm>
            <a:off x="5101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0 1 0 1 0 0 1 0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1F08F0C1-4F5D-C976-CEA8-9B6AB1576AA9}"/>
              </a:ext>
            </a:extLst>
          </p:cNvPr>
          <p:cNvSpPr/>
          <p:nvPr/>
        </p:nvSpPr>
        <p:spPr>
          <a:xfrm>
            <a:off x="5101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0 1 0 1 0 1 0 0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8AEEE28A-FC52-BE61-3A3A-BB95B5B829C8}"/>
              </a:ext>
            </a:extLst>
          </p:cNvPr>
          <p:cNvSpPr/>
          <p:nvPr/>
        </p:nvSpPr>
        <p:spPr>
          <a:xfrm>
            <a:off x="5101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0 1 0 1 1 0 0 0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74A6EEEF-01BC-40D8-3D27-1B94C6301B6D}"/>
              </a:ext>
            </a:extLst>
          </p:cNvPr>
          <p:cNvSpPr/>
          <p:nvPr/>
        </p:nvSpPr>
        <p:spPr>
          <a:xfrm>
            <a:off x="5101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ABDE0584-2EF6-00D7-79DF-9C2C96C76194}"/>
              </a:ext>
            </a:extLst>
          </p:cNvPr>
          <p:cNvSpPr/>
          <p:nvPr/>
        </p:nvSpPr>
        <p:spPr>
          <a:xfrm>
            <a:off x="5101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417F0C9D-7DB2-438E-F015-97860D27F380}"/>
              </a:ext>
            </a:extLst>
          </p:cNvPr>
          <p:cNvSpPr/>
          <p:nvPr/>
        </p:nvSpPr>
        <p:spPr>
          <a:xfrm>
            <a:off x="5101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C3EE5AF2-A749-65FC-F3DC-E0BC91C36DBE}"/>
              </a:ext>
            </a:extLst>
          </p:cNvPr>
          <p:cNvSpPr/>
          <p:nvPr/>
        </p:nvSpPr>
        <p:spPr>
          <a:xfrm>
            <a:off x="7477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0 1 1 0 1 0 0 0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01510F65-BF57-1697-2307-CE6F2292A084}"/>
              </a:ext>
            </a:extLst>
          </p:cNvPr>
          <p:cNvSpPr/>
          <p:nvPr/>
        </p:nvSpPr>
        <p:spPr>
          <a:xfrm>
            <a:off x="7477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0 1 1 1 0 0 0 0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F15983D0-4BCC-FF40-CE0F-A4EC0D5F3B4A}"/>
              </a:ext>
            </a:extLst>
          </p:cNvPr>
          <p:cNvSpPr/>
          <p:nvPr/>
        </p:nvSpPr>
        <p:spPr>
          <a:xfrm>
            <a:off x="7477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8B39B6D8-73B3-A371-BD70-1CDF81EFAB64}"/>
              </a:ext>
            </a:extLst>
          </p:cNvPr>
          <p:cNvSpPr/>
          <p:nvPr/>
        </p:nvSpPr>
        <p:spPr>
          <a:xfrm>
            <a:off x="7477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F1201343-A376-C8DC-EDCE-393CA05CDD9E}"/>
              </a:ext>
            </a:extLst>
          </p:cNvPr>
          <p:cNvSpPr/>
          <p:nvPr/>
        </p:nvSpPr>
        <p:spPr>
          <a:xfrm>
            <a:off x="7477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3B6A2B6E-6EB5-3967-D71A-A630E44E2AE6}"/>
              </a:ext>
            </a:extLst>
          </p:cNvPr>
          <p:cNvSpPr/>
          <p:nvPr/>
        </p:nvSpPr>
        <p:spPr>
          <a:xfrm>
            <a:off x="7477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642BE998-5D0D-41C9-4B44-8204A37A939C}"/>
              </a:ext>
            </a:extLst>
          </p:cNvPr>
          <p:cNvSpPr/>
          <p:nvPr/>
        </p:nvSpPr>
        <p:spPr>
          <a:xfrm>
            <a:off x="7477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94C432D8-E77C-30C6-43B1-AC42177A5479}"/>
              </a:ext>
            </a:extLst>
          </p:cNvPr>
          <p:cNvSpPr/>
          <p:nvPr/>
        </p:nvSpPr>
        <p:spPr>
          <a:xfrm>
            <a:off x="7477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1780A196-EA9B-D4FC-3716-2EFD3ED0A14E}"/>
              </a:ext>
            </a:extLst>
          </p:cNvPr>
          <p:cNvSpPr/>
          <p:nvPr/>
        </p:nvSpPr>
        <p:spPr>
          <a:xfrm>
            <a:off x="7477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BFD91B72-9642-465B-8D47-2DC7866609B6}"/>
              </a:ext>
            </a:extLst>
          </p:cNvPr>
          <p:cNvSpPr/>
          <p:nvPr/>
        </p:nvSpPr>
        <p:spPr>
          <a:xfrm>
            <a:off x="7477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1592442-1E98-C8FD-CD9F-E2618B3FBBCF}"/>
              </a:ext>
            </a:extLst>
          </p:cNvPr>
          <p:cNvSpPr/>
          <p:nvPr/>
        </p:nvSpPr>
        <p:spPr>
          <a:xfrm>
            <a:off x="7477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90D6EE45-D6AA-08E4-5B8E-7C3771DFB3F0}"/>
              </a:ext>
            </a:extLst>
          </p:cNvPr>
          <p:cNvSpPr/>
          <p:nvPr/>
        </p:nvSpPr>
        <p:spPr>
          <a:xfrm>
            <a:off x="9853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1 0 0 1 1 0 0 0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3695657-442C-61F4-3BB5-0F7B9C3C484E}"/>
              </a:ext>
            </a:extLst>
          </p:cNvPr>
          <p:cNvSpPr/>
          <p:nvPr/>
        </p:nvSpPr>
        <p:spPr>
          <a:xfrm>
            <a:off x="9853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CF6271ED-16ED-1571-3B82-CE288BE29E8F}"/>
              </a:ext>
            </a:extLst>
          </p:cNvPr>
          <p:cNvSpPr/>
          <p:nvPr/>
        </p:nvSpPr>
        <p:spPr>
          <a:xfrm>
            <a:off x="9853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CBA16BCE-4213-7232-5593-993440FD1D69}"/>
              </a:ext>
            </a:extLst>
          </p:cNvPr>
          <p:cNvSpPr/>
          <p:nvPr/>
        </p:nvSpPr>
        <p:spPr>
          <a:xfrm>
            <a:off x="9853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03A9D1F4-E0DB-8312-5857-B72F6F86E27B}"/>
              </a:ext>
            </a:extLst>
          </p:cNvPr>
          <p:cNvSpPr/>
          <p:nvPr/>
        </p:nvSpPr>
        <p:spPr>
          <a:xfrm>
            <a:off x="9853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6D6210DC-98B6-EC35-1B1F-2ED4DFE6F46D}"/>
              </a:ext>
            </a:extLst>
          </p:cNvPr>
          <p:cNvSpPr/>
          <p:nvPr/>
        </p:nvSpPr>
        <p:spPr>
          <a:xfrm>
            <a:off x="9853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74D42080-DADC-0D2B-D0F8-32F65A5EDCF0}"/>
              </a:ext>
            </a:extLst>
          </p:cNvPr>
          <p:cNvSpPr/>
          <p:nvPr/>
        </p:nvSpPr>
        <p:spPr>
          <a:xfrm>
            <a:off x="9853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8C62CF69-CE02-898D-4507-7572A82F757B}"/>
              </a:ext>
            </a:extLst>
          </p:cNvPr>
          <p:cNvSpPr/>
          <p:nvPr/>
        </p:nvSpPr>
        <p:spPr>
          <a:xfrm>
            <a:off x="9853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E689A2E6-61BD-2091-953D-D716C37BB1B4}"/>
              </a:ext>
            </a:extLst>
          </p:cNvPr>
          <p:cNvSpPr/>
          <p:nvPr/>
        </p:nvSpPr>
        <p:spPr>
          <a:xfrm>
            <a:off x="9853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02049810-9382-3226-FF4C-2973863C7464}"/>
              </a:ext>
            </a:extLst>
          </p:cNvPr>
          <p:cNvSpPr/>
          <p:nvPr/>
        </p:nvSpPr>
        <p:spPr>
          <a:xfrm>
            <a:off x="9853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961B20E5-B393-0275-44DB-9E1E43B2CA6F}"/>
              </a:ext>
            </a:extLst>
          </p:cNvPr>
          <p:cNvSpPr/>
          <p:nvPr/>
        </p:nvSpPr>
        <p:spPr>
          <a:xfrm>
            <a:off x="9853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1 1 0 1 0 0 0 0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3B956B19-E9E3-9AD7-21CB-FF56E03C8F19}"/>
              </a:ext>
            </a:extLst>
          </p:cNvPr>
          <p:cNvSpPr/>
          <p:nvPr/>
        </p:nvSpPr>
        <p:spPr>
          <a:xfrm>
            <a:off x="9853840" y="62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6DC81724-077C-DDDD-A95B-F8BF88652705}"/>
              </a:ext>
            </a:extLst>
          </p:cNvPr>
          <p:cNvSpPr txBox="1"/>
          <p:nvPr/>
        </p:nvSpPr>
        <p:spPr>
          <a:xfrm>
            <a:off x="2016000" y="31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8E6C930-46D7-C834-0E39-97910B2BEB1C}"/>
              </a:ext>
            </a:extLst>
          </p:cNvPr>
          <p:cNvSpPr txBox="1"/>
          <p:nvPr/>
        </p:nvSpPr>
        <p:spPr>
          <a:xfrm>
            <a:off x="2016000" y="85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F293512-A1C5-55B9-A2E7-D672EB394AC5}"/>
              </a:ext>
            </a:extLst>
          </p:cNvPr>
          <p:cNvSpPr txBox="1"/>
          <p:nvPr/>
        </p:nvSpPr>
        <p:spPr>
          <a:xfrm>
            <a:off x="2016000" y="13905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B1A88089-9F18-1C3B-DC4B-91AAE1C0B85B}"/>
              </a:ext>
            </a:extLst>
          </p:cNvPr>
          <p:cNvSpPr txBox="1"/>
          <p:nvPr/>
        </p:nvSpPr>
        <p:spPr>
          <a:xfrm>
            <a:off x="2016000" y="193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46403DC1-9372-5237-26FF-012603B790F7}"/>
              </a:ext>
            </a:extLst>
          </p:cNvPr>
          <p:cNvSpPr txBox="1"/>
          <p:nvPr/>
        </p:nvSpPr>
        <p:spPr>
          <a:xfrm>
            <a:off x="2016000" y="247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DF410E5E-3780-F14F-BDB7-2501358B1236}"/>
              </a:ext>
            </a:extLst>
          </p:cNvPr>
          <p:cNvSpPr txBox="1"/>
          <p:nvPr/>
        </p:nvSpPr>
        <p:spPr>
          <a:xfrm>
            <a:off x="2016000" y="30049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2F5CFC71-F147-9DC7-D444-E97621FBCCD2}"/>
              </a:ext>
            </a:extLst>
          </p:cNvPr>
          <p:cNvSpPr txBox="1"/>
          <p:nvPr/>
        </p:nvSpPr>
        <p:spPr>
          <a:xfrm>
            <a:off x="2016000" y="35334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2FD3D676-8870-7DD5-7F3D-DA168B9A9A43}"/>
              </a:ext>
            </a:extLst>
          </p:cNvPr>
          <p:cNvSpPr txBox="1"/>
          <p:nvPr/>
        </p:nvSpPr>
        <p:spPr>
          <a:xfrm>
            <a:off x="2016000" y="40910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7DA4A512-A011-F280-690D-D5F3AFFEF2AC}"/>
              </a:ext>
            </a:extLst>
          </p:cNvPr>
          <p:cNvSpPr txBox="1"/>
          <p:nvPr/>
        </p:nvSpPr>
        <p:spPr>
          <a:xfrm>
            <a:off x="2016320" y="463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66FC8409-44B6-CFB6-24FA-C1D1F912674E}"/>
              </a:ext>
            </a:extLst>
          </p:cNvPr>
          <p:cNvSpPr txBox="1"/>
          <p:nvPr/>
        </p:nvSpPr>
        <p:spPr>
          <a:xfrm>
            <a:off x="2016000" y="51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A685519C-332D-82E2-52DD-58E46303C072}"/>
              </a:ext>
            </a:extLst>
          </p:cNvPr>
          <p:cNvSpPr txBox="1"/>
          <p:nvPr/>
        </p:nvSpPr>
        <p:spPr>
          <a:xfrm>
            <a:off x="2016000" y="57137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A02BAD29-C94C-EA72-ABF9-257FF2F8C141}"/>
              </a:ext>
            </a:extLst>
          </p:cNvPr>
          <p:cNvSpPr txBox="1"/>
          <p:nvPr/>
        </p:nvSpPr>
        <p:spPr>
          <a:xfrm>
            <a:off x="4393440" y="33712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67F2B438-9618-93A7-A082-A600DF6555E0}"/>
              </a:ext>
            </a:extLst>
          </p:cNvPr>
          <p:cNvSpPr txBox="1"/>
          <p:nvPr/>
        </p:nvSpPr>
        <p:spPr>
          <a:xfrm>
            <a:off x="4393440" y="876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67A05800-F84A-396B-64F5-E56EB47D165E}"/>
              </a:ext>
            </a:extLst>
          </p:cNvPr>
          <p:cNvSpPr txBox="1"/>
          <p:nvPr/>
        </p:nvSpPr>
        <p:spPr>
          <a:xfrm>
            <a:off x="4393440" y="14108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BBCD1E9F-95DC-1F08-8AA7-7885028A4970}"/>
              </a:ext>
            </a:extLst>
          </p:cNvPr>
          <p:cNvSpPr txBox="1"/>
          <p:nvPr/>
        </p:nvSpPr>
        <p:spPr>
          <a:xfrm>
            <a:off x="4393440" y="195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AB45FAFD-6EA2-9B06-DF03-104452E46DF6}"/>
              </a:ext>
            </a:extLst>
          </p:cNvPr>
          <p:cNvSpPr txBox="1"/>
          <p:nvPr/>
        </p:nvSpPr>
        <p:spPr>
          <a:xfrm>
            <a:off x="4393440" y="249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BA97F1D3-41F2-27F9-52E2-460BDC2E4F6E}"/>
              </a:ext>
            </a:extLst>
          </p:cNvPr>
          <p:cNvSpPr txBox="1"/>
          <p:nvPr/>
        </p:nvSpPr>
        <p:spPr>
          <a:xfrm>
            <a:off x="4393440" y="30252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8094B1DB-3BF6-A899-CF76-B711D4CBB528}"/>
              </a:ext>
            </a:extLst>
          </p:cNvPr>
          <p:cNvSpPr txBox="1"/>
          <p:nvPr/>
        </p:nvSpPr>
        <p:spPr>
          <a:xfrm>
            <a:off x="4393440" y="35537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2871CB54-5C25-377A-A191-DA140E634A4E}"/>
              </a:ext>
            </a:extLst>
          </p:cNvPr>
          <p:cNvSpPr txBox="1"/>
          <p:nvPr/>
        </p:nvSpPr>
        <p:spPr>
          <a:xfrm>
            <a:off x="4393440" y="41113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EB36F45B-6B56-C1BD-5A8E-8EBE07C3EC98}"/>
              </a:ext>
            </a:extLst>
          </p:cNvPr>
          <p:cNvSpPr txBox="1"/>
          <p:nvPr/>
        </p:nvSpPr>
        <p:spPr>
          <a:xfrm>
            <a:off x="4393760" y="4656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EA2DBC43-04D0-24FC-784A-502E62A519DF}"/>
              </a:ext>
            </a:extLst>
          </p:cNvPr>
          <p:cNvSpPr txBox="1"/>
          <p:nvPr/>
        </p:nvSpPr>
        <p:spPr>
          <a:xfrm>
            <a:off x="4393440" y="519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03E5ECFA-BC77-8A57-D699-190004D35B96}"/>
              </a:ext>
            </a:extLst>
          </p:cNvPr>
          <p:cNvSpPr txBox="1"/>
          <p:nvPr/>
        </p:nvSpPr>
        <p:spPr>
          <a:xfrm>
            <a:off x="4393440" y="57340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5/8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DA0F4FE1-D2A7-CB72-E616-553D2B49AD49}"/>
              </a:ext>
            </a:extLst>
          </p:cNvPr>
          <p:cNvSpPr txBox="1"/>
          <p:nvPr/>
        </p:nvSpPr>
        <p:spPr>
          <a:xfrm>
            <a:off x="6769440" y="31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BC8664EC-1D08-DBD8-5D2A-48FED5243FE6}"/>
              </a:ext>
            </a:extLst>
          </p:cNvPr>
          <p:cNvSpPr txBox="1"/>
          <p:nvPr/>
        </p:nvSpPr>
        <p:spPr>
          <a:xfrm>
            <a:off x="6769440" y="85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ECAAF3B4-50C5-AD82-0C0C-DDDBEFC6E877}"/>
              </a:ext>
            </a:extLst>
          </p:cNvPr>
          <p:cNvSpPr txBox="1"/>
          <p:nvPr/>
        </p:nvSpPr>
        <p:spPr>
          <a:xfrm>
            <a:off x="6769440" y="13902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A012F8CC-C094-75A5-4795-DFD334D50FB5}"/>
              </a:ext>
            </a:extLst>
          </p:cNvPr>
          <p:cNvSpPr txBox="1"/>
          <p:nvPr/>
        </p:nvSpPr>
        <p:spPr>
          <a:xfrm>
            <a:off x="6769440" y="19361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B29C4BF1-F097-6701-1820-82B204784129}"/>
              </a:ext>
            </a:extLst>
          </p:cNvPr>
          <p:cNvSpPr txBox="1"/>
          <p:nvPr/>
        </p:nvSpPr>
        <p:spPr>
          <a:xfrm>
            <a:off x="6769440" y="24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3D253C03-9895-0A45-C6C6-8DC6CF87D03B}"/>
              </a:ext>
            </a:extLst>
          </p:cNvPr>
          <p:cNvSpPr txBox="1"/>
          <p:nvPr/>
        </p:nvSpPr>
        <p:spPr>
          <a:xfrm>
            <a:off x="6769440" y="300464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9BBA740D-2FDA-0CA5-7899-B941E1A6F6CF}"/>
              </a:ext>
            </a:extLst>
          </p:cNvPr>
          <p:cNvSpPr txBox="1"/>
          <p:nvPr/>
        </p:nvSpPr>
        <p:spPr>
          <a:xfrm>
            <a:off x="6769440" y="35331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B074306A-7AB4-D08C-C731-6B4FB564CD4E}"/>
              </a:ext>
            </a:extLst>
          </p:cNvPr>
          <p:cNvSpPr txBox="1"/>
          <p:nvPr/>
        </p:nvSpPr>
        <p:spPr>
          <a:xfrm>
            <a:off x="6769440" y="40907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B033712F-F4F9-E515-74C1-2B3E794088B3}"/>
              </a:ext>
            </a:extLst>
          </p:cNvPr>
          <p:cNvSpPr txBox="1"/>
          <p:nvPr/>
        </p:nvSpPr>
        <p:spPr>
          <a:xfrm>
            <a:off x="6769760" y="463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BFBCF29F-8A2B-DAC9-6D72-56519BB75C25}"/>
              </a:ext>
            </a:extLst>
          </p:cNvPr>
          <p:cNvSpPr txBox="1"/>
          <p:nvPr/>
        </p:nvSpPr>
        <p:spPr>
          <a:xfrm>
            <a:off x="6769440" y="517584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6522B6D6-3CA6-6BCF-B19B-29662AAEB6E0}"/>
              </a:ext>
            </a:extLst>
          </p:cNvPr>
          <p:cNvSpPr txBox="1"/>
          <p:nvPr/>
        </p:nvSpPr>
        <p:spPr>
          <a:xfrm>
            <a:off x="6769440" y="57134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AA8DAB02-0E09-9CB0-F462-39BE8DCB5E57}"/>
              </a:ext>
            </a:extLst>
          </p:cNvPr>
          <p:cNvSpPr txBox="1"/>
          <p:nvPr/>
        </p:nvSpPr>
        <p:spPr>
          <a:xfrm>
            <a:off x="9133840" y="31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918C5D69-64BA-5536-0E5F-A13F09630FA2}"/>
              </a:ext>
            </a:extLst>
          </p:cNvPr>
          <p:cNvSpPr txBox="1"/>
          <p:nvPr/>
        </p:nvSpPr>
        <p:spPr>
          <a:xfrm>
            <a:off x="9133840" y="85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A9629381-8E91-6406-BB88-A806D1228EBD}"/>
              </a:ext>
            </a:extLst>
          </p:cNvPr>
          <p:cNvSpPr txBox="1"/>
          <p:nvPr/>
        </p:nvSpPr>
        <p:spPr>
          <a:xfrm>
            <a:off x="9133840" y="13905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331166A7-8D67-99A5-AEDE-1101CC5612B8}"/>
              </a:ext>
            </a:extLst>
          </p:cNvPr>
          <p:cNvSpPr txBox="1"/>
          <p:nvPr/>
        </p:nvSpPr>
        <p:spPr>
          <a:xfrm>
            <a:off x="9133840" y="193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3AC2B0DD-C113-7692-5BCA-0E961326AC15}"/>
              </a:ext>
            </a:extLst>
          </p:cNvPr>
          <p:cNvSpPr txBox="1"/>
          <p:nvPr/>
        </p:nvSpPr>
        <p:spPr>
          <a:xfrm>
            <a:off x="9133840" y="247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8A91DA91-5C09-699F-2500-7767558814E6}"/>
              </a:ext>
            </a:extLst>
          </p:cNvPr>
          <p:cNvSpPr txBox="1"/>
          <p:nvPr/>
        </p:nvSpPr>
        <p:spPr>
          <a:xfrm>
            <a:off x="9133840" y="30049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3CE5210C-04D2-D250-0153-68A9AC00DC25}"/>
              </a:ext>
            </a:extLst>
          </p:cNvPr>
          <p:cNvSpPr txBox="1"/>
          <p:nvPr/>
        </p:nvSpPr>
        <p:spPr>
          <a:xfrm>
            <a:off x="9133840" y="35334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613A5DFE-03A4-B8CA-D993-44E750DC75B8}"/>
              </a:ext>
            </a:extLst>
          </p:cNvPr>
          <p:cNvSpPr txBox="1"/>
          <p:nvPr/>
        </p:nvSpPr>
        <p:spPr>
          <a:xfrm>
            <a:off x="9133840" y="40910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B6A38455-DBA9-23CE-AD2B-49FF6DEF3D70}"/>
              </a:ext>
            </a:extLst>
          </p:cNvPr>
          <p:cNvSpPr txBox="1"/>
          <p:nvPr/>
        </p:nvSpPr>
        <p:spPr>
          <a:xfrm>
            <a:off x="9134160" y="463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8847A06-DBD4-7C07-0652-F0DA6797F623}"/>
              </a:ext>
            </a:extLst>
          </p:cNvPr>
          <p:cNvSpPr txBox="1"/>
          <p:nvPr/>
        </p:nvSpPr>
        <p:spPr>
          <a:xfrm>
            <a:off x="9133840" y="51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385523BE-8A1E-4667-F79E-B50F3EEDADA0}"/>
              </a:ext>
            </a:extLst>
          </p:cNvPr>
          <p:cNvSpPr txBox="1"/>
          <p:nvPr/>
        </p:nvSpPr>
        <p:spPr>
          <a:xfrm>
            <a:off x="9133840" y="57137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6415226C-2FD1-664F-51B1-3D12A30EBB19}"/>
              </a:ext>
            </a:extLst>
          </p:cNvPr>
          <p:cNvSpPr txBox="1"/>
          <p:nvPr/>
        </p:nvSpPr>
        <p:spPr>
          <a:xfrm>
            <a:off x="11509840" y="31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555C7322-F02C-D699-5E33-DF89B1429C02}"/>
              </a:ext>
            </a:extLst>
          </p:cNvPr>
          <p:cNvSpPr txBox="1"/>
          <p:nvPr/>
        </p:nvSpPr>
        <p:spPr>
          <a:xfrm>
            <a:off x="11509840" y="85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43582BF5-9B19-B766-5E21-D2F8A4FB47D2}"/>
              </a:ext>
            </a:extLst>
          </p:cNvPr>
          <p:cNvSpPr txBox="1"/>
          <p:nvPr/>
        </p:nvSpPr>
        <p:spPr>
          <a:xfrm>
            <a:off x="11509840" y="13905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F70D4701-CB8D-AFC5-91A7-6C6C3F625E10}"/>
              </a:ext>
            </a:extLst>
          </p:cNvPr>
          <p:cNvSpPr txBox="1"/>
          <p:nvPr/>
        </p:nvSpPr>
        <p:spPr>
          <a:xfrm>
            <a:off x="11509840" y="193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B007CD72-3DF5-9F26-56B8-8BD75AB9EEA0}"/>
              </a:ext>
            </a:extLst>
          </p:cNvPr>
          <p:cNvSpPr txBox="1"/>
          <p:nvPr/>
        </p:nvSpPr>
        <p:spPr>
          <a:xfrm>
            <a:off x="11509840" y="247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AFE2C5DF-DD99-F961-B601-A0303584670C}"/>
              </a:ext>
            </a:extLst>
          </p:cNvPr>
          <p:cNvSpPr txBox="1"/>
          <p:nvPr/>
        </p:nvSpPr>
        <p:spPr>
          <a:xfrm>
            <a:off x="11509840" y="30049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75F94FF8-EE27-AE54-E1CB-F6E4D9002AE6}"/>
              </a:ext>
            </a:extLst>
          </p:cNvPr>
          <p:cNvSpPr txBox="1"/>
          <p:nvPr/>
        </p:nvSpPr>
        <p:spPr>
          <a:xfrm>
            <a:off x="11509840" y="353344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EE94C2BB-BE49-39B7-B9EB-45FBC27A58AD}"/>
              </a:ext>
            </a:extLst>
          </p:cNvPr>
          <p:cNvSpPr txBox="1"/>
          <p:nvPr/>
        </p:nvSpPr>
        <p:spPr>
          <a:xfrm>
            <a:off x="11509840" y="40910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0C868EAC-C90B-0B70-D712-AC83C51CCCF4}"/>
              </a:ext>
            </a:extLst>
          </p:cNvPr>
          <p:cNvSpPr txBox="1"/>
          <p:nvPr/>
        </p:nvSpPr>
        <p:spPr>
          <a:xfrm>
            <a:off x="11510160" y="463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7D69919E-0587-3437-3A50-2015F276B2D2}"/>
              </a:ext>
            </a:extLst>
          </p:cNvPr>
          <p:cNvSpPr txBox="1"/>
          <p:nvPr/>
        </p:nvSpPr>
        <p:spPr>
          <a:xfrm>
            <a:off x="11509840" y="51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FD7049BF-D21F-BCC5-585D-C687FBF05E14}"/>
              </a:ext>
            </a:extLst>
          </p:cNvPr>
          <p:cNvSpPr txBox="1"/>
          <p:nvPr/>
        </p:nvSpPr>
        <p:spPr>
          <a:xfrm>
            <a:off x="11509840" y="57137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F670708C-41D9-F571-E56B-6147C3F962AC}"/>
              </a:ext>
            </a:extLst>
          </p:cNvPr>
          <p:cNvSpPr txBox="1"/>
          <p:nvPr/>
        </p:nvSpPr>
        <p:spPr>
          <a:xfrm>
            <a:off x="11509840" y="625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1257531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CD33C-9FDB-442F-0175-A335F8775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hteck 123">
            <a:extLst>
              <a:ext uri="{FF2B5EF4-FFF2-40B4-BE49-F238E27FC236}">
                <a16:creationId xmlns:a16="http://schemas.microsoft.com/office/drawing/2014/main" id="{EAB630CC-4276-3E77-1690-1310039B5804}"/>
              </a:ext>
            </a:extLst>
          </p:cNvPr>
          <p:cNvSpPr/>
          <p:nvPr/>
        </p:nvSpPr>
        <p:spPr>
          <a:xfrm>
            <a:off x="9690882" y="4532372"/>
            <a:ext cx="2396320" cy="11033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E397638A-1C51-A86F-F2B4-82C01ACD39C9}"/>
              </a:ext>
            </a:extLst>
          </p:cNvPr>
          <p:cNvSpPr/>
          <p:nvPr/>
        </p:nvSpPr>
        <p:spPr>
          <a:xfrm>
            <a:off x="9690882" y="3452373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67CDEAE4-BDBC-1E7D-10F9-0F588C6DCC2D}"/>
              </a:ext>
            </a:extLst>
          </p:cNvPr>
          <p:cNvSpPr/>
          <p:nvPr/>
        </p:nvSpPr>
        <p:spPr>
          <a:xfrm>
            <a:off x="9690882" y="753522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23B06340-196D-B03A-FBC3-DFA1D5DC6ED3}"/>
              </a:ext>
            </a:extLst>
          </p:cNvPr>
          <p:cNvSpPr/>
          <p:nvPr/>
        </p:nvSpPr>
        <p:spPr>
          <a:xfrm>
            <a:off x="7294562" y="5621201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805112E0-39B7-42E8-1DB9-C1D5945FE06A}"/>
              </a:ext>
            </a:extLst>
          </p:cNvPr>
          <p:cNvSpPr/>
          <p:nvPr/>
        </p:nvSpPr>
        <p:spPr>
          <a:xfrm>
            <a:off x="7294562" y="2387920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0604C632-2026-6B27-A248-15F4F6463FC7}"/>
              </a:ext>
            </a:extLst>
          </p:cNvPr>
          <p:cNvSpPr/>
          <p:nvPr/>
        </p:nvSpPr>
        <p:spPr>
          <a:xfrm>
            <a:off x="7294562" y="1843041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A5CFA1FB-045F-8685-948F-328D4649200B}"/>
              </a:ext>
            </a:extLst>
          </p:cNvPr>
          <p:cNvSpPr/>
          <p:nvPr/>
        </p:nvSpPr>
        <p:spPr>
          <a:xfrm>
            <a:off x="4959280" y="4001201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D68C4EDF-0807-A0A2-5735-126F230373AE}"/>
              </a:ext>
            </a:extLst>
          </p:cNvPr>
          <p:cNvSpPr/>
          <p:nvPr/>
        </p:nvSpPr>
        <p:spPr>
          <a:xfrm>
            <a:off x="2562960" y="4541201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E33B456A-65CA-E939-09E0-FD03E6109182}"/>
              </a:ext>
            </a:extLst>
          </p:cNvPr>
          <p:cNvSpPr/>
          <p:nvPr/>
        </p:nvSpPr>
        <p:spPr>
          <a:xfrm>
            <a:off x="2562960" y="762400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9D11B799-B903-2A88-CA13-47B27D05F84E}"/>
              </a:ext>
            </a:extLst>
          </p:cNvPr>
          <p:cNvSpPr/>
          <p:nvPr/>
        </p:nvSpPr>
        <p:spPr>
          <a:xfrm>
            <a:off x="224960" y="5077240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08842C6A-5345-15C0-1530-DCB5958A9AC5}"/>
              </a:ext>
            </a:extLst>
          </p:cNvPr>
          <p:cNvSpPr/>
          <p:nvPr/>
        </p:nvSpPr>
        <p:spPr>
          <a:xfrm>
            <a:off x="224960" y="1839280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36228AD-7089-8816-131D-C5E249F9194D}"/>
              </a:ext>
            </a:extLst>
          </p:cNvPr>
          <p:cNvSpPr/>
          <p:nvPr/>
        </p:nvSpPr>
        <p:spPr>
          <a:xfrm>
            <a:off x="349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0 0 0 0 0 1 1 1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C8652A1-A947-18EF-51B8-A75BC662F945}"/>
              </a:ext>
            </a:extLst>
          </p:cNvPr>
          <p:cNvSpPr/>
          <p:nvPr/>
        </p:nvSpPr>
        <p:spPr>
          <a:xfrm>
            <a:off x="349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0 0 0 0 1 0 1 1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F4CA3520-8EEA-3205-6D18-0B905456AC86}"/>
              </a:ext>
            </a:extLst>
          </p:cNvPr>
          <p:cNvSpPr/>
          <p:nvPr/>
        </p:nvSpPr>
        <p:spPr>
          <a:xfrm>
            <a:off x="349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0 0 0 0 1 1 0 1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7BC7B16-BADF-DC3D-4050-59E2AE4725CE}"/>
              </a:ext>
            </a:extLst>
          </p:cNvPr>
          <p:cNvSpPr/>
          <p:nvPr/>
        </p:nvSpPr>
        <p:spPr>
          <a:xfrm>
            <a:off x="349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845F6F9-0227-BC7B-F460-BC1AE7DC5939}"/>
              </a:ext>
            </a:extLst>
          </p:cNvPr>
          <p:cNvSpPr/>
          <p:nvPr/>
        </p:nvSpPr>
        <p:spPr>
          <a:xfrm>
            <a:off x="349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0 0 0 1 0 0 1 1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9127520-DD10-2794-410A-FA3F858C874C}"/>
              </a:ext>
            </a:extLst>
          </p:cNvPr>
          <p:cNvSpPr/>
          <p:nvPr/>
        </p:nvSpPr>
        <p:spPr>
          <a:xfrm>
            <a:off x="349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0 0 0 1 0 1 0 1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67E59FBD-AA04-299C-07A9-5F03026F33AB}"/>
              </a:ext>
            </a:extLst>
          </p:cNvPr>
          <p:cNvSpPr/>
          <p:nvPr/>
        </p:nvSpPr>
        <p:spPr>
          <a:xfrm>
            <a:off x="349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0 0 0 1 0 1 1 0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0736A5E-26F5-3023-7774-88426EB9E273}"/>
              </a:ext>
            </a:extLst>
          </p:cNvPr>
          <p:cNvSpPr/>
          <p:nvPr/>
        </p:nvSpPr>
        <p:spPr>
          <a:xfrm>
            <a:off x="349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0 0 0 1 1 0 0 1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BD9294C1-3DD6-E656-759A-A871A499E9DC}"/>
              </a:ext>
            </a:extLst>
          </p:cNvPr>
          <p:cNvSpPr/>
          <p:nvPr/>
        </p:nvSpPr>
        <p:spPr>
          <a:xfrm>
            <a:off x="349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0 0 0 1 1 0 1 0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7B1D4B21-D7A4-944A-81FC-5C8BE451E2BC}"/>
              </a:ext>
            </a:extLst>
          </p:cNvPr>
          <p:cNvSpPr/>
          <p:nvPr/>
        </p:nvSpPr>
        <p:spPr>
          <a:xfrm>
            <a:off x="349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0 0 0 1 1 1 0 0</a:t>
            </a: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557E922D-6007-465A-D04A-065E3E590048}"/>
              </a:ext>
            </a:extLst>
          </p:cNvPr>
          <p:cNvSpPr/>
          <p:nvPr/>
        </p:nvSpPr>
        <p:spPr>
          <a:xfrm>
            <a:off x="349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0 0 1 0 0 0 1 1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DCFBD149-1CA2-74D7-3562-94D143C2FE2C}"/>
              </a:ext>
            </a:extLst>
          </p:cNvPr>
          <p:cNvSpPr/>
          <p:nvPr/>
        </p:nvSpPr>
        <p:spPr>
          <a:xfrm>
            <a:off x="2725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0 0 1 0 0 1 0 1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29F22D7-3938-D427-A382-20B0AF6A3D91}"/>
              </a:ext>
            </a:extLst>
          </p:cNvPr>
          <p:cNvSpPr/>
          <p:nvPr/>
        </p:nvSpPr>
        <p:spPr>
          <a:xfrm>
            <a:off x="2725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DB72D13-FFAC-250C-9DF9-3A9BF227D4BB}"/>
              </a:ext>
            </a:extLst>
          </p:cNvPr>
          <p:cNvSpPr/>
          <p:nvPr/>
        </p:nvSpPr>
        <p:spPr>
          <a:xfrm>
            <a:off x="2725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0 0 1 0 1 0 0 1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488D3C6-1247-7619-124F-1979834520E4}"/>
              </a:ext>
            </a:extLst>
          </p:cNvPr>
          <p:cNvSpPr/>
          <p:nvPr/>
        </p:nvSpPr>
        <p:spPr>
          <a:xfrm>
            <a:off x="2725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0 0 1 0 1 0 1 0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2C54D49E-47A2-8526-7A83-F1B00ABD28E7}"/>
              </a:ext>
            </a:extLst>
          </p:cNvPr>
          <p:cNvSpPr/>
          <p:nvPr/>
        </p:nvSpPr>
        <p:spPr>
          <a:xfrm>
            <a:off x="2725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0 0 1 0 1 1 0 0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1C7FC0B4-6ACD-8810-5D75-6E25ACBD5415}"/>
              </a:ext>
            </a:extLst>
          </p:cNvPr>
          <p:cNvSpPr/>
          <p:nvPr/>
        </p:nvSpPr>
        <p:spPr>
          <a:xfrm>
            <a:off x="2725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0 0 1 1 0 0 0 1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9719F93-4FE2-FC93-1CCF-B97F514728F5}"/>
              </a:ext>
            </a:extLst>
          </p:cNvPr>
          <p:cNvSpPr/>
          <p:nvPr/>
        </p:nvSpPr>
        <p:spPr>
          <a:xfrm>
            <a:off x="2725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0 0 1 1 0 0 1 0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80746616-9350-8361-5B9D-51B650C6B96A}"/>
              </a:ext>
            </a:extLst>
          </p:cNvPr>
          <p:cNvSpPr/>
          <p:nvPr/>
        </p:nvSpPr>
        <p:spPr>
          <a:xfrm>
            <a:off x="2725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0 0 1 1 0 1 0 0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E7BA249-04C3-5A2A-3D91-90CF3A366AA6}"/>
              </a:ext>
            </a:extLst>
          </p:cNvPr>
          <p:cNvSpPr/>
          <p:nvPr/>
        </p:nvSpPr>
        <p:spPr>
          <a:xfrm>
            <a:off x="2725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0 0 1 1 1 0 0 0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3C2E38F5-7ADD-01F9-6007-AA1992EF2707}"/>
              </a:ext>
            </a:extLst>
          </p:cNvPr>
          <p:cNvSpPr/>
          <p:nvPr/>
        </p:nvSpPr>
        <p:spPr>
          <a:xfrm>
            <a:off x="2725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0 1 0 0 0 0 1 1</a:t>
            </a: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D0F88F16-64D7-150F-61EA-DAE475A3965A}"/>
              </a:ext>
            </a:extLst>
          </p:cNvPr>
          <p:cNvSpPr/>
          <p:nvPr/>
        </p:nvSpPr>
        <p:spPr>
          <a:xfrm>
            <a:off x="2725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0 1 0 0 0 1 0 1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8ADAE5B-E610-2E3F-31B2-3714FE019A54}"/>
              </a:ext>
            </a:extLst>
          </p:cNvPr>
          <p:cNvSpPr/>
          <p:nvPr/>
        </p:nvSpPr>
        <p:spPr>
          <a:xfrm>
            <a:off x="5101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0 1 0 0 0 1 1 0</a:t>
            </a: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2F85BC56-8382-F496-AAF6-338B3516A628}"/>
              </a:ext>
            </a:extLst>
          </p:cNvPr>
          <p:cNvSpPr/>
          <p:nvPr/>
        </p:nvSpPr>
        <p:spPr>
          <a:xfrm>
            <a:off x="5101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0 1 0 0 1 0 0 1</a:t>
            </a: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60641CED-42E2-F7FE-309F-F48F4D1D1157}"/>
              </a:ext>
            </a:extLst>
          </p:cNvPr>
          <p:cNvSpPr/>
          <p:nvPr/>
        </p:nvSpPr>
        <p:spPr>
          <a:xfrm>
            <a:off x="5101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0 1 0 0 1 0 1 0</a:t>
            </a: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2E2FB686-49B9-4298-6535-B68CFC0BA950}"/>
              </a:ext>
            </a:extLst>
          </p:cNvPr>
          <p:cNvSpPr/>
          <p:nvPr/>
        </p:nvSpPr>
        <p:spPr>
          <a:xfrm>
            <a:off x="5101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0 1 0 0 1 1 0 0</a:t>
            </a:r>
          </a:p>
        </p:txBody>
      </p:sp>
      <p:sp>
        <p:nvSpPr>
          <p:cNvPr id="31" name="Rechteck 30">
            <a:extLst>
              <a:ext uri="{FF2B5EF4-FFF2-40B4-BE49-F238E27FC236}">
                <a16:creationId xmlns:a16="http://schemas.microsoft.com/office/drawing/2014/main" id="{1F1DEC89-FC73-3079-5EA1-DA49D3E8FD5E}"/>
              </a:ext>
            </a:extLst>
          </p:cNvPr>
          <p:cNvSpPr/>
          <p:nvPr/>
        </p:nvSpPr>
        <p:spPr>
          <a:xfrm>
            <a:off x="5101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0 1 0 1 0 0 0 1</a:t>
            </a:r>
          </a:p>
        </p:txBody>
      </p:sp>
      <p:sp>
        <p:nvSpPr>
          <p:cNvPr id="32" name="Rechteck 31">
            <a:extLst>
              <a:ext uri="{FF2B5EF4-FFF2-40B4-BE49-F238E27FC236}">
                <a16:creationId xmlns:a16="http://schemas.microsoft.com/office/drawing/2014/main" id="{6B0531B1-2435-ECF1-7970-E774287E9CBD}"/>
              </a:ext>
            </a:extLst>
          </p:cNvPr>
          <p:cNvSpPr/>
          <p:nvPr/>
        </p:nvSpPr>
        <p:spPr>
          <a:xfrm>
            <a:off x="5101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0 1 0 1 0 0 1 0</a:t>
            </a:r>
          </a:p>
        </p:txBody>
      </p:sp>
      <p:sp>
        <p:nvSpPr>
          <p:cNvPr id="33" name="Rechteck 32">
            <a:extLst>
              <a:ext uri="{FF2B5EF4-FFF2-40B4-BE49-F238E27FC236}">
                <a16:creationId xmlns:a16="http://schemas.microsoft.com/office/drawing/2014/main" id="{084E1577-AEC4-4614-6938-C8A57D2FB74A}"/>
              </a:ext>
            </a:extLst>
          </p:cNvPr>
          <p:cNvSpPr/>
          <p:nvPr/>
        </p:nvSpPr>
        <p:spPr>
          <a:xfrm>
            <a:off x="5101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0 1 0 1 0 1 0 0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6DF18242-EE31-DD09-8872-D3D8EE07048D}"/>
              </a:ext>
            </a:extLst>
          </p:cNvPr>
          <p:cNvSpPr/>
          <p:nvPr/>
        </p:nvSpPr>
        <p:spPr>
          <a:xfrm>
            <a:off x="5101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0 1 0 1 1 0 0 0</a:t>
            </a:r>
          </a:p>
        </p:txBody>
      </p:sp>
      <p:sp>
        <p:nvSpPr>
          <p:cNvPr id="35" name="Rechteck 34">
            <a:extLst>
              <a:ext uri="{FF2B5EF4-FFF2-40B4-BE49-F238E27FC236}">
                <a16:creationId xmlns:a16="http://schemas.microsoft.com/office/drawing/2014/main" id="{A4F55C74-FD04-6AAF-CCBA-4AB73C6CB132}"/>
              </a:ext>
            </a:extLst>
          </p:cNvPr>
          <p:cNvSpPr/>
          <p:nvPr/>
        </p:nvSpPr>
        <p:spPr>
          <a:xfrm>
            <a:off x="5101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0 1 1 0 0 0 0 1</a:t>
            </a:r>
          </a:p>
        </p:txBody>
      </p:sp>
      <p:sp>
        <p:nvSpPr>
          <p:cNvPr id="36" name="Rechteck 35">
            <a:extLst>
              <a:ext uri="{FF2B5EF4-FFF2-40B4-BE49-F238E27FC236}">
                <a16:creationId xmlns:a16="http://schemas.microsoft.com/office/drawing/2014/main" id="{4E9F2693-65CB-2A61-069C-8D6D7F98C231}"/>
              </a:ext>
            </a:extLst>
          </p:cNvPr>
          <p:cNvSpPr/>
          <p:nvPr/>
        </p:nvSpPr>
        <p:spPr>
          <a:xfrm>
            <a:off x="5101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0 1 1 0 0 0 1 0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50844E67-D2C4-AAE7-430E-54050C9755F4}"/>
              </a:ext>
            </a:extLst>
          </p:cNvPr>
          <p:cNvSpPr/>
          <p:nvPr/>
        </p:nvSpPr>
        <p:spPr>
          <a:xfrm>
            <a:off x="5101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0 1 1 0 0 1 0 0</a:t>
            </a:r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7F359CD6-FDA5-BB93-C598-8C2AFD105536}"/>
              </a:ext>
            </a:extLst>
          </p:cNvPr>
          <p:cNvSpPr/>
          <p:nvPr/>
        </p:nvSpPr>
        <p:spPr>
          <a:xfrm>
            <a:off x="7477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0 1 1 0 1 0 0 0</a:t>
            </a:r>
          </a:p>
        </p:txBody>
      </p:sp>
      <p:sp>
        <p:nvSpPr>
          <p:cNvPr id="39" name="Rechteck 38">
            <a:extLst>
              <a:ext uri="{FF2B5EF4-FFF2-40B4-BE49-F238E27FC236}">
                <a16:creationId xmlns:a16="http://schemas.microsoft.com/office/drawing/2014/main" id="{9D5C8D4E-726E-BDA1-DA53-407638111921}"/>
              </a:ext>
            </a:extLst>
          </p:cNvPr>
          <p:cNvSpPr/>
          <p:nvPr/>
        </p:nvSpPr>
        <p:spPr>
          <a:xfrm>
            <a:off x="7477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0 1 1 1 0 0 0 0</a:t>
            </a:r>
          </a:p>
        </p:txBody>
      </p:sp>
      <p:sp>
        <p:nvSpPr>
          <p:cNvPr id="40" name="Rechteck 39">
            <a:extLst>
              <a:ext uri="{FF2B5EF4-FFF2-40B4-BE49-F238E27FC236}">
                <a16:creationId xmlns:a16="http://schemas.microsoft.com/office/drawing/2014/main" id="{617EEDA5-AC0E-6B5A-20D0-6DCE00B4C0F1}"/>
              </a:ext>
            </a:extLst>
          </p:cNvPr>
          <p:cNvSpPr/>
          <p:nvPr/>
        </p:nvSpPr>
        <p:spPr>
          <a:xfrm>
            <a:off x="7477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1 0 0 0 0 0 1 1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F06A9718-84A6-46BA-ACF9-D1183209182C}"/>
              </a:ext>
            </a:extLst>
          </p:cNvPr>
          <p:cNvSpPr/>
          <p:nvPr/>
        </p:nvSpPr>
        <p:spPr>
          <a:xfrm>
            <a:off x="7477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33A95EC1-19E1-E36C-6987-234849435498}"/>
              </a:ext>
            </a:extLst>
          </p:cNvPr>
          <p:cNvSpPr/>
          <p:nvPr/>
        </p:nvSpPr>
        <p:spPr>
          <a:xfrm>
            <a:off x="7477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92587020-C9C5-D64D-25B5-199EFDC27FD7}"/>
              </a:ext>
            </a:extLst>
          </p:cNvPr>
          <p:cNvSpPr/>
          <p:nvPr/>
        </p:nvSpPr>
        <p:spPr>
          <a:xfrm>
            <a:off x="7477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1 0 0 0 1 0 0 1</a:t>
            </a:r>
          </a:p>
        </p:txBody>
      </p:sp>
      <p:sp>
        <p:nvSpPr>
          <p:cNvPr id="44" name="Rechteck 43">
            <a:extLst>
              <a:ext uri="{FF2B5EF4-FFF2-40B4-BE49-F238E27FC236}">
                <a16:creationId xmlns:a16="http://schemas.microsoft.com/office/drawing/2014/main" id="{9D4FD7A8-20E4-553D-AD47-DAF85C7EB5F8}"/>
              </a:ext>
            </a:extLst>
          </p:cNvPr>
          <p:cNvSpPr/>
          <p:nvPr/>
        </p:nvSpPr>
        <p:spPr>
          <a:xfrm>
            <a:off x="7477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1 0 0 0 1 0 1 0</a:t>
            </a:r>
          </a:p>
        </p:txBody>
      </p:sp>
      <p:sp>
        <p:nvSpPr>
          <p:cNvPr id="45" name="Rechteck 44">
            <a:extLst>
              <a:ext uri="{FF2B5EF4-FFF2-40B4-BE49-F238E27FC236}">
                <a16:creationId xmlns:a16="http://schemas.microsoft.com/office/drawing/2014/main" id="{8195345E-C401-7DC5-22B2-1B9ED86BD078}"/>
              </a:ext>
            </a:extLst>
          </p:cNvPr>
          <p:cNvSpPr/>
          <p:nvPr/>
        </p:nvSpPr>
        <p:spPr>
          <a:xfrm>
            <a:off x="7477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1 0 0 0 1 1 0 0</a:t>
            </a: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2C3589B5-5CE6-2359-E77E-F35E1ED5483B}"/>
              </a:ext>
            </a:extLst>
          </p:cNvPr>
          <p:cNvSpPr/>
          <p:nvPr/>
        </p:nvSpPr>
        <p:spPr>
          <a:xfrm>
            <a:off x="7477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1 0 0 1 0 0 0 1</a:t>
            </a:r>
          </a:p>
        </p:txBody>
      </p:sp>
      <p:sp>
        <p:nvSpPr>
          <p:cNvPr id="47" name="Rechteck 46">
            <a:extLst>
              <a:ext uri="{FF2B5EF4-FFF2-40B4-BE49-F238E27FC236}">
                <a16:creationId xmlns:a16="http://schemas.microsoft.com/office/drawing/2014/main" id="{F0F6EB93-9EB7-7729-CA7D-5CB6D39AF75D}"/>
              </a:ext>
            </a:extLst>
          </p:cNvPr>
          <p:cNvSpPr/>
          <p:nvPr/>
        </p:nvSpPr>
        <p:spPr>
          <a:xfrm>
            <a:off x="7477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1 0 0 1 0 0 1 0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AD3991D5-9F46-E2FF-B2BF-D9944A972BFC}"/>
              </a:ext>
            </a:extLst>
          </p:cNvPr>
          <p:cNvSpPr/>
          <p:nvPr/>
        </p:nvSpPr>
        <p:spPr>
          <a:xfrm>
            <a:off x="7477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29C7AD8F-6674-353B-5A73-C12D3442E31D}"/>
              </a:ext>
            </a:extLst>
          </p:cNvPr>
          <p:cNvSpPr/>
          <p:nvPr/>
        </p:nvSpPr>
        <p:spPr>
          <a:xfrm>
            <a:off x="9853840" y="3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1 0 0 1 1 0 0 0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8F37128B-EEF7-E75D-AE2F-CED4B6AADCE6}"/>
              </a:ext>
            </a:extLst>
          </p:cNvPr>
          <p:cNvSpPr/>
          <p:nvPr/>
        </p:nvSpPr>
        <p:spPr>
          <a:xfrm>
            <a:off x="9853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778E302D-2F55-B7E6-C2DF-C49B71DA3B6B}"/>
              </a:ext>
            </a:extLst>
          </p:cNvPr>
          <p:cNvSpPr/>
          <p:nvPr/>
        </p:nvSpPr>
        <p:spPr>
          <a:xfrm>
            <a:off x="9853840" y="13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1 0 1 0 0 0 1 0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1BF98607-293B-A956-CC20-CEBED1D60E16}"/>
              </a:ext>
            </a:extLst>
          </p:cNvPr>
          <p:cNvSpPr/>
          <p:nvPr/>
        </p:nvSpPr>
        <p:spPr>
          <a:xfrm>
            <a:off x="9853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1 0 1 0 0 1 0 0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CD0BDF6E-C0C2-D711-4175-78008ACF52EC}"/>
              </a:ext>
            </a:extLst>
          </p:cNvPr>
          <p:cNvSpPr/>
          <p:nvPr/>
        </p:nvSpPr>
        <p:spPr>
          <a:xfrm>
            <a:off x="9853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1 0 1 0 1 0 0 0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6896C944-B809-8600-9FA7-6C870937E7AF}"/>
              </a:ext>
            </a:extLst>
          </p:cNvPr>
          <p:cNvSpPr/>
          <p:nvPr/>
        </p:nvSpPr>
        <p:spPr>
          <a:xfrm>
            <a:off x="9853840" y="30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1 0 1 1 0 0 0 0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D2725DDB-4E8A-DAC2-A3A5-1F2DFAD2F2C9}"/>
              </a:ext>
            </a:extLst>
          </p:cNvPr>
          <p:cNvSpPr/>
          <p:nvPr/>
        </p:nvSpPr>
        <p:spPr>
          <a:xfrm>
            <a:off x="9853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7333E8E2-FF25-38D6-C595-0B832719E3DA}"/>
              </a:ext>
            </a:extLst>
          </p:cNvPr>
          <p:cNvSpPr/>
          <p:nvPr/>
        </p:nvSpPr>
        <p:spPr>
          <a:xfrm>
            <a:off x="9853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1 1 0 0 0 0 1 0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2C09364C-6229-D36D-7A31-77DA0B39FC76}"/>
              </a:ext>
            </a:extLst>
          </p:cNvPr>
          <p:cNvSpPr/>
          <p:nvPr/>
        </p:nvSpPr>
        <p:spPr>
          <a:xfrm>
            <a:off x="9853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4E2B45FE-CFF9-24AF-1D3F-0C018090A133}"/>
              </a:ext>
            </a:extLst>
          </p:cNvPr>
          <p:cNvSpPr/>
          <p:nvPr/>
        </p:nvSpPr>
        <p:spPr>
          <a:xfrm>
            <a:off x="9853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A0270824-B55B-BACE-C9A1-CCAEB5B8F80E}"/>
              </a:ext>
            </a:extLst>
          </p:cNvPr>
          <p:cNvSpPr/>
          <p:nvPr/>
        </p:nvSpPr>
        <p:spPr>
          <a:xfrm>
            <a:off x="9853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1 1 0 1 0 0 0 0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D9215871-B3BD-2CBB-A819-1F5649199DD8}"/>
              </a:ext>
            </a:extLst>
          </p:cNvPr>
          <p:cNvSpPr/>
          <p:nvPr/>
        </p:nvSpPr>
        <p:spPr>
          <a:xfrm>
            <a:off x="9853840" y="62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1 1 1 0 0 0 0 0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CBAC8C31-9B4F-BE11-7640-E35A29497D0F}"/>
              </a:ext>
            </a:extLst>
          </p:cNvPr>
          <p:cNvSpPr txBox="1"/>
          <p:nvPr/>
        </p:nvSpPr>
        <p:spPr>
          <a:xfrm>
            <a:off x="2016000" y="31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231E2C5-0919-7D0F-120E-6B13C9DB30EA}"/>
              </a:ext>
            </a:extLst>
          </p:cNvPr>
          <p:cNvSpPr txBox="1"/>
          <p:nvPr/>
        </p:nvSpPr>
        <p:spPr>
          <a:xfrm>
            <a:off x="2016000" y="85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E7E5D29A-228A-5735-9B03-208650D6C801}"/>
              </a:ext>
            </a:extLst>
          </p:cNvPr>
          <p:cNvSpPr txBox="1"/>
          <p:nvPr/>
        </p:nvSpPr>
        <p:spPr>
          <a:xfrm>
            <a:off x="2016000" y="13905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1B990D76-D577-BDCA-71B7-5974C86FD960}"/>
              </a:ext>
            </a:extLst>
          </p:cNvPr>
          <p:cNvSpPr txBox="1"/>
          <p:nvPr/>
        </p:nvSpPr>
        <p:spPr>
          <a:xfrm>
            <a:off x="2016000" y="193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62" name="Textfeld 61">
            <a:extLst>
              <a:ext uri="{FF2B5EF4-FFF2-40B4-BE49-F238E27FC236}">
                <a16:creationId xmlns:a16="http://schemas.microsoft.com/office/drawing/2014/main" id="{78227109-5D77-A2E4-6599-DA1168154210}"/>
              </a:ext>
            </a:extLst>
          </p:cNvPr>
          <p:cNvSpPr txBox="1"/>
          <p:nvPr/>
        </p:nvSpPr>
        <p:spPr>
          <a:xfrm>
            <a:off x="2016000" y="247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63" name="Textfeld 62">
            <a:extLst>
              <a:ext uri="{FF2B5EF4-FFF2-40B4-BE49-F238E27FC236}">
                <a16:creationId xmlns:a16="http://schemas.microsoft.com/office/drawing/2014/main" id="{63DF6BBE-8712-EC26-A1CD-C37E8E85AD5D}"/>
              </a:ext>
            </a:extLst>
          </p:cNvPr>
          <p:cNvSpPr txBox="1"/>
          <p:nvPr/>
        </p:nvSpPr>
        <p:spPr>
          <a:xfrm>
            <a:off x="2016000" y="30049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64" name="Textfeld 63">
            <a:extLst>
              <a:ext uri="{FF2B5EF4-FFF2-40B4-BE49-F238E27FC236}">
                <a16:creationId xmlns:a16="http://schemas.microsoft.com/office/drawing/2014/main" id="{72962524-282A-A9AF-50FB-20E825B30D7B}"/>
              </a:ext>
            </a:extLst>
          </p:cNvPr>
          <p:cNvSpPr txBox="1"/>
          <p:nvPr/>
        </p:nvSpPr>
        <p:spPr>
          <a:xfrm>
            <a:off x="2016000" y="35334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65" name="Textfeld 64">
            <a:extLst>
              <a:ext uri="{FF2B5EF4-FFF2-40B4-BE49-F238E27FC236}">
                <a16:creationId xmlns:a16="http://schemas.microsoft.com/office/drawing/2014/main" id="{A46AE6E1-2A75-6ADA-70EA-A21930E215CE}"/>
              </a:ext>
            </a:extLst>
          </p:cNvPr>
          <p:cNvSpPr txBox="1"/>
          <p:nvPr/>
        </p:nvSpPr>
        <p:spPr>
          <a:xfrm>
            <a:off x="2016000" y="40910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66" name="Textfeld 65">
            <a:extLst>
              <a:ext uri="{FF2B5EF4-FFF2-40B4-BE49-F238E27FC236}">
                <a16:creationId xmlns:a16="http://schemas.microsoft.com/office/drawing/2014/main" id="{4EAFB404-D074-D87A-85E1-E08CCA707B7E}"/>
              </a:ext>
            </a:extLst>
          </p:cNvPr>
          <p:cNvSpPr txBox="1"/>
          <p:nvPr/>
        </p:nvSpPr>
        <p:spPr>
          <a:xfrm>
            <a:off x="2016320" y="463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94803BD4-8EC5-142B-496D-DE664C9CEA37}"/>
              </a:ext>
            </a:extLst>
          </p:cNvPr>
          <p:cNvSpPr txBox="1"/>
          <p:nvPr/>
        </p:nvSpPr>
        <p:spPr>
          <a:xfrm>
            <a:off x="2016000" y="51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68" name="Textfeld 67">
            <a:extLst>
              <a:ext uri="{FF2B5EF4-FFF2-40B4-BE49-F238E27FC236}">
                <a16:creationId xmlns:a16="http://schemas.microsoft.com/office/drawing/2014/main" id="{23DC3580-7250-B895-A571-F7C4252B8CD7}"/>
              </a:ext>
            </a:extLst>
          </p:cNvPr>
          <p:cNvSpPr txBox="1"/>
          <p:nvPr/>
        </p:nvSpPr>
        <p:spPr>
          <a:xfrm>
            <a:off x="2016000" y="57137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F7C228CD-8CD2-4F2A-4341-B4AE7103FE39}"/>
              </a:ext>
            </a:extLst>
          </p:cNvPr>
          <p:cNvSpPr txBox="1"/>
          <p:nvPr/>
        </p:nvSpPr>
        <p:spPr>
          <a:xfrm>
            <a:off x="4393440" y="33712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8217710F-9829-4C96-5889-F2398C10FBAA}"/>
              </a:ext>
            </a:extLst>
          </p:cNvPr>
          <p:cNvSpPr txBox="1"/>
          <p:nvPr/>
        </p:nvSpPr>
        <p:spPr>
          <a:xfrm>
            <a:off x="4393440" y="876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B98FC633-F983-78C9-C2F4-68D952D70BA5}"/>
              </a:ext>
            </a:extLst>
          </p:cNvPr>
          <p:cNvSpPr txBox="1"/>
          <p:nvPr/>
        </p:nvSpPr>
        <p:spPr>
          <a:xfrm>
            <a:off x="4393440" y="14108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55950301-5C2D-1319-41BB-E11BF6BD595D}"/>
              </a:ext>
            </a:extLst>
          </p:cNvPr>
          <p:cNvSpPr txBox="1"/>
          <p:nvPr/>
        </p:nvSpPr>
        <p:spPr>
          <a:xfrm>
            <a:off x="4393440" y="195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8E46E6F2-BFB9-814E-C5EB-9C48180476A5}"/>
              </a:ext>
            </a:extLst>
          </p:cNvPr>
          <p:cNvSpPr txBox="1"/>
          <p:nvPr/>
        </p:nvSpPr>
        <p:spPr>
          <a:xfrm>
            <a:off x="4393440" y="249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531D24AE-B522-2A48-0D98-370D8E4309BC}"/>
              </a:ext>
            </a:extLst>
          </p:cNvPr>
          <p:cNvSpPr txBox="1"/>
          <p:nvPr/>
        </p:nvSpPr>
        <p:spPr>
          <a:xfrm>
            <a:off x="4393440" y="30252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55C60988-30CC-B4BF-FAC5-4971AE0D1D3E}"/>
              </a:ext>
            </a:extLst>
          </p:cNvPr>
          <p:cNvSpPr txBox="1"/>
          <p:nvPr/>
        </p:nvSpPr>
        <p:spPr>
          <a:xfrm>
            <a:off x="4393440" y="35537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381063F1-154A-7BB5-B93A-88C00369B13D}"/>
              </a:ext>
            </a:extLst>
          </p:cNvPr>
          <p:cNvSpPr txBox="1"/>
          <p:nvPr/>
        </p:nvSpPr>
        <p:spPr>
          <a:xfrm>
            <a:off x="4393440" y="41113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C5DFFBF0-ECF3-0DA6-29B7-3DC331F69E49}"/>
              </a:ext>
            </a:extLst>
          </p:cNvPr>
          <p:cNvSpPr txBox="1"/>
          <p:nvPr/>
        </p:nvSpPr>
        <p:spPr>
          <a:xfrm>
            <a:off x="4393760" y="4656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5A5A166E-A0AE-6E8B-3311-A22215C87DCB}"/>
              </a:ext>
            </a:extLst>
          </p:cNvPr>
          <p:cNvSpPr txBox="1"/>
          <p:nvPr/>
        </p:nvSpPr>
        <p:spPr>
          <a:xfrm>
            <a:off x="4393440" y="519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B391A5FA-3083-98DC-2F5F-9D74A4B92725}"/>
              </a:ext>
            </a:extLst>
          </p:cNvPr>
          <p:cNvSpPr txBox="1"/>
          <p:nvPr/>
        </p:nvSpPr>
        <p:spPr>
          <a:xfrm>
            <a:off x="4393440" y="57340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5/8</a:t>
            </a: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74B4E574-6A1E-A2FF-AE91-6222EE2B6A1C}"/>
              </a:ext>
            </a:extLst>
          </p:cNvPr>
          <p:cNvSpPr txBox="1"/>
          <p:nvPr/>
        </p:nvSpPr>
        <p:spPr>
          <a:xfrm>
            <a:off x="6769440" y="31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82" name="Textfeld 81">
            <a:extLst>
              <a:ext uri="{FF2B5EF4-FFF2-40B4-BE49-F238E27FC236}">
                <a16:creationId xmlns:a16="http://schemas.microsoft.com/office/drawing/2014/main" id="{7CB195F1-1511-EBA3-3ACE-E58B1FD44AD0}"/>
              </a:ext>
            </a:extLst>
          </p:cNvPr>
          <p:cNvSpPr txBox="1"/>
          <p:nvPr/>
        </p:nvSpPr>
        <p:spPr>
          <a:xfrm>
            <a:off x="6769440" y="85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3" name="Textfeld 82">
            <a:extLst>
              <a:ext uri="{FF2B5EF4-FFF2-40B4-BE49-F238E27FC236}">
                <a16:creationId xmlns:a16="http://schemas.microsoft.com/office/drawing/2014/main" id="{4AD67269-DB3C-B4B3-9DBC-4B6D2BB65B82}"/>
              </a:ext>
            </a:extLst>
          </p:cNvPr>
          <p:cNvSpPr txBox="1"/>
          <p:nvPr/>
        </p:nvSpPr>
        <p:spPr>
          <a:xfrm>
            <a:off x="6769440" y="13902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84" name="Textfeld 83">
            <a:extLst>
              <a:ext uri="{FF2B5EF4-FFF2-40B4-BE49-F238E27FC236}">
                <a16:creationId xmlns:a16="http://schemas.microsoft.com/office/drawing/2014/main" id="{4F3A9D3A-7913-B576-D36D-C62CB620EA0C}"/>
              </a:ext>
            </a:extLst>
          </p:cNvPr>
          <p:cNvSpPr txBox="1"/>
          <p:nvPr/>
        </p:nvSpPr>
        <p:spPr>
          <a:xfrm>
            <a:off x="6769440" y="19361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90C44BD5-C2E3-6D4B-BDBF-113AC3A87EC2}"/>
              </a:ext>
            </a:extLst>
          </p:cNvPr>
          <p:cNvSpPr txBox="1"/>
          <p:nvPr/>
        </p:nvSpPr>
        <p:spPr>
          <a:xfrm>
            <a:off x="6769440" y="24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6" name="Textfeld 85">
            <a:extLst>
              <a:ext uri="{FF2B5EF4-FFF2-40B4-BE49-F238E27FC236}">
                <a16:creationId xmlns:a16="http://schemas.microsoft.com/office/drawing/2014/main" id="{16D94971-3C8D-152E-D7A4-48329792F0AB}"/>
              </a:ext>
            </a:extLst>
          </p:cNvPr>
          <p:cNvSpPr txBox="1"/>
          <p:nvPr/>
        </p:nvSpPr>
        <p:spPr>
          <a:xfrm>
            <a:off x="6769440" y="300464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7" name="Textfeld 86">
            <a:extLst>
              <a:ext uri="{FF2B5EF4-FFF2-40B4-BE49-F238E27FC236}">
                <a16:creationId xmlns:a16="http://schemas.microsoft.com/office/drawing/2014/main" id="{F2407A75-CCC5-99B2-5439-F25433C555F7}"/>
              </a:ext>
            </a:extLst>
          </p:cNvPr>
          <p:cNvSpPr txBox="1"/>
          <p:nvPr/>
        </p:nvSpPr>
        <p:spPr>
          <a:xfrm>
            <a:off x="6769440" y="35331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5E159A79-4F74-89D4-58EA-230635797315}"/>
              </a:ext>
            </a:extLst>
          </p:cNvPr>
          <p:cNvSpPr txBox="1"/>
          <p:nvPr/>
        </p:nvSpPr>
        <p:spPr>
          <a:xfrm>
            <a:off x="6769440" y="40907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52CC0F0E-9FE4-A1DA-9328-CE02E66498BA}"/>
              </a:ext>
            </a:extLst>
          </p:cNvPr>
          <p:cNvSpPr txBox="1"/>
          <p:nvPr/>
        </p:nvSpPr>
        <p:spPr>
          <a:xfrm>
            <a:off x="6769760" y="463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26F4705F-50AF-AF5E-09E2-F30C29BEAC9E}"/>
              </a:ext>
            </a:extLst>
          </p:cNvPr>
          <p:cNvSpPr txBox="1"/>
          <p:nvPr/>
        </p:nvSpPr>
        <p:spPr>
          <a:xfrm>
            <a:off x="6769440" y="517584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633AD0BD-98BA-76CC-5096-520D559219F2}"/>
              </a:ext>
            </a:extLst>
          </p:cNvPr>
          <p:cNvSpPr txBox="1"/>
          <p:nvPr/>
        </p:nvSpPr>
        <p:spPr>
          <a:xfrm>
            <a:off x="6769440" y="57134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134452D5-1587-8AA9-30DC-AACBBC3F44E2}"/>
              </a:ext>
            </a:extLst>
          </p:cNvPr>
          <p:cNvSpPr txBox="1"/>
          <p:nvPr/>
        </p:nvSpPr>
        <p:spPr>
          <a:xfrm>
            <a:off x="9133840" y="31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BD241459-F252-E657-43BE-4C0719A97789}"/>
              </a:ext>
            </a:extLst>
          </p:cNvPr>
          <p:cNvSpPr txBox="1"/>
          <p:nvPr/>
        </p:nvSpPr>
        <p:spPr>
          <a:xfrm>
            <a:off x="9133840" y="85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28640518-9F3C-735C-B0E1-A9182594A4AE}"/>
              </a:ext>
            </a:extLst>
          </p:cNvPr>
          <p:cNvSpPr txBox="1"/>
          <p:nvPr/>
        </p:nvSpPr>
        <p:spPr>
          <a:xfrm>
            <a:off x="9133840" y="13905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52DC040B-2CB9-69CD-6CEC-A186C96EB111}"/>
              </a:ext>
            </a:extLst>
          </p:cNvPr>
          <p:cNvSpPr txBox="1"/>
          <p:nvPr/>
        </p:nvSpPr>
        <p:spPr>
          <a:xfrm>
            <a:off x="9133840" y="193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5335FDC4-D22C-883E-3419-D2C6EEECB873}"/>
              </a:ext>
            </a:extLst>
          </p:cNvPr>
          <p:cNvSpPr txBox="1"/>
          <p:nvPr/>
        </p:nvSpPr>
        <p:spPr>
          <a:xfrm>
            <a:off x="9133840" y="247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97" name="Textfeld 96">
            <a:extLst>
              <a:ext uri="{FF2B5EF4-FFF2-40B4-BE49-F238E27FC236}">
                <a16:creationId xmlns:a16="http://schemas.microsoft.com/office/drawing/2014/main" id="{822B9603-3583-1A88-9392-E3613690A778}"/>
              </a:ext>
            </a:extLst>
          </p:cNvPr>
          <p:cNvSpPr txBox="1"/>
          <p:nvPr/>
        </p:nvSpPr>
        <p:spPr>
          <a:xfrm>
            <a:off x="9133840" y="30049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8" name="Textfeld 97">
            <a:extLst>
              <a:ext uri="{FF2B5EF4-FFF2-40B4-BE49-F238E27FC236}">
                <a16:creationId xmlns:a16="http://schemas.microsoft.com/office/drawing/2014/main" id="{F690037E-BDE3-7076-29FC-26D5E0A1AC80}"/>
              </a:ext>
            </a:extLst>
          </p:cNvPr>
          <p:cNvSpPr txBox="1"/>
          <p:nvPr/>
        </p:nvSpPr>
        <p:spPr>
          <a:xfrm>
            <a:off x="9133840" y="35334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99" name="Textfeld 98">
            <a:extLst>
              <a:ext uri="{FF2B5EF4-FFF2-40B4-BE49-F238E27FC236}">
                <a16:creationId xmlns:a16="http://schemas.microsoft.com/office/drawing/2014/main" id="{DCF86639-68FC-D7C4-2745-81CF8BA9F76D}"/>
              </a:ext>
            </a:extLst>
          </p:cNvPr>
          <p:cNvSpPr txBox="1"/>
          <p:nvPr/>
        </p:nvSpPr>
        <p:spPr>
          <a:xfrm>
            <a:off x="9133840" y="40910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0" name="Textfeld 99">
            <a:extLst>
              <a:ext uri="{FF2B5EF4-FFF2-40B4-BE49-F238E27FC236}">
                <a16:creationId xmlns:a16="http://schemas.microsoft.com/office/drawing/2014/main" id="{B48A9648-2F00-7758-E298-8497E9329740}"/>
              </a:ext>
            </a:extLst>
          </p:cNvPr>
          <p:cNvSpPr txBox="1"/>
          <p:nvPr/>
        </p:nvSpPr>
        <p:spPr>
          <a:xfrm>
            <a:off x="9134160" y="463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1" name="Textfeld 100">
            <a:extLst>
              <a:ext uri="{FF2B5EF4-FFF2-40B4-BE49-F238E27FC236}">
                <a16:creationId xmlns:a16="http://schemas.microsoft.com/office/drawing/2014/main" id="{5775A3A7-852E-DFE9-46E9-6842AD5349E7}"/>
              </a:ext>
            </a:extLst>
          </p:cNvPr>
          <p:cNvSpPr txBox="1"/>
          <p:nvPr/>
        </p:nvSpPr>
        <p:spPr>
          <a:xfrm>
            <a:off x="9133840" y="51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6/8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9DF08640-B9E9-6F20-86FD-F4C097912E98}"/>
              </a:ext>
            </a:extLst>
          </p:cNvPr>
          <p:cNvSpPr txBox="1"/>
          <p:nvPr/>
        </p:nvSpPr>
        <p:spPr>
          <a:xfrm>
            <a:off x="9133840" y="57137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03" name="Textfeld 102">
            <a:extLst>
              <a:ext uri="{FF2B5EF4-FFF2-40B4-BE49-F238E27FC236}">
                <a16:creationId xmlns:a16="http://schemas.microsoft.com/office/drawing/2014/main" id="{798B6EEA-420D-D5D1-07E6-B98D06CAD279}"/>
              </a:ext>
            </a:extLst>
          </p:cNvPr>
          <p:cNvSpPr txBox="1"/>
          <p:nvPr/>
        </p:nvSpPr>
        <p:spPr>
          <a:xfrm>
            <a:off x="11509840" y="31680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D3D93820-409C-31F1-CA9C-2436F8E6C72D}"/>
              </a:ext>
            </a:extLst>
          </p:cNvPr>
          <p:cNvSpPr txBox="1"/>
          <p:nvPr/>
        </p:nvSpPr>
        <p:spPr>
          <a:xfrm>
            <a:off x="11509840" y="85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05" name="Textfeld 104">
            <a:extLst>
              <a:ext uri="{FF2B5EF4-FFF2-40B4-BE49-F238E27FC236}">
                <a16:creationId xmlns:a16="http://schemas.microsoft.com/office/drawing/2014/main" id="{F19D02BF-BFF9-7DB4-7197-7FDAE7CDD679}"/>
              </a:ext>
            </a:extLst>
          </p:cNvPr>
          <p:cNvSpPr txBox="1"/>
          <p:nvPr/>
        </p:nvSpPr>
        <p:spPr>
          <a:xfrm>
            <a:off x="11509840" y="13905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6" name="Textfeld 105">
            <a:extLst>
              <a:ext uri="{FF2B5EF4-FFF2-40B4-BE49-F238E27FC236}">
                <a16:creationId xmlns:a16="http://schemas.microsoft.com/office/drawing/2014/main" id="{05AFE832-858E-FF7C-9CCA-F77919447C4C}"/>
              </a:ext>
            </a:extLst>
          </p:cNvPr>
          <p:cNvSpPr txBox="1"/>
          <p:nvPr/>
        </p:nvSpPr>
        <p:spPr>
          <a:xfrm>
            <a:off x="11509840" y="193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7" name="Textfeld 106">
            <a:extLst>
              <a:ext uri="{FF2B5EF4-FFF2-40B4-BE49-F238E27FC236}">
                <a16:creationId xmlns:a16="http://schemas.microsoft.com/office/drawing/2014/main" id="{04B4AF02-C3A2-9AA2-53B0-EE1D9909F10A}"/>
              </a:ext>
            </a:extLst>
          </p:cNvPr>
          <p:cNvSpPr txBox="1"/>
          <p:nvPr/>
        </p:nvSpPr>
        <p:spPr>
          <a:xfrm>
            <a:off x="11509840" y="247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F9066D16-F1BA-A5F2-1F29-B0F6EF98157F}"/>
              </a:ext>
            </a:extLst>
          </p:cNvPr>
          <p:cNvSpPr txBox="1"/>
          <p:nvPr/>
        </p:nvSpPr>
        <p:spPr>
          <a:xfrm>
            <a:off x="11509840" y="30049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59A2DBB2-D5D1-A2B9-0A38-004995F7D173}"/>
              </a:ext>
            </a:extLst>
          </p:cNvPr>
          <p:cNvSpPr txBox="1"/>
          <p:nvPr/>
        </p:nvSpPr>
        <p:spPr>
          <a:xfrm>
            <a:off x="11509840" y="353344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10" name="Textfeld 109">
            <a:extLst>
              <a:ext uri="{FF2B5EF4-FFF2-40B4-BE49-F238E27FC236}">
                <a16:creationId xmlns:a16="http://schemas.microsoft.com/office/drawing/2014/main" id="{4F03717E-97F3-AFBD-39DC-7F10A328A061}"/>
              </a:ext>
            </a:extLst>
          </p:cNvPr>
          <p:cNvSpPr txBox="1"/>
          <p:nvPr/>
        </p:nvSpPr>
        <p:spPr>
          <a:xfrm>
            <a:off x="11509840" y="409104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DB81E074-866A-C165-128B-C60EE7F38289}"/>
              </a:ext>
            </a:extLst>
          </p:cNvPr>
          <p:cNvSpPr txBox="1"/>
          <p:nvPr/>
        </p:nvSpPr>
        <p:spPr>
          <a:xfrm>
            <a:off x="11510160" y="463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2A2AB746-9EC6-45A0-D0A0-6738CD76581A}"/>
              </a:ext>
            </a:extLst>
          </p:cNvPr>
          <p:cNvSpPr txBox="1"/>
          <p:nvPr/>
        </p:nvSpPr>
        <p:spPr>
          <a:xfrm>
            <a:off x="11509840" y="51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13" name="Textfeld 112">
            <a:extLst>
              <a:ext uri="{FF2B5EF4-FFF2-40B4-BE49-F238E27FC236}">
                <a16:creationId xmlns:a16="http://schemas.microsoft.com/office/drawing/2014/main" id="{524AD170-3416-5B69-DC6D-BC2134E93BB0}"/>
              </a:ext>
            </a:extLst>
          </p:cNvPr>
          <p:cNvSpPr txBox="1"/>
          <p:nvPr/>
        </p:nvSpPr>
        <p:spPr>
          <a:xfrm>
            <a:off x="11509840" y="571376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  <p:sp>
        <p:nvSpPr>
          <p:cNvPr id="114" name="Textfeld 113">
            <a:extLst>
              <a:ext uri="{FF2B5EF4-FFF2-40B4-BE49-F238E27FC236}">
                <a16:creationId xmlns:a16="http://schemas.microsoft.com/office/drawing/2014/main" id="{7EB1DFA9-FFC0-543C-DAFE-89DEDD87EBFC}"/>
              </a:ext>
            </a:extLst>
          </p:cNvPr>
          <p:cNvSpPr txBox="1"/>
          <p:nvPr/>
        </p:nvSpPr>
        <p:spPr>
          <a:xfrm>
            <a:off x="11509840" y="6256480"/>
            <a:ext cx="504000" cy="360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7/8</a:t>
            </a:r>
          </a:p>
        </p:txBody>
      </p:sp>
    </p:spTree>
    <p:extLst>
      <p:ext uri="{BB962C8B-B14F-4D97-AF65-F5344CB8AC3E}">
        <p14:creationId xmlns:p14="http://schemas.microsoft.com/office/powerpoint/2010/main" val="27337541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86548-2E15-E641-48EB-F1CDCA6B7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hteck 123">
            <a:extLst>
              <a:ext uri="{FF2B5EF4-FFF2-40B4-BE49-F238E27FC236}">
                <a16:creationId xmlns:a16="http://schemas.microsoft.com/office/drawing/2014/main" id="{D9292A00-4560-1FD3-DB71-61CFFAD0B866}"/>
              </a:ext>
            </a:extLst>
          </p:cNvPr>
          <p:cNvSpPr/>
          <p:nvPr/>
        </p:nvSpPr>
        <p:spPr>
          <a:xfrm>
            <a:off x="9690882" y="4532372"/>
            <a:ext cx="2396320" cy="110334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3" name="Rechteck 122">
            <a:extLst>
              <a:ext uri="{FF2B5EF4-FFF2-40B4-BE49-F238E27FC236}">
                <a16:creationId xmlns:a16="http://schemas.microsoft.com/office/drawing/2014/main" id="{8014B540-2124-30EB-CB5E-01DF842ED6AB}"/>
              </a:ext>
            </a:extLst>
          </p:cNvPr>
          <p:cNvSpPr/>
          <p:nvPr/>
        </p:nvSpPr>
        <p:spPr>
          <a:xfrm>
            <a:off x="9690882" y="3452373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2" name="Rechteck 121">
            <a:extLst>
              <a:ext uri="{FF2B5EF4-FFF2-40B4-BE49-F238E27FC236}">
                <a16:creationId xmlns:a16="http://schemas.microsoft.com/office/drawing/2014/main" id="{68F4DEF3-40A3-6696-785F-0A4F2E47C01C}"/>
              </a:ext>
            </a:extLst>
          </p:cNvPr>
          <p:cNvSpPr/>
          <p:nvPr/>
        </p:nvSpPr>
        <p:spPr>
          <a:xfrm>
            <a:off x="9690882" y="753522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1" name="Rechteck 120">
            <a:extLst>
              <a:ext uri="{FF2B5EF4-FFF2-40B4-BE49-F238E27FC236}">
                <a16:creationId xmlns:a16="http://schemas.microsoft.com/office/drawing/2014/main" id="{8DEA99C4-0CE4-7710-5707-35803A65B766}"/>
              </a:ext>
            </a:extLst>
          </p:cNvPr>
          <p:cNvSpPr/>
          <p:nvPr/>
        </p:nvSpPr>
        <p:spPr>
          <a:xfrm>
            <a:off x="7294562" y="5621201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0" name="Rechteck 119">
            <a:extLst>
              <a:ext uri="{FF2B5EF4-FFF2-40B4-BE49-F238E27FC236}">
                <a16:creationId xmlns:a16="http://schemas.microsoft.com/office/drawing/2014/main" id="{3D6AAFE2-24FD-ADE3-E630-08F5E20FEA38}"/>
              </a:ext>
            </a:extLst>
          </p:cNvPr>
          <p:cNvSpPr/>
          <p:nvPr/>
        </p:nvSpPr>
        <p:spPr>
          <a:xfrm>
            <a:off x="7294562" y="2387920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9" name="Rechteck 118">
            <a:extLst>
              <a:ext uri="{FF2B5EF4-FFF2-40B4-BE49-F238E27FC236}">
                <a16:creationId xmlns:a16="http://schemas.microsoft.com/office/drawing/2014/main" id="{6437EFB0-7E9C-FDED-C691-1037A2391806}"/>
              </a:ext>
            </a:extLst>
          </p:cNvPr>
          <p:cNvSpPr/>
          <p:nvPr/>
        </p:nvSpPr>
        <p:spPr>
          <a:xfrm>
            <a:off x="7294562" y="1843041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33AF4241-8EF6-D7DA-6BA6-3399FF7AA6AC}"/>
              </a:ext>
            </a:extLst>
          </p:cNvPr>
          <p:cNvSpPr/>
          <p:nvPr/>
        </p:nvSpPr>
        <p:spPr>
          <a:xfrm>
            <a:off x="4959280" y="4001201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24808641-8D25-985E-8252-98AA272BCA50}"/>
              </a:ext>
            </a:extLst>
          </p:cNvPr>
          <p:cNvSpPr/>
          <p:nvPr/>
        </p:nvSpPr>
        <p:spPr>
          <a:xfrm>
            <a:off x="2562960" y="4541201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2C2AAAE1-EA9E-14D7-41B6-840C766EC3A5}"/>
              </a:ext>
            </a:extLst>
          </p:cNvPr>
          <p:cNvSpPr/>
          <p:nvPr/>
        </p:nvSpPr>
        <p:spPr>
          <a:xfrm>
            <a:off x="2562960" y="762400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79E2D394-FDEF-0B9A-3B69-77521AAD2D9A}"/>
              </a:ext>
            </a:extLst>
          </p:cNvPr>
          <p:cNvSpPr/>
          <p:nvPr/>
        </p:nvSpPr>
        <p:spPr>
          <a:xfrm>
            <a:off x="224960" y="5077240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" name="Rechteck 68">
            <a:extLst>
              <a:ext uri="{FF2B5EF4-FFF2-40B4-BE49-F238E27FC236}">
                <a16:creationId xmlns:a16="http://schemas.microsoft.com/office/drawing/2014/main" id="{8EDEDB23-7478-85DD-66D8-AE66EC1737A0}"/>
              </a:ext>
            </a:extLst>
          </p:cNvPr>
          <p:cNvSpPr/>
          <p:nvPr/>
        </p:nvSpPr>
        <p:spPr>
          <a:xfrm>
            <a:off x="224960" y="1839280"/>
            <a:ext cx="2396320" cy="558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228629E-D7FF-BF0E-C90C-8262CBD19574}"/>
              </a:ext>
            </a:extLst>
          </p:cNvPr>
          <p:cNvSpPr/>
          <p:nvPr/>
        </p:nvSpPr>
        <p:spPr>
          <a:xfrm>
            <a:off x="349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851201E5-441D-CDE2-B51D-1775AC5D057A}"/>
              </a:ext>
            </a:extLst>
          </p:cNvPr>
          <p:cNvSpPr/>
          <p:nvPr/>
        </p:nvSpPr>
        <p:spPr>
          <a:xfrm>
            <a:off x="349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0 0 0 1 1 1 0 0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34AC035-3F3E-2C6E-4AEC-9BF4099F2556}"/>
              </a:ext>
            </a:extLst>
          </p:cNvPr>
          <p:cNvSpPr/>
          <p:nvPr/>
        </p:nvSpPr>
        <p:spPr>
          <a:xfrm>
            <a:off x="2725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8AB84A6B-0A35-7438-8812-2C10F5A9749E}"/>
              </a:ext>
            </a:extLst>
          </p:cNvPr>
          <p:cNvSpPr/>
          <p:nvPr/>
        </p:nvSpPr>
        <p:spPr>
          <a:xfrm>
            <a:off x="2725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0 0 1 1 1 0 0 0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0C780974-19EF-0047-9A00-92F20B15DE4D}"/>
              </a:ext>
            </a:extLst>
          </p:cNvPr>
          <p:cNvSpPr/>
          <p:nvPr/>
        </p:nvSpPr>
        <p:spPr>
          <a:xfrm>
            <a:off x="5101840" y="409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0 1 0 1 1 0 0 0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49FB773C-311F-A94D-C89B-AAC7E88AC61C}"/>
              </a:ext>
            </a:extLst>
          </p:cNvPr>
          <p:cNvSpPr/>
          <p:nvPr/>
        </p:nvSpPr>
        <p:spPr>
          <a:xfrm>
            <a:off x="7477840" y="19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2CD5C5B5-EDDF-C0AB-8814-30B382FDFF48}"/>
              </a:ext>
            </a:extLst>
          </p:cNvPr>
          <p:cNvSpPr/>
          <p:nvPr/>
        </p:nvSpPr>
        <p:spPr>
          <a:xfrm>
            <a:off x="7477840" y="24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9FD0A0F3-7D5C-0B04-5EE2-9771E0961480}"/>
              </a:ext>
            </a:extLst>
          </p:cNvPr>
          <p:cNvSpPr/>
          <p:nvPr/>
        </p:nvSpPr>
        <p:spPr>
          <a:xfrm>
            <a:off x="7477840" y="571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26842647-C647-AFAB-658D-4BD0E2AD1D14}"/>
              </a:ext>
            </a:extLst>
          </p:cNvPr>
          <p:cNvSpPr/>
          <p:nvPr/>
        </p:nvSpPr>
        <p:spPr>
          <a:xfrm>
            <a:off x="9853840" y="8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DC62170A-DA8F-0010-26B4-A4BEDB3B4290}"/>
              </a:ext>
            </a:extLst>
          </p:cNvPr>
          <p:cNvSpPr/>
          <p:nvPr/>
        </p:nvSpPr>
        <p:spPr>
          <a:xfrm>
            <a:off x="9853840" y="355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E19BD673-DB9A-4228-437D-D519C98BD063}"/>
              </a:ext>
            </a:extLst>
          </p:cNvPr>
          <p:cNvSpPr/>
          <p:nvPr/>
        </p:nvSpPr>
        <p:spPr>
          <a:xfrm>
            <a:off x="9853840" y="463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D5F0C3E2-8207-1688-D794-0EA030C58350}"/>
              </a:ext>
            </a:extLst>
          </p:cNvPr>
          <p:cNvSpPr/>
          <p:nvPr/>
        </p:nvSpPr>
        <p:spPr>
          <a:xfrm>
            <a:off x="9853840" y="5176480"/>
            <a:ext cx="1656000" cy="36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p:sp>
        <p:nvSpPr>
          <p:cNvPr id="61" name="Textfeld 60">
            <a:extLst>
              <a:ext uri="{FF2B5EF4-FFF2-40B4-BE49-F238E27FC236}">
                <a16:creationId xmlns:a16="http://schemas.microsoft.com/office/drawing/2014/main" id="{0EC0A02F-4B0E-417D-6E69-C012EEA8AEA8}"/>
              </a:ext>
            </a:extLst>
          </p:cNvPr>
          <p:cNvSpPr txBox="1"/>
          <p:nvPr/>
        </p:nvSpPr>
        <p:spPr>
          <a:xfrm>
            <a:off x="2016000" y="193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67" name="Textfeld 66">
            <a:extLst>
              <a:ext uri="{FF2B5EF4-FFF2-40B4-BE49-F238E27FC236}">
                <a16:creationId xmlns:a16="http://schemas.microsoft.com/office/drawing/2014/main" id="{2EA1A773-2756-78AC-77F6-4B937292BACC}"/>
              </a:ext>
            </a:extLst>
          </p:cNvPr>
          <p:cNvSpPr txBox="1"/>
          <p:nvPr/>
        </p:nvSpPr>
        <p:spPr>
          <a:xfrm>
            <a:off x="2016000" y="51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F29DEDB8-5A03-6DDE-D77D-C3EC4D143C40}"/>
              </a:ext>
            </a:extLst>
          </p:cNvPr>
          <p:cNvSpPr txBox="1"/>
          <p:nvPr/>
        </p:nvSpPr>
        <p:spPr>
          <a:xfrm>
            <a:off x="4393440" y="876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A9F2CB6A-9127-B58F-1B93-E448E911CD2B}"/>
              </a:ext>
            </a:extLst>
          </p:cNvPr>
          <p:cNvSpPr txBox="1"/>
          <p:nvPr/>
        </p:nvSpPr>
        <p:spPr>
          <a:xfrm>
            <a:off x="4393760" y="465680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88" name="Textfeld 87">
            <a:extLst>
              <a:ext uri="{FF2B5EF4-FFF2-40B4-BE49-F238E27FC236}">
                <a16:creationId xmlns:a16="http://schemas.microsoft.com/office/drawing/2014/main" id="{B179B26D-F19A-95A8-FCE9-CD0B5EDE22CC}"/>
              </a:ext>
            </a:extLst>
          </p:cNvPr>
          <p:cNvSpPr txBox="1"/>
          <p:nvPr/>
        </p:nvSpPr>
        <p:spPr>
          <a:xfrm>
            <a:off x="6769440" y="409072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95" name="Textfeld 94">
            <a:extLst>
              <a:ext uri="{FF2B5EF4-FFF2-40B4-BE49-F238E27FC236}">
                <a16:creationId xmlns:a16="http://schemas.microsoft.com/office/drawing/2014/main" id="{6C503744-2788-D278-50F5-FECAD7653128}"/>
              </a:ext>
            </a:extLst>
          </p:cNvPr>
          <p:cNvSpPr txBox="1"/>
          <p:nvPr/>
        </p:nvSpPr>
        <p:spPr>
          <a:xfrm>
            <a:off x="9133840" y="193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96" name="Textfeld 95">
            <a:extLst>
              <a:ext uri="{FF2B5EF4-FFF2-40B4-BE49-F238E27FC236}">
                <a16:creationId xmlns:a16="http://schemas.microsoft.com/office/drawing/2014/main" id="{8F622AB0-D03D-9AD7-00CF-CB9717BCF6D0}"/>
              </a:ext>
            </a:extLst>
          </p:cNvPr>
          <p:cNvSpPr txBox="1"/>
          <p:nvPr/>
        </p:nvSpPr>
        <p:spPr>
          <a:xfrm>
            <a:off x="9133840" y="247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02" name="Textfeld 101">
            <a:extLst>
              <a:ext uri="{FF2B5EF4-FFF2-40B4-BE49-F238E27FC236}">
                <a16:creationId xmlns:a16="http://schemas.microsoft.com/office/drawing/2014/main" id="{58E2334C-529D-0474-CADB-D9C70AB1724B}"/>
              </a:ext>
            </a:extLst>
          </p:cNvPr>
          <p:cNvSpPr txBox="1"/>
          <p:nvPr/>
        </p:nvSpPr>
        <p:spPr>
          <a:xfrm>
            <a:off x="9133840" y="57137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04" name="Textfeld 103">
            <a:extLst>
              <a:ext uri="{FF2B5EF4-FFF2-40B4-BE49-F238E27FC236}">
                <a16:creationId xmlns:a16="http://schemas.microsoft.com/office/drawing/2014/main" id="{9826CAB9-4413-4A89-A383-F8998506EEA8}"/>
              </a:ext>
            </a:extLst>
          </p:cNvPr>
          <p:cNvSpPr txBox="1"/>
          <p:nvPr/>
        </p:nvSpPr>
        <p:spPr>
          <a:xfrm>
            <a:off x="11509840" y="85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09" name="Textfeld 108">
            <a:extLst>
              <a:ext uri="{FF2B5EF4-FFF2-40B4-BE49-F238E27FC236}">
                <a16:creationId xmlns:a16="http://schemas.microsoft.com/office/drawing/2014/main" id="{71D2FE57-B7E8-13CE-0C7D-6F5A97D270AE}"/>
              </a:ext>
            </a:extLst>
          </p:cNvPr>
          <p:cNvSpPr txBox="1"/>
          <p:nvPr/>
        </p:nvSpPr>
        <p:spPr>
          <a:xfrm>
            <a:off x="11509840" y="353344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11" name="Textfeld 110">
            <a:extLst>
              <a:ext uri="{FF2B5EF4-FFF2-40B4-BE49-F238E27FC236}">
                <a16:creationId xmlns:a16="http://schemas.microsoft.com/office/drawing/2014/main" id="{1748911F-242A-A78E-6E0C-022BFA2421DC}"/>
              </a:ext>
            </a:extLst>
          </p:cNvPr>
          <p:cNvSpPr txBox="1"/>
          <p:nvPr/>
        </p:nvSpPr>
        <p:spPr>
          <a:xfrm>
            <a:off x="11510160" y="463648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  <p:sp>
        <p:nvSpPr>
          <p:cNvPr id="112" name="Textfeld 111">
            <a:extLst>
              <a:ext uri="{FF2B5EF4-FFF2-40B4-BE49-F238E27FC236}">
                <a16:creationId xmlns:a16="http://schemas.microsoft.com/office/drawing/2014/main" id="{97214042-6110-8E5A-52EF-9E3C265307A1}"/>
              </a:ext>
            </a:extLst>
          </p:cNvPr>
          <p:cNvSpPr txBox="1"/>
          <p:nvPr/>
        </p:nvSpPr>
        <p:spPr>
          <a:xfrm>
            <a:off x="11509840" y="5176160"/>
            <a:ext cx="5084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8/8</a:t>
            </a:r>
          </a:p>
        </p:txBody>
      </p:sp>
    </p:spTree>
    <p:extLst>
      <p:ext uri="{BB962C8B-B14F-4D97-AF65-F5344CB8AC3E}">
        <p14:creationId xmlns:p14="http://schemas.microsoft.com/office/powerpoint/2010/main" val="2581034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280B1-D415-A1D9-7F74-24496FDD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1659049-EA7F-6386-5519-1C2F7709042E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C631BAF1-01EA-1882-0A81-95939C3694BA}"/>
              </a:ext>
            </a:extLst>
          </p:cNvPr>
          <p:cNvSpPr/>
          <p:nvPr/>
        </p:nvSpPr>
        <p:spPr>
          <a:xfrm>
            <a:off x="1781173" y="14700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AF8B609-CAE2-DD15-E070-6191E64BEE76}"/>
              </a:ext>
            </a:extLst>
          </p:cNvPr>
          <p:cNvSpPr/>
          <p:nvPr/>
        </p:nvSpPr>
        <p:spPr>
          <a:xfrm>
            <a:off x="1781173" y="23844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0 1 0 1 1 0 0 0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AAB298B-7AEF-4563-311F-12DA83726E67}"/>
              </a:ext>
            </a:extLst>
          </p:cNvPr>
          <p:cNvSpPr/>
          <p:nvPr/>
        </p:nvSpPr>
        <p:spPr>
          <a:xfrm>
            <a:off x="1781173" y="32988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0 0 1 1 1 0 0 0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1A25873E-5484-5316-B553-CBF33BFBB3CF}"/>
              </a:ext>
            </a:extLst>
          </p:cNvPr>
          <p:cNvSpPr/>
          <p:nvPr/>
        </p:nvSpPr>
        <p:spPr>
          <a:xfrm>
            <a:off x="1781173" y="42132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0 0 0 1 1 1 0 0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97932230-4BD2-B6AE-4E53-E83E269BB20D}"/>
              </a:ext>
            </a:extLst>
          </p:cNvPr>
          <p:cNvSpPr/>
          <p:nvPr/>
        </p:nvSpPr>
        <p:spPr>
          <a:xfrm>
            <a:off x="1781173" y="5127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35795D74-EAC5-2503-15AA-A5812E0FCEB2}"/>
              </a:ext>
            </a:extLst>
          </p:cNvPr>
          <p:cNvSpPr/>
          <p:nvPr/>
        </p:nvSpPr>
        <p:spPr>
          <a:xfrm>
            <a:off x="684085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623A3A06-1583-6685-CF7E-B5A21CFD3CF7}"/>
              </a:ext>
            </a:extLst>
          </p:cNvPr>
          <p:cNvSpPr/>
          <p:nvPr/>
        </p:nvSpPr>
        <p:spPr>
          <a:xfrm>
            <a:off x="6840853" y="14700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D6A0CE36-51AB-CDF7-6260-62AF971317D7}"/>
              </a:ext>
            </a:extLst>
          </p:cNvPr>
          <p:cNvSpPr/>
          <p:nvPr/>
        </p:nvSpPr>
        <p:spPr>
          <a:xfrm>
            <a:off x="6840853" y="23844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18D5B6F7-2F89-C91A-5402-A41253454A83}"/>
              </a:ext>
            </a:extLst>
          </p:cNvPr>
          <p:cNvSpPr/>
          <p:nvPr/>
        </p:nvSpPr>
        <p:spPr>
          <a:xfrm>
            <a:off x="6840853" y="32988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861B213E-220F-DA4D-C0B9-B2477C21B1AB}"/>
              </a:ext>
            </a:extLst>
          </p:cNvPr>
          <p:cNvSpPr/>
          <p:nvPr/>
        </p:nvSpPr>
        <p:spPr>
          <a:xfrm>
            <a:off x="6840853" y="42132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43F4BE19-0DD3-F03C-4F5C-2658485486F1}"/>
              </a:ext>
            </a:extLst>
          </p:cNvPr>
          <p:cNvSpPr/>
          <p:nvPr/>
        </p:nvSpPr>
        <p:spPr>
          <a:xfrm>
            <a:off x="6840853" y="5127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itel 1">
                <a:extLst>
                  <a:ext uri="{FF2B5EF4-FFF2-40B4-BE49-F238E27FC236}">
                    <a16:creationId xmlns:a16="http://schemas.microsoft.com/office/drawing/2014/main" id="{DE4E8399-B5A8-9669-03D6-49C93265126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6" name="Titel 1">
                <a:extLst>
                  <a:ext uri="{FF2B5EF4-FFF2-40B4-BE49-F238E27FC236}">
                    <a16:creationId xmlns:a16="http://schemas.microsoft.com/office/drawing/2014/main" id="{DE4E8399-B5A8-9669-03D6-49C9326512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2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99C12457-E958-77BC-39A9-00FCDD4A0E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699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99C12457-E958-77BC-39A9-00FCDD4A0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699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itel 1">
                <a:extLst>
                  <a:ext uri="{FF2B5EF4-FFF2-40B4-BE49-F238E27FC236}">
                    <a16:creationId xmlns:a16="http://schemas.microsoft.com/office/drawing/2014/main" id="{8013BEE2-C100-CEC2-78EF-6720E0B5B33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252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itel 1">
                <a:extLst>
                  <a:ext uri="{FF2B5EF4-FFF2-40B4-BE49-F238E27FC236}">
                    <a16:creationId xmlns:a16="http://schemas.microsoft.com/office/drawing/2014/main" id="{8013BEE2-C100-CEC2-78EF-6720E0B5B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25284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5EF654D4-C2EF-20AD-5C11-C46C1AD2E06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34428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5EF654D4-C2EF-20AD-5C11-C46C1AD2E0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34428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itel 1">
                <a:extLst>
                  <a:ext uri="{FF2B5EF4-FFF2-40B4-BE49-F238E27FC236}">
                    <a16:creationId xmlns:a16="http://schemas.microsoft.com/office/drawing/2014/main" id="{53A1BF09-F97B-9790-6248-C818FF7D73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43572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Titel 1">
                <a:extLst>
                  <a:ext uri="{FF2B5EF4-FFF2-40B4-BE49-F238E27FC236}">
                    <a16:creationId xmlns:a16="http://schemas.microsoft.com/office/drawing/2014/main" id="{53A1BF09-F97B-9790-6248-C818FF7D73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43572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106EE896-BDE3-E64B-8403-B60357A8DC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5271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106EE896-BDE3-E64B-8403-B60357A8D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5271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itel 1">
                <a:extLst>
                  <a:ext uri="{FF2B5EF4-FFF2-40B4-BE49-F238E27FC236}">
                    <a16:creationId xmlns:a16="http://schemas.microsoft.com/office/drawing/2014/main" id="{60BBE16F-8CCA-750C-D17F-E9783EC6791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" name="Titel 1">
                <a:extLst>
                  <a:ext uri="{FF2B5EF4-FFF2-40B4-BE49-F238E27FC236}">
                    <a16:creationId xmlns:a16="http://schemas.microsoft.com/office/drawing/2014/main" id="{60BBE16F-8CCA-750C-D17F-E9783EC67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1646695"/>
                <a:ext cx="1008000" cy="432000"/>
              </a:xfrm>
              <a:prstGeom prst="rect">
                <a:avLst/>
              </a:prstGeom>
              <a:blipFill>
                <a:blip r:embed="rId2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71A11A0A-20F5-3BAD-7E36-38F809BCFF5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699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71A11A0A-20F5-3BAD-7E36-38F809BCF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699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B6261425-09C9-AA0E-CEE3-4A632BCE487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252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B6261425-09C9-AA0E-CEE3-4A632BCE4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2528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B14363C2-25CC-1059-23ED-F7F9CDD881A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34428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B14363C2-25CC-1059-23ED-F7F9CDD88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34428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itel 1">
                <a:extLst>
                  <a:ext uri="{FF2B5EF4-FFF2-40B4-BE49-F238E27FC236}">
                    <a16:creationId xmlns:a16="http://schemas.microsoft.com/office/drawing/2014/main" id="{5E472758-9716-16EE-255E-D63339E563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43572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6" name="Titel 1">
                <a:extLst>
                  <a:ext uri="{FF2B5EF4-FFF2-40B4-BE49-F238E27FC236}">
                    <a16:creationId xmlns:a16="http://schemas.microsoft.com/office/drawing/2014/main" id="{5E472758-9716-16EE-255E-D63339E563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43572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1831BBD4-9C25-BE0C-88A9-B1FE246FD5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5271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1831BBD4-9C25-BE0C-88A9-B1FE246FD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5271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0790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A0519-FB14-83A2-9CF2-87A13F873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5E0D6E43-18E1-C0AC-8DF5-77A0C5D9E338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EA6E34F-3258-F221-4592-0AE5E770DE22}"/>
              </a:ext>
            </a:extLst>
          </p:cNvPr>
          <p:cNvSpPr/>
          <p:nvPr/>
        </p:nvSpPr>
        <p:spPr>
          <a:xfrm>
            <a:off x="1781173" y="14700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3FE8084-1F55-B598-46A8-4EDDD8B0F86B}"/>
              </a:ext>
            </a:extLst>
          </p:cNvPr>
          <p:cNvSpPr/>
          <p:nvPr/>
        </p:nvSpPr>
        <p:spPr>
          <a:xfrm>
            <a:off x="1781173" y="23844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0 1 0 1 1 0 0 0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231833D9-06BC-87B1-354E-DEE126A296C8}"/>
              </a:ext>
            </a:extLst>
          </p:cNvPr>
          <p:cNvSpPr/>
          <p:nvPr/>
        </p:nvSpPr>
        <p:spPr>
          <a:xfrm>
            <a:off x="1781173" y="32988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0 0 1 1 1 0 0 0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E4FBB58-036C-6BC4-F39F-7AD31EF95D4F}"/>
              </a:ext>
            </a:extLst>
          </p:cNvPr>
          <p:cNvSpPr/>
          <p:nvPr/>
        </p:nvSpPr>
        <p:spPr>
          <a:xfrm>
            <a:off x="1781173" y="42132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0 0 0 1 1 1 0 0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D856458F-8451-43AE-A623-899233472E72}"/>
              </a:ext>
            </a:extLst>
          </p:cNvPr>
          <p:cNvSpPr/>
          <p:nvPr/>
        </p:nvSpPr>
        <p:spPr>
          <a:xfrm>
            <a:off x="1781173" y="5127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72071587-A8B9-E4D9-18A5-3B48B2A70032}"/>
              </a:ext>
            </a:extLst>
          </p:cNvPr>
          <p:cNvSpPr/>
          <p:nvPr/>
        </p:nvSpPr>
        <p:spPr>
          <a:xfrm>
            <a:off x="684085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3937F543-FCCE-7110-CB92-7DF07377DCC7}"/>
              </a:ext>
            </a:extLst>
          </p:cNvPr>
          <p:cNvSpPr/>
          <p:nvPr/>
        </p:nvSpPr>
        <p:spPr>
          <a:xfrm>
            <a:off x="6840853" y="14700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4F17AF68-7A77-F700-2114-FAD3B8A7D80D}"/>
              </a:ext>
            </a:extLst>
          </p:cNvPr>
          <p:cNvSpPr/>
          <p:nvPr/>
        </p:nvSpPr>
        <p:spPr>
          <a:xfrm>
            <a:off x="6840853" y="23844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AFBC3FDD-336D-D2C2-57C3-29F6E0226BF0}"/>
              </a:ext>
            </a:extLst>
          </p:cNvPr>
          <p:cNvSpPr/>
          <p:nvPr/>
        </p:nvSpPr>
        <p:spPr>
          <a:xfrm>
            <a:off x="6840853" y="32988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126174E4-172B-5FD2-E179-6DDD0AA26B68}"/>
              </a:ext>
            </a:extLst>
          </p:cNvPr>
          <p:cNvSpPr/>
          <p:nvPr/>
        </p:nvSpPr>
        <p:spPr>
          <a:xfrm>
            <a:off x="6840853" y="42132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731AE3FB-CA44-F49A-226D-C6DB50E17DCF}"/>
              </a:ext>
            </a:extLst>
          </p:cNvPr>
          <p:cNvSpPr/>
          <p:nvPr/>
        </p:nvSpPr>
        <p:spPr>
          <a:xfrm>
            <a:off x="6840853" y="5127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itel 1">
                <a:extLst>
                  <a:ext uri="{FF2B5EF4-FFF2-40B4-BE49-F238E27FC236}">
                    <a16:creationId xmlns:a16="http://schemas.microsoft.com/office/drawing/2014/main" id="{AA16F868-7460-3410-D45D-CD2426A9CAD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6" name="Titel 1">
                <a:extLst>
                  <a:ext uri="{FF2B5EF4-FFF2-40B4-BE49-F238E27FC236}">
                    <a16:creationId xmlns:a16="http://schemas.microsoft.com/office/drawing/2014/main" id="{AA16F868-7460-3410-D45D-CD2426A9C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2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25D6924A-2282-924D-D0DB-638562105A6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699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25D6924A-2282-924D-D0DB-638562105A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699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itel 1">
                <a:extLst>
                  <a:ext uri="{FF2B5EF4-FFF2-40B4-BE49-F238E27FC236}">
                    <a16:creationId xmlns:a16="http://schemas.microsoft.com/office/drawing/2014/main" id="{2CDD5084-04C7-760E-70BB-79D4D341A83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252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itel 1">
                <a:extLst>
                  <a:ext uri="{FF2B5EF4-FFF2-40B4-BE49-F238E27FC236}">
                    <a16:creationId xmlns:a16="http://schemas.microsoft.com/office/drawing/2014/main" id="{2CDD5084-04C7-760E-70BB-79D4D341A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25284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C1730447-F9BE-3639-A666-DEB48DC18D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34428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C1730447-F9BE-3639-A666-DEB48DC18D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34428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itel 1">
                <a:extLst>
                  <a:ext uri="{FF2B5EF4-FFF2-40B4-BE49-F238E27FC236}">
                    <a16:creationId xmlns:a16="http://schemas.microsoft.com/office/drawing/2014/main" id="{BAD1D671-75C5-643D-0C76-E6370A55AB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43572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Titel 1">
                <a:extLst>
                  <a:ext uri="{FF2B5EF4-FFF2-40B4-BE49-F238E27FC236}">
                    <a16:creationId xmlns:a16="http://schemas.microsoft.com/office/drawing/2014/main" id="{BAD1D671-75C5-643D-0C76-E6370A55AB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43572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F568FA12-BF57-425B-F70F-AFF15BFDDDD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5271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F568FA12-BF57-425B-F70F-AFF15BFDD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5271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itel 1">
                <a:extLst>
                  <a:ext uri="{FF2B5EF4-FFF2-40B4-BE49-F238E27FC236}">
                    <a16:creationId xmlns:a16="http://schemas.microsoft.com/office/drawing/2014/main" id="{B0CCE6B7-CE56-734E-FFCB-AC243F1921E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" name="Titel 1">
                <a:extLst>
                  <a:ext uri="{FF2B5EF4-FFF2-40B4-BE49-F238E27FC236}">
                    <a16:creationId xmlns:a16="http://schemas.microsoft.com/office/drawing/2014/main" id="{B0CCE6B7-CE56-734E-FFCB-AC243F192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1646695"/>
                <a:ext cx="1008000" cy="432000"/>
              </a:xfrm>
              <a:prstGeom prst="rect">
                <a:avLst/>
              </a:prstGeom>
              <a:blipFill>
                <a:blip r:embed="rId2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F9C5561B-593B-2B1E-0919-A9D16EC598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699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F9C5561B-593B-2B1E-0919-A9D16EC598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699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B309DAA1-27BB-6B93-DE36-7F186E39274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252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B309DAA1-27BB-6B93-DE36-7F186E392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2528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A0E1D1F8-9E9D-DF92-40EE-8B53FDCE15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34428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A0E1D1F8-9E9D-DF92-40EE-8B53FDCE1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34428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itel 1">
                <a:extLst>
                  <a:ext uri="{FF2B5EF4-FFF2-40B4-BE49-F238E27FC236}">
                    <a16:creationId xmlns:a16="http://schemas.microsoft.com/office/drawing/2014/main" id="{C2AE8B2C-210D-269C-6228-3BEA1A65B0C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43572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6" name="Titel 1">
                <a:extLst>
                  <a:ext uri="{FF2B5EF4-FFF2-40B4-BE49-F238E27FC236}">
                    <a16:creationId xmlns:a16="http://schemas.microsoft.com/office/drawing/2014/main" id="{C2AE8B2C-210D-269C-6228-3BEA1A65B0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43572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989D251F-1D29-D296-3DDA-CD653A66F6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5271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989D251F-1D29-D296-3DDA-CD653A66F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5271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feld 68">
            <a:extLst>
              <a:ext uri="{FF2B5EF4-FFF2-40B4-BE49-F238E27FC236}">
                <a16:creationId xmlns:a16="http://schemas.microsoft.com/office/drawing/2014/main" id="{CC089FAB-E8B1-F679-5732-3684E493C987}"/>
              </a:ext>
            </a:extLst>
          </p:cNvPr>
          <p:cNvSpPr txBox="1"/>
          <p:nvPr/>
        </p:nvSpPr>
        <p:spPr>
          <a:xfrm>
            <a:off x="5460300" y="592459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4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C10B9B0B-0040-2C16-3BD1-91ED0260D769}"/>
              </a:ext>
            </a:extLst>
          </p:cNvPr>
          <p:cNvSpPr txBox="1"/>
          <p:nvPr/>
        </p:nvSpPr>
        <p:spPr>
          <a:xfrm>
            <a:off x="5460300" y="1506859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41511A14-9E34-9DD0-8274-1B1D0E8D1214}"/>
              </a:ext>
            </a:extLst>
          </p:cNvPr>
          <p:cNvSpPr txBox="1"/>
          <p:nvPr/>
        </p:nvSpPr>
        <p:spPr>
          <a:xfrm>
            <a:off x="5362435" y="2421259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-2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E58A4881-CAFC-7A4C-DB23-169125D2C681}"/>
              </a:ext>
            </a:extLst>
          </p:cNvPr>
          <p:cNvSpPr txBox="1"/>
          <p:nvPr/>
        </p:nvSpPr>
        <p:spPr>
          <a:xfrm>
            <a:off x="5334868" y="3335659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-1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BD55350D-0718-E750-164E-2BD6781EB272}"/>
              </a:ext>
            </a:extLst>
          </p:cNvPr>
          <p:cNvSpPr txBox="1"/>
          <p:nvPr/>
        </p:nvSpPr>
        <p:spPr>
          <a:xfrm>
            <a:off x="5302475" y="4230370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-1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326EF264-2FD0-8771-1843-961A9D69B58C}"/>
              </a:ext>
            </a:extLst>
          </p:cNvPr>
          <p:cNvSpPr txBox="1"/>
          <p:nvPr/>
        </p:nvSpPr>
        <p:spPr>
          <a:xfrm>
            <a:off x="5460300" y="5164459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6DBAE8BB-90BD-D889-FB8C-87643A49F482}"/>
              </a:ext>
            </a:extLst>
          </p:cNvPr>
          <p:cNvSpPr txBox="1"/>
          <p:nvPr/>
        </p:nvSpPr>
        <p:spPr>
          <a:xfrm>
            <a:off x="10519980" y="5556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4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1FD8477F-03BC-E5A8-4C76-343EF9DADC80}"/>
              </a:ext>
            </a:extLst>
          </p:cNvPr>
          <p:cNvSpPr txBox="1"/>
          <p:nvPr/>
        </p:nvSpPr>
        <p:spPr>
          <a:xfrm>
            <a:off x="10519980" y="14700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4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3672E508-B960-A46E-88EE-DC0B334882EA}"/>
              </a:ext>
            </a:extLst>
          </p:cNvPr>
          <p:cNvSpPr txBox="1"/>
          <p:nvPr/>
        </p:nvSpPr>
        <p:spPr>
          <a:xfrm>
            <a:off x="10519980" y="23844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5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76868C28-0420-9F2C-F3E0-454693D7D5AE}"/>
              </a:ext>
            </a:extLst>
          </p:cNvPr>
          <p:cNvSpPr txBox="1"/>
          <p:nvPr/>
        </p:nvSpPr>
        <p:spPr>
          <a:xfrm>
            <a:off x="10519980" y="32988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3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18506556-3BE2-9F16-DE7F-A432303D8B7B}"/>
              </a:ext>
            </a:extLst>
          </p:cNvPr>
          <p:cNvSpPr txBox="1"/>
          <p:nvPr/>
        </p:nvSpPr>
        <p:spPr>
          <a:xfrm>
            <a:off x="10555195" y="4193536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3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6B5E76B4-4CBE-084F-AF7B-1EA212518D86}"/>
              </a:ext>
            </a:extLst>
          </p:cNvPr>
          <p:cNvSpPr txBox="1"/>
          <p:nvPr/>
        </p:nvSpPr>
        <p:spPr>
          <a:xfrm>
            <a:off x="10519980" y="51276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1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162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484FA-8601-E5D1-12CC-4194CB40A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7DE5E686-FCCF-0381-6E48-18099E5EDBD0}"/>
              </a:ext>
            </a:extLst>
          </p:cNvPr>
          <p:cNvSpPr/>
          <p:nvPr/>
        </p:nvSpPr>
        <p:spPr>
          <a:xfrm>
            <a:off x="6717292" y="2249184"/>
            <a:ext cx="5139427" cy="9793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022D3778-9EAA-1C26-1886-F8E018FAA140}"/>
              </a:ext>
            </a:extLst>
          </p:cNvPr>
          <p:cNvSpPr/>
          <p:nvPr/>
        </p:nvSpPr>
        <p:spPr>
          <a:xfrm>
            <a:off x="178117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0 0 1 0 0 1 1 0</a:t>
            </a: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B7EB51C4-5105-21ED-EF6C-99F6BC5F36C5}"/>
              </a:ext>
            </a:extLst>
          </p:cNvPr>
          <p:cNvSpPr/>
          <p:nvPr/>
        </p:nvSpPr>
        <p:spPr>
          <a:xfrm>
            <a:off x="1781173" y="14700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0 0 0 0 1 1 1 0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840573D6-B525-E6CF-DA65-33FB9417930F}"/>
              </a:ext>
            </a:extLst>
          </p:cNvPr>
          <p:cNvSpPr/>
          <p:nvPr/>
        </p:nvSpPr>
        <p:spPr>
          <a:xfrm>
            <a:off x="1781173" y="23844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0 1 0 1 1 0 0 0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98D6343C-FAAA-4C51-F4E2-A38E41F14CDB}"/>
              </a:ext>
            </a:extLst>
          </p:cNvPr>
          <p:cNvSpPr/>
          <p:nvPr/>
        </p:nvSpPr>
        <p:spPr>
          <a:xfrm>
            <a:off x="1781173" y="32988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0 0 1 1 1 0 0 0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7A0FC3BA-037D-2567-B482-690B510C04E2}"/>
              </a:ext>
            </a:extLst>
          </p:cNvPr>
          <p:cNvSpPr/>
          <p:nvPr/>
        </p:nvSpPr>
        <p:spPr>
          <a:xfrm>
            <a:off x="1781173" y="42132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0 0 0 1 1 1 0 0</a:t>
            </a:r>
          </a:p>
        </p:txBody>
      </p:sp>
      <p:sp>
        <p:nvSpPr>
          <p:cNvPr id="43" name="Rechteck 42">
            <a:extLst>
              <a:ext uri="{FF2B5EF4-FFF2-40B4-BE49-F238E27FC236}">
                <a16:creationId xmlns:a16="http://schemas.microsoft.com/office/drawing/2014/main" id="{18A42E53-BDED-3ADD-E898-DF93F33FDEAD}"/>
              </a:ext>
            </a:extLst>
          </p:cNvPr>
          <p:cNvSpPr/>
          <p:nvPr/>
        </p:nvSpPr>
        <p:spPr>
          <a:xfrm>
            <a:off x="1781173" y="5127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1 0 0 1 0 1 0 0</a:t>
            </a:r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748B1150-AC0F-2624-5B16-8AD103B00A04}"/>
              </a:ext>
            </a:extLst>
          </p:cNvPr>
          <p:cNvSpPr/>
          <p:nvPr/>
        </p:nvSpPr>
        <p:spPr>
          <a:xfrm>
            <a:off x="6840853" y="555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1 0 1 0 0 0 0 1</a:t>
            </a:r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1BDF15A5-7938-D232-2C88-03ACF47EF398}"/>
              </a:ext>
            </a:extLst>
          </p:cNvPr>
          <p:cNvSpPr/>
          <p:nvPr/>
        </p:nvSpPr>
        <p:spPr>
          <a:xfrm>
            <a:off x="6840853" y="14700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1 0 0 0 0 1 0 1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1733514C-9A93-1BF0-DB9E-6A27AE458FE7}"/>
              </a:ext>
            </a:extLst>
          </p:cNvPr>
          <p:cNvSpPr/>
          <p:nvPr/>
        </p:nvSpPr>
        <p:spPr>
          <a:xfrm>
            <a:off x="6840853" y="23844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p:sp>
        <p:nvSpPr>
          <p:cNvPr id="53" name="Rechteck 52">
            <a:extLst>
              <a:ext uri="{FF2B5EF4-FFF2-40B4-BE49-F238E27FC236}">
                <a16:creationId xmlns:a16="http://schemas.microsoft.com/office/drawing/2014/main" id="{79A4097B-30A6-140D-32CE-9BD63E8BB1EC}"/>
              </a:ext>
            </a:extLst>
          </p:cNvPr>
          <p:cNvSpPr/>
          <p:nvPr/>
        </p:nvSpPr>
        <p:spPr>
          <a:xfrm>
            <a:off x="6840853" y="32988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1 1 0 0 0 0 0 1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D59D3645-6FD2-198D-A241-F312DBA5DAD8}"/>
              </a:ext>
            </a:extLst>
          </p:cNvPr>
          <p:cNvSpPr/>
          <p:nvPr/>
        </p:nvSpPr>
        <p:spPr>
          <a:xfrm>
            <a:off x="6840853" y="42132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1 1 0 0 0 1 0 0</a:t>
            </a: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B4517DF8-603D-0758-6E93-010688457B1A}"/>
              </a:ext>
            </a:extLst>
          </p:cNvPr>
          <p:cNvSpPr/>
          <p:nvPr/>
        </p:nvSpPr>
        <p:spPr>
          <a:xfrm>
            <a:off x="6840853" y="512762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1 1 0 0 1 0 0 0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itel 1">
                <a:extLst>
                  <a:ext uri="{FF2B5EF4-FFF2-40B4-BE49-F238E27FC236}">
                    <a16:creationId xmlns:a16="http://schemas.microsoft.com/office/drawing/2014/main" id="{84A1C0BC-BC95-795B-72E3-B3F41297244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6" name="Titel 1">
                <a:extLst>
                  <a:ext uri="{FF2B5EF4-FFF2-40B4-BE49-F238E27FC236}">
                    <a16:creationId xmlns:a16="http://schemas.microsoft.com/office/drawing/2014/main" id="{84A1C0BC-BC95-795B-72E3-B3F412972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1646695"/>
                <a:ext cx="1008000" cy="432000"/>
              </a:xfrm>
              <a:prstGeom prst="rect">
                <a:avLst/>
              </a:prstGeom>
              <a:blipFill>
                <a:blip r:embed="rId2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CB8C2248-74DA-110F-7C47-DCA2A968C1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699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7" name="Titel 1">
                <a:extLst>
                  <a:ext uri="{FF2B5EF4-FFF2-40B4-BE49-F238E27FC236}">
                    <a16:creationId xmlns:a16="http://schemas.microsoft.com/office/drawing/2014/main" id="{CB8C2248-74DA-110F-7C47-DCA2A968C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699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itel 1">
                <a:extLst>
                  <a:ext uri="{FF2B5EF4-FFF2-40B4-BE49-F238E27FC236}">
                    <a16:creationId xmlns:a16="http://schemas.microsoft.com/office/drawing/2014/main" id="{E17B25F8-5888-92BC-FDC7-2F932F52E5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252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8" name="Titel 1">
                <a:extLst>
                  <a:ext uri="{FF2B5EF4-FFF2-40B4-BE49-F238E27FC236}">
                    <a16:creationId xmlns:a16="http://schemas.microsoft.com/office/drawing/2014/main" id="{E17B25F8-5888-92BC-FDC7-2F932F52E5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25284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C8C181C3-3616-7294-3CBC-0F65A2385F8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34428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59" name="Titel 1">
                <a:extLst>
                  <a:ext uri="{FF2B5EF4-FFF2-40B4-BE49-F238E27FC236}">
                    <a16:creationId xmlns:a16="http://schemas.microsoft.com/office/drawing/2014/main" id="{C8C181C3-3616-7294-3CBC-0F65A2385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34428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itel 1">
                <a:extLst>
                  <a:ext uri="{FF2B5EF4-FFF2-40B4-BE49-F238E27FC236}">
                    <a16:creationId xmlns:a16="http://schemas.microsoft.com/office/drawing/2014/main" id="{2492D0FF-2A52-8723-0924-2C2C9590949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43572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0" name="Titel 1">
                <a:extLst>
                  <a:ext uri="{FF2B5EF4-FFF2-40B4-BE49-F238E27FC236}">
                    <a16:creationId xmlns:a16="http://schemas.microsoft.com/office/drawing/2014/main" id="{2492D0FF-2A52-8723-0924-2C2C95909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43572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F8DAA80F-8C90-84B9-B7A1-F37B195BE0D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2300" y="5271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1" name="Titel 1">
                <a:extLst>
                  <a:ext uri="{FF2B5EF4-FFF2-40B4-BE49-F238E27FC236}">
                    <a16:creationId xmlns:a16="http://schemas.microsoft.com/office/drawing/2014/main" id="{F8DAA80F-8C90-84B9-B7A1-F37B195BE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2300" y="5271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itel 1">
                <a:extLst>
                  <a:ext uri="{FF2B5EF4-FFF2-40B4-BE49-F238E27FC236}">
                    <a16:creationId xmlns:a16="http://schemas.microsoft.com/office/drawing/2014/main" id="{157A5085-F266-6F78-6A76-0BED8033E82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164669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2" name="Titel 1">
                <a:extLst>
                  <a:ext uri="{FF2B5EF4-FFF2-40B4-BE49-F238E27FC236}">
                    <a16:creationId xmlns:a16="http://schemas.microsoft.com/office/drawing/2014/main" id="{157A5085-F266-6F78-6A76-0BED8033E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1646695"/>
                <a:ext cx="1008000" cy="432000"/>
              </a:xfrm>
              <a:prstGeom prst="rect">
                <a:avLst/>
              </a:prstGeom>
              <a:blipFill>
                <a:blip r:embed="rId2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1BE962B1-56C6-011C-2E16-7DEDE342AD8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699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3" name="Titel 1">
                <a:extLst>
                  <a:ext uri="{FF2B5EF4-FFF2-40B4-BE49-F238E27FC236}">
                    <a16:creationId xmlns:a16="http://schemas.microsoft.com/office/drawing/2014/main" id="{1BE962B1-56C6-011C-2E16-7DEDE342AD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699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775E230B-9161-DED8-FB93-92550F9FAF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25284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775E230B-9161-DED8-FB93-92550F9FA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2528425"/>
                <a:ext cx="1008000" cy="432000"/>
              </a:xfrm>
              <a:prstGeom prst="rect">
                <a:avLst/>
              </a:prstGeom>
              <a:blipFill>
                <a:blip r:embed="rId4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3B0B26DF-2578-59DD-6D04-4810E5341E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34428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5" name="Titel 1">
                <a:extLst>
                  <a:ext uri="{FF2B5EF4-FFF2-40B4-BE49-F238E27FC236}">
                    <a16:creationId xmlns:a16="http://schemas.microsoft.com/office/drawing/2014/main" id="{3B0B26DF-2578-59DD-6D04-4810E5341E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34428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itel 1">
                <a:extLst>
                  <a:ext uri="{FF2B5EF4-FFF2-40B4-BE49-F238E27FC236}">
                    <a16:creationId xmlns:a16="http://schemas.microsoft.com/office/drawing/2014/main" id="{195D615A-C763-AF2F-EA7A-D700943791B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43572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6" name="Titel 1">
                <a:extLst>
                  <a:ext uri="{FF2B5EF4-FFF2-40B4-BE49-F238E27FC236}">
                    <a16:creationId xmlns:a16="http://schemas.microsoft.com/office/drawing/2014/main" id="{195D615A-C763-AF2F-EA7A-D70094379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43572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AED55B37-3DCE-3BE4-76E4-6C4DF8DF221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511980" y="527162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7" name="Titel 1">
                <a:extLst>
                  <a:ext uri="{FF2B5EF4-FFF2-40B4-BE49-F238E27FC236}">
                    <a16:creationId xmlns:a16="http://schemas.microsoft.com/office/drawing/2014/main" id="{AED55B37-3DCE-3BE4-76E4-6C4DF8DF22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980" y="5271625"/>
                <a:ext cx="1008000" cy="432000"/>
              </a:xfrm>
              <a:prstGeom prst="rect">
                <a:avLst/>
              </a:prstGeom>
              <a:blipFill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Textfeld 68">
            <a:extLst>
              <a:ext uri="{FF2B5EF4-FFF2-40B4-BE49-F238E27FC236}">
                <a16:creationId xmlns:a16="http://schemas.microsoft.com/office/drawing/2014/main" id="{7F29606B-A1F7-2154-D408-F98B25857C86}"/>
              </a:ext>
            </a:extLst>
          </p:cNvPr>
          <p:cNvSpPr txBox="1"/>
          <p:nvPr/>
        </p:nvSpPr>
        <p:spPr>
          <a:xfrm>
            <a:off x="5460300" y="592459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4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0" name="Textfeld 69">
            <a:extLst>
              <a:ext uri="{FF2B5EF4-FFF2-40B4-BE49-F238E27FC236}">
                <a16:creationId xmlns:a16="http://schemas.microsoft.com/office/drawing/2014/main" id="{4D690EBD-2F63-8532-1C4B-313BB8F8283D}"/>
              </a:ext>
            </a:extLst>
          </p:cNvPr>
          <p:cNvSpPr txBox="1"/>
          <p:nvPr/>
        </p:nvSpPr>
        <p:spPr>
          <a:xfrm>
            <a:off x="5460300" y="1506859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1" name="Textfeld 70">
            <a:extLst>
              <a:ext uri="{FF2B5EF4-FFF2-40B4-BE49-F238E27FC236}">
                <a16:creationId xmlns:a16="http://schemas.microsoft.com/office/drawing/2014/main" id="{5B4F0FD5-8CD1-1250-EA5D-4780AA50E2D8}"/>
              </a:ext>
            </a:extLst>
          </p:cNvPr>
          <p:cNvSpPr txBox="1"/>
          <p:nvPr/>
        </p:nvSpPr>
        <p:spPr>
          <a:xfrm>
            <a:off x="5362435" y="2421259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-2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2" name="Textfeld 71">
            <a:extLst>
              <a:ext uri="{FF2B5EF4-FFF2-40B4-BE49-F238E27FC236}">
                <a16:creationId xmlns:a16="http://schemas.microsoft.com/office/drawing/2014/main" id="{09B9EF2C-9F8D-E90A-8156-3B79BEAFE4CA}"/>
              </a:ext>
            </a:extLst>
          </p:cNvPr>
          <p:cNvSpPr txBox="1"/>
          <p:nvPr/>
        </p:nvSpPr>
        <p:spPr>
          <a:xfrm>
            <a:off x="5334868" y="3335659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-1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3" name="Textfeld 72">
            <a:extLst>
              <a:ext uri="{FF2B5EF4-FFF2-40B4-BE49-F238E27FC236}">
                <a16:creationId xmlns:a16="http://schemas.microsoft.com/office/drawing/2014/main" id="{696C663C-7217-7D06-71C5-AF75DE62F963}"/>
              </a:ext>
            </a:extLst>
          </p:cNvPr>
          <p:cNvSpPr txBox="1"/>
          <p:nvPr/>
        </p:nvSpPr>
        <p:spPr>
          <a:xfrm>
            <a:off x="5302475" y="4230370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-1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79028FF4-7141-EC94-B8D1-D75DFF4CA075}"/>
              </a:ext>
            </a:extLst>
          </p:cNvPr>
          <p:cNvSpPr txBox="1"/>
          <p:nvPr/>
        </p:nvSpPr>
        <p:spPr>
          <a:xfrm>
            <a:off x="5460300" y="5164459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2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6" name="Textfeld 75">
            <a:extLst>
              <a:ext uri="{FF2B5EF4-FFF2-40B4-BE49-F238E27FC236}">
                <a16:creationId xmlns:a16="http://schemas.microsoft.com/office/drawing/2014/main" id="{11742067-50DE-30F0-D777-6274083D8CFE}"/>
              </a:ext>
            </a:extLst>
          </p:cNvPr>
          <p:cNvSpPr txBox="1"/>
          <p:nvPr/>
        </p:nvSpPr>
        <p:spPr>
          <a:xfrm>
            <a:off x="10519980" y="5556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4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7" name="Textfeld 76">
            <a:extLst>
              <a:ext uri="{FF2B5EF4-FFF2-40B4-BE49-F238E27FC236}">
                <a16:creationId xmlns:a16="http://schemas.microsoft.com/office/drawing/2014/main" id="{5F2864AB-AA6D-9A25-5529-F6C22795B670}"/>
              </a:ext>
            </a:extLst>
          </p:cNvPr>
          <p:cNvSpPr txBox="1"/>
          <p:nvPr/>
        </p:nvSpPr>
        <p:spPr>
          <a:xfrm>
            <a:off x="10519980" y="14700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4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8" name="Textfeld 77">
            <a:extLst>
              <a:ext uri="{FF2B5EF4-FFF2-40B4-BE49-F238E27FC236}">
                <a16:creationId xmlns:a16="http://schemas.microsoft.com/office/drawing/2014/main" id="{B8D6AE67-0281-1C2B-DBA9-F2DBD21CC12C}"/>
              </a:ext>
            </a:extLst>
          </p:cNvPr>
          <p:cNvSpPr txBox="1"/>
          <p:nvPr/>
        </p:nvSpPr>
        <p:spPr>
          <a:xfrm>
            <a:off x="10519980" y="23844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5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79" name="Textfeld 78">
            <a:extLst>
              <a:ext uri="{FF2B5EF4-FFF2-40B4-BE49-F238E27FC236}">
                <a16:creationId xmlns:a16="http://schemas.microsoft.com/office/drawing/2014/main" id="{8F71AB03-2ADA-A9D2-D96F-B875657E2284}"/>
              </a:ext>
            </a:extLst>
          </p:cNvPr>
          <p:cNvSpPr txBox="1"/>
          <p:nvPr/>
        </p:nvSpPr>
        <p:spPr>
          <a:xfrm>
            <a:off x="10519980" y="32988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3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0" name="Textfeld 79">
            <a:extLst>
              <a:ext uri="{FF2B5EF4-FFF2-40B4-BE49-F238E27FC236}">
                <a16:creationId xmlns:a16="http://schemas.microsoft.com/office/drawing/2014/main" id="{03438E8E-828E-2173-599A-35207856F09A}"/>
              </a:ext>
            </a:extLst>
          </p:cNvPr>
          <p:cNvSpPr txBox="1"/>
          <p:nvPr/>
        </p:nvSpPr>
        <p:spPr>
          <a:xfrm>
            <a:off x="10555195" y="4193536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3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1" name="Textfeld 80">
            <a:extLst>
              <a:ext uri="{FF2B5EF4-FFF2-40B4-BE49-F238E27FC236}">
                <a16:creationId xmlns:a16="http://schemas.microsoft.com/office/drawing/2014/main" id="{FA619609-057C-138D-4C72-99D6507A7476}"/>
              </a:ext>
            </a:extLst>
          </p:cNvPr>
          <p:cNvSpPr txBox="1"/>
          <p:nvPr/>
        </p:nvSpPr>
        <p:spPr>
          <a:xfrm>
            <a:off x="10519980" y="512762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1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9550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65BE7-1FEF-CF71-0535-FEEB77039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F3975B1F-C5D0-AB7D-DE34-79918D71C8F9}"/>
              </a:ext>
            </a:extLst>
          </p:cNvPr>
          <p:cNvSpPr/>
          <p:nvPr/>
        </p:nvSpPr>
        <p:spPr>
          <a:xfrm>
            <a:off x="3191772" y="2411744"/>
            <a:ext cx="5139427" cy="9793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BDD16B78-907D-5C7B-DAD7-B3680DB51B58}"/>
              </a:ext>
            </a:extLst>
          </p:cNvPr>
          <p:cNvSpPr/>
          <p:nvPr/>
        </p:nvSpPr>
        <p:spPr>
          <a:xfrm>
            <a:off x="3315333" y="254698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B2CFB160-75E7-CCEC-1827-537A38C8235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6460" y="269098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B2CFB160-75E7-CCEC-1827-537A38C82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460" y="2690985"/>
                <a:ext cx="1008000" cy="432000"/>
              </a:xfrm>
              <a:prstGeom prst="rect">
                <a:avLst/>
              </a:prstGeom>
              <a:blipFill>
                <a:blip r:embed="rId2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feld 77">
            <a:extLst>
              <a:ext uri="{FF2B5EF4-FFF2-40B4-BE49-F238E27FC236}">
                <a16:creationId xmlns:a16="http://schemas.microsoft.com/office/drawing/2014/main" id="{77F45001-EBC2-A5B5-635E-CD9500301B06}"/>
              </a:ext>
            </a:extLst>
          </p:cNvPr>
          <p:cNvSpPr txBox="1"/>
          <p:nvPr/>
        </p:nvSpPr>
        <p:spPr>
          <a:xfrm>
            <a:off x="6994460" y="254698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5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6240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6CBD2-88C4-382E-006B-DA3E8773B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B32C0BD9-EF17-A1FC-FAE7-ACCAE42803DD}"/>
              </a:ext>
            </a:extLst>
          </p:cNvPr>
          <p:cNvSpPr/>
          <p:nvPr/>
        </p:nvSpPr>
        <p:spPr>
          <a:xfrm>
            <a:off x="3191772" y="2411744"/>
            <a:ext cx="5139427" cy="9793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1D7D3EEF-A98E-896D-26FD-E4DBFF1CEE1A}"/>
              </a:ext>
            </a:extLst>
          </p:cNvPr>
          <p:cNvSpPr/>
          <p:nvPr/>
        </p:nvSpPr>
        <p:spPr>
          <a:xfrm>
            <a:off x="3315333" y="2546985"/>
            <a:ext cx="2520000" cy="72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1 0 0 0 0 1 1 0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E7BA2DAD-361C-6C26-2498-1132A00192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986460" y="2690985"/>
                <a:ext cx="1008000" cy="432000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600" i="1" dirty="0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de-DE" sz="3600" b="0" i="1" dirty="0" smtClean="0">
                          <a:latin typeface="Cambria Math" panose="02040503050406030204" pitchFamily="18" charset="0"/>
                        </a:rPr>
                        <m:t>/8</m:t>
                      </m:r>
                    </m:oMath>
                  </m:oMathPara>
                </a14:m>
                <a:endParaRPr lang="de-DE" sz="36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4" name="!!Titel 1">
                <a:extLst>
                  <a:ext uri="{FF2B5EF4-FFF2-40B4-BE49-F238E27FC236}">
                    <a16:creationId xmlns:a16="http://schemas.microsoft.com/office/drawing/2014/main" id="{E7BA2DAD-361C-6C26-2498-1132A0019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6460" y="2690985"/>
                <a:ext cx="1008000" cy="432000"/>
              </a:xfrm>
              <a:prstGeom prst="rect">
                <a:avLst/>
              </a:prstGeom>
              <a:blipFill>
                <a:blip r:embed="rId2"/>
                <a:stretch>
                  <a:fillRect b="-704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Textfeld 77">
            <a:extLst>
              <a:ext uri="{FF2B5EF4-FFF2-40B4-BE49-F238E27FC236}">
                <a16:creationId xmlns:a16="http://schemas.microsoft.com/office/drawing/2014/main" id="{C8C37CDA-4332-A588-F9E0-973B70981A46}"/>
              </a:ext>
            </a:extLst>
          </p:cNvPr>
          <p:cNvSpPr txBox="1"/>
          <p:nvPr/>
        </p:nvSpPr>
        <p:spPr>
          <a:xfrm>
            <a:off x="6994460" y="2546985"/>
            <a:ext cx="12009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3600" dirty="0">
                <a:latin typeface="Cambria Math" panose="02040503050406030204" pitchFamily="18" charset="0"/>
                <a:ea typeface="Cambria Math" panose="02040503050406030204" pitchFamily="18" charset="0"/>
              </a:rPr>
              <a:t>5 </a:t>
            </a:r>
            <a:r>
              <a:rPr lang="de-DE" sz="3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Pkt</a:t>
            </a:r>
            <a:endParaRPr lang="de-DE" sz="3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2" name="!!Rechteck 174">
            <a:extLst>
              <a:ext uri="{FF2B5EF4-FFF2-40B4-BE49-F238E27FC236}">
                <a16:creationId xmlns:a16="http://schemas.microsoft.com/office/drawing/2014/main" id="{7AF2F952-80B2-58F5-E1A2-57086072980D}"/>
              </a:ext>
            </a:extLst>
          </p:cNvPr>
          <p:cNvSpPr/>
          <p:nvPr/>
        </p:nvSpPr>
        <p:spPr>
          <a:xfrm>
            <a:off x="4666123" y="3908671"/>
            <a:ext cx="2880000" cy="7305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!!Ellipse 170">
            <a:extLst>
              <a:ext uri="{FF2B5EF4-FFF2-40B4-BE49-F238E27FC236}">
                <a16:creationId xmlns:a16="http://schemas.microsoft.com/office/drawing/2014/main" id="{2EC8DC13-3250-6C26-24F4-7F2F6D6A3695}"/>
              </a:ext>
            </a:extLst>
          </p:cNvPr>
          <p:cNvSpPr>
            <a:spLocks noChangeAspect="1"/>
          </p:cNvSpPr>
          <p:nvPr/>
        </p:nvSpPr>
        <p:spPr>
          <a:xfrm>
            <a:off x="4759574" y="3998675"/>
            <a:ext cx="540000" cy="540000"/>
          </a:xfrm>
          <a:prstGeom prst="ellipse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!!Ellipse 171">
            <a:extLst>
              <a:ext uri="{FF2B5EF4-FFF2-40B4-BE49-F238E27FC236}">
                <a16:creationId xmlns:a16="http://schemas.microsoft.com/office/drawing/2014/main" id="{F54AA0B2-953A-713C-9E1C-3AC9DABD00AB}"/>
              </a:ext>
            </a:extLst>
          </p:cNvPr>
          <p:cNvSpPr>
            <a:spLocks noChangeAspect="1"/>
          </p:cNvSpPr>
          <p:nvPr/>
        </p:nvSpPr>
        <p:spPr>
          <a:xfrm>
            <a:off x="5451822" y="3983707"/>
            <a:ext cx="540000" cy="540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6" name="!!Ellipse 173">
            <a:extLst>
              <a:ext uri="{FF2B5EF4-FFF2-40B4-BE49-F238E27FC236}">
                <a16:creationId xmlns:a16="http://schemas.microsoft.com/office/drawing/2014/main" id="{87949D83-CDA1-89D0-99A2-B3F089C97A42}"/>
              </a:ext>
            </a:extLst>
          </p:cNvPr>
          <p:cNvSpPr>
            <a:spLocks noChangeAspect="1"/>
          </p:cNvSpPr>
          <p:nvPr/>
        </p:nvSpPr>
        <p:spPr>
          <a:xfrm>
            <a:off x="6180748" y="3993909"/>
            <a:ext cx="540000" cy="540000"/>
          </a:xfrm>
          <a:prstGeom prst="ellipse">
            <a:avLst/>
          </a:prstGeom>
          <a:solidFill>
            <a:srgbClr val="0066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</a:t>
            </a:r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78B51C20-AD2D-6831-68BA-336F400D86F4}"/>
              </a:ext>
            </a:extLst>
          </p:cNvPr>
          <p:cNvSpPr txBox="1">
            <a:spLocks/>
          </p:cNvSpPr>
          <p:nvPr/>
        </p:nvSpPr>
        <p:spPr>
          <a:xfrm>
            <a:off x="3991572" y="-1395095"/>
            <a:ext cx="4229101" cy="3378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4400" dirty="0">
                <a:latin typeface="Arial" panose="020B0604020202020204" pitchFamily="34" charset="0"/>
                <a:cs typeface="Arial" panose="020B0604020202020204" pitchFamily="34" charset="0"/>
              </a:rPr>
              <a:t>Ergebnis:</a:t>
            </a:r>
          </a:p>
        </p:txBody>
      </p:sp>
    </p:spTree>
    <p:extLst>
      <p:ext uri="{BB962C8B-B14F-4D97-AF65-F5344CB8AC3E}">
        <p14:creationId xmlns:p14="http://schemas.microsoft.com/office/powerpoint/2010/main" val="14089421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E0FB0-D065-8FAC-7E3B-6C4E9DD62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845570-4059-D164-FC89-00F53BE1A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860425"/>
            <a:ext cx="10515600" cy="3444875"/>
          </a:xfrm>
        </p:spPr>
        <p:txBody>
          <a:bodyPr>
            <a:normAutofit/>
          </a:bodyPr>
          <a:lstStyle/>
          <a:p>
            <a:pPr algn="ctr"/>
            <a:r>
              <a:rPr lang="de-DE" sz="6000" b="1" dirty="0">
                <a:latin typeface="Arial" panose="020B0604020202020204" pitchFamily="34" charset="0"/>
                <a:cs typeface="Arial" panose="020B0604020202020204" pitchFamily="34" charset="0"/>
              </a:rPr>
              <a:t>Alle 3 Ansätze kommen hier also auf das optimale Ergebnis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B939329-FA8B-C278-B3F0-F0C2EB0E5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2987" y="3690937"/>
            <a:ext cx="3052763" cy="305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933046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14292</Words>
  <Application>Microsoft Office PowerPoint</Application>
  <PresentationFormat>Breitbild</PresentationFormat>
  <Paragraphs>4267</Paragraphs>
  <Slides>120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120</vt:i4>
      </vt:variant>
    </vt:vector>
  </HeadingPairs>
  <TitlesOfParts>
    <vt:vector size="125" baseType="lpstr">
      <vt:lpstr>Aptos</vt:lpstr>
      <vt:lpstr>Aptos Display</vt:lpstr>
      <vt:lpstr>Arial</vt:lpstr>
      <vt:lpstr>Cambria Math</vt:lpstr>
      <vt:lpstr>Office</vt:lpstr>
      <vt:lpstr>Beispiel Rechnung: „Wir wollen 3 Säulen setzten“</vt:lpstr>
      <vt:lpstr>PowerPoint-Präsentation</vt:lpstr>
      <vt:lpstr>Logik Algorithmus  ohne Zeitfenster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Lattice Algorithmus  ohne Zeitfenster</vt:lpstr>
      <vt:lpstr>Verifikation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Lineare Optimierungs Algorithmus ohne Zeitfenster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Lösen mit dem Online Linear Programming Solver von ssclab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Vergleich mit dem Brute Force Besten Ergebnis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Alle 3 Ansätze kommen hier also auf das optimale Ergebnis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Nuhn</dc:creator>
  <cp:lastModifiedBy>Philipp Nuhn</cp:lastModifiedBy>
  <cp:revision>11</cp:revision>
  <dcterms:created xsi:type="dcterms:W3CDTF">2025-09-25T09:23:35Z</dcterms:created>
  <dcterms:modified xsi:type="dcterms:W3CDTF">2025-12-18T09:14:49Z</dcterms:modified>
</cp:coreProperties>
</file>